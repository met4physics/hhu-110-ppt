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media/image26.svg" ContentType="image/svg+xml"/>
  <Override PartName="/ppt/media/image28.svg" ContentType="image/svg+xml"/>
  <Override PartName="/ppt/media/image30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6.svg" ContentType="image/svg+xml"/>
  <Override PartName="/ppt/media/image4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417" r:id="rId3"/>
    <p:sldId id="413" r:id="rId4"/>
    <p:sldId id="420" r:id="rId5"/>
    <p:sldId id="422" r:id="rId7"/>
    <p:sldId id="410" r:id="rId8"/>
    <p:sldId id="416" r:id="rId9"/>
    <p:sldId id="419" r:id="rId10"/>
    <p:sldId id="427" r:id="rId11"/>
    <p:sldId id="423" r:id="rId12"/>
    <p:sldId id="424" r:id="rId13"/>
    <p:sldId id="426" r:id="rId14"/>
    <p:sldId id="425" r:id="rId15"/>
    <p:sldId id="428" r:id="rId16"/>
    <p:sldId id="429" r:id="rId17"/>
    <p:sldId id="430" r:id="rId18"/>
    <p:sldId id="431" r:id="rId19"/>
    <p:sldId id="432" r:id="rId20"/>
    <p:sldId id="433" r:id="rId21"/>
    <p:sldId id="434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D934E"/>
    <a:srgbClr val="4E753B"/>
    <a:srgbClr val="DCDCDC"/>
    <a:srgbClr val="2E4523"/>
    <a:srgbClr val="06275E"/>
    <a:srgbClr val="0B3774"/>
    <a:srgbClr val="B88F4D"/>
    <a:srgbClr val="FFFFFF"/>
    <a:srgbClr val="F0F0F0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6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44" y="1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2190"/>
    </p:cViewPr>
  </p:sorter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5" Type="http://schemas.microsoft.com/office/2011/relationships/chartColorStyle" Target="colors1.xml"/><Relationship Id="rId4" Type="http://schemas.microsoft.com/office/2011/relationships/chartStyle" Target="style1.xml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blipFill>
              <a:blip xmlns:r="http://schemas.openxmlformats.org/officeDocument/2006/relationships" r:embed="rId2"/>
              <a:stretch>
                <a:fillRect/>
              </a:stretch>
            </a:blip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text 01</c:v>
                </c:pt>
                <c:pt idx="1">
                  <c:v>text 02</c:v>
                </c:pt>
                <c:pt idx="2">
                  <c:v>text 03</c:v>
                </c:pt>
                <c:pt idx="3">
                  <c:v>text 04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blipFill>
              <a:blip xmlns:r="http://schemas.openxmlformats.org/officeDocument/2006/relationships" r:embed="rId3"/>
              <a:stretch>
                <a:fillRect/>
              </a:stretch>
            </a:blip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text 01</c:v>
                </c:pt>
                <c:pt idx="1">
                  <c:v>text 02</c:v>
                </c:pt>
                <c:pt idx="2">
                  <c:v>text 03</c:v>
                </c:pt>
                <c:pt idx="3">
                  <c:v>text 04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35"/>
        <c:overlap val="-62"/>
        <c:axId val="652822040"/>
        <c:axId val="652824336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ln w="12700" cap="rnd">
              <a:solidFill>
                <a:srgbClr val="B88F4D"/>
              </a:solidFill>
              <a:bevel/>
            </a:ln>
            <a:effectLst/>
          </c:spPr>
          <c:marker>
            <c:symbol val="circle"/>
            <c:size val="5"/>
            <c:spPr>
              <a:solidFill>
                <a:srgbClr val="B88F4D"/>
              </a:solidFill>
              <a:ln w="9525">
                <a:solidFill>
                  <a:srgbClr val="B88F4D"/>
                </a:solidFill>
              </a:ln>
              <a:effectLst/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text 01</c:v>
                </c:pt>
                <c:pt idx="1">
                  <c:v>text 02</c:v>
                </c:pt>
                <c:pt idx="2">
                  <c:v>text 03</c:v>
                </c:pt>
                <c:pt idx="3">
                  <c:v>text 04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652822040"/>
        <c:axId val="652824336"/>
      </c:lineChart>
      <c:catAx>
        <c:axId val="6528220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52824336"/>
        <c:crosses val="autoZero"/>
        <c:auto val="1"/>
        <c:lblAlgn val="ctr"/>
        <c:lblOffset val="100"/>
        <c:noMultiLvlLbl val="0"/>
      </c:catAx>
      <c:valAx>
        <c:axId val="6528243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DCDCDC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528220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1c7d60c4-87c3-4ff6-ab2d-d61c44968fda}"/>
      </c:ext>
    </c:extLst>
  </c:chart>
  <c:spPr>
    <a:noFill/>
    <a:ln>
      <a:noFill/>
    </a:ln>
    <a:effectLst/>
  </c:spPr>
  <c:txPr>
    <a:bodyPr/>
    <a:lstStyle/>
    <a:p>
      <a:pPr>
        <a:defRPr lang="zh-CN">
          <a:solidFill>
            <a:schemeClr val="tx1">
              <a:lumMod val="85000"/>
              <a:lumOff val="15000"/>
            </a:schemeClr>
          </a:solidFill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rgbClr val="4E753B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Text 01</c:v>
                </c:pt>
                <c:pt idx="1">
                  <c:v>Text 02</c:v>
                </c:pt>
                <c:pt idx="2">
                  <c:v>Text 03</c:v>
                </c:pt>
                <c:pt idx="3">
                  <c:v>Text 04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rgbClr val="B88F4D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Text 01</c:v>
                </c:pt>
                <c:pt idx="1">
                  <c:v>Text 02</c:v>
                </c:pt>
                <c:pt idx="2">
                  <c:v>Text 03</c:v>
                </c:pt>
                <c:pt idx="3">
                  <c:v>Text 04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overlap val="-30"/>
        <c:axId val="435646592"/>
        <c:axId val="435648888"/>
      </c:barChart>
      <c:catAx>
        <c:axId val="43564659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zh-CN" sz="1195" b="0" i="0" u="none" strike="noStrike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35648888"/>
        <c:crosses val="autoZero"/>
        <c:auto val="1"/>
        <c:lblAlgn val="ctr"/>
        <c:lblOffset val="100"/>
        <c:noMultiLvlLbl val="0"/>
      </c:catAx>
      <c:valAx>
        <c:axId val="43564888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rgbClr val="DCDCDC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zh-CN" sz="1195" b="0" i="0" u="none" strike="noStrike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35646592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72e85425-f2bf-454d-848f-3d123ed10341}"/>
      </c:ext>
    </c:extLst>
  </c:chart>
  <c:spPr>
    <a:noFill/>
    <a:ln>
      <a:noFill/>
    </a:ln>
    <a:effectLst/>
  </c:spPr>
  <c:txPr>
    <a:bodyPr/>
    <a:lstStyle/>
    <a:p>
      <a:pPr>
        <a:defRPr lang="zh-CN">
          <a:solidFill>
            <a:schemeClr val="tx1">
              <a:lumMod val="85000"/>
              <a:lumOff val="15000"/>
            </a:schemeClr>
          </a:solidFill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5" Type="http://schemas.openxmlformats.org/officeDocument/2006/relationships/image" Target="../media/image1.jpeg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5" Type="http://schemas.openxmlformats.org/officeDocument/2006/relationships/image" Target="../media/image2.jpeg"/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图片 4" descr="ppt_画板 1 副本 2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35" y="-1905"/>
            <a:ext cx="12192635" cy="6859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 descr="ppt_画板 1 副本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2202160" cy="68586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 userDrawn="1"/>
        </p:nvGrpSpPr>
        <p:grpSpPr>
          <a:xfrm>
            <a:off x="-6350" y="5576887"/>
            <a:ext cx="12192000" cy="1281113"/>
            <a:chOff x="-6350" y="3575050"/>
            <a:chExt cx="12192000" cy="1281113"/>
          </a:xfrm>
          <a:gradFill>
            <a:gsLst>
              <a:gs pos="11000">
                <a:srgbClr val="BD934E">
                  <a:alpha val="0"/>
                </a:srgbClr>
              </a:gs>
              <a:gs pos="100000">
                <a:srgbClr val="BD934E">
                  <a:alpha val="30000"/>
                </a:srgbClr>
              </a:gs>
            </a:gsLst>
            <a:lin ang="5400000" scaled="0"/>
          </a:gradFill>
        </p:grpSpPr>
        <p:grpSp>
          <p:nvGrpSpPr>
            <p:cNvPr id="13" name="Group 205"/>
            <p:cNvGrpSpPr/>
            <p:nvPr userDrawn="1"/>
          </p:nvGrpSpPr>
          <p:grpSpPr bwMode="auto">
            <a:xfrm>
              <a:off x="4810125" y="4400550"/>
              <a:ext cx="4105275" cy="433388"/>
              <a:chOff x="3030" y="2772"/>
              <a:chExt cx="2586" cy="273"/>
            </a:xfrm>
            <a:grpFill/>
          </p:grpSpPr>
          <p:sp>
            <p:nvSpPr>
              <p:cNvPr id="116" name="Line 5"/>
              <p:cNvSpPr>
                <a:spLocks noChangeShapeType="1"/>
              </p:cNvSpPr>
              <p:nvPr userDrawn="1"/>
            </p:nvSpPr>
            <p:spPr bwMode="auto">
              <a:xfrm>
                <a:off x="5616" y="2860"/>
                <a:ext cx="0" cy="0"/>
              </a:xfrm>
              <a:prstGeom prst="line">
                <a:avLst/>
              </a:prstGeom>
              <a:grpFill/>
              <a:ln w="12700" cap="rnd">
                <a:solidFill>
                  <a:srgbClr val="BF9C50"/>
                </a:solidFill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7" name="Freeform 6"/>
              <p:cNvSpPr/>
              <p:nvPr userDrawn="1"/>
            </p:nvSpPr>
            <p:spPr bwMode="auto">
              <a:xfrm>
                <a:off x="3657" y="2794"/>
                <a:ext cx="39" cy="9"/>
              </a:xfrm>
              <a:custGeom>
                <a:avLst/>
                <a:gdLst>
                  <a:gd name="T0" fmla="*/ 8 w 9"/>
                  <a:gd name="T1" fmla="*/ 2 h 2"/>
                  <a:gd name="T2" fmla="*/ 1 w 9"/>
                  <a:gd name="T3" fmla="*/ 2 h 2"/>
                  <a:gd name="T4" fmla="*/ 0 w 9"/>
                  <a:gd name="T5" fmla="*/ 1 h 2"/>
                  <a:gd name="T6" fmla="*/ 1 w 9"/>
                  <a:gd name="T7" fmla="*/ 0 h 2"/>
                  <a:gd name="T8" fmla="*/ 8 w 9"/>
                  <a:gd name="T9" fmla="*/ 0 h 2"/>
                  <a:gd name="T10" fmla="*/ 9 w 9"/>
                  <a:gd name="T11" fmla="*/ 1 h 2"/>
                  <a:gd name="T12" fmla="*/ 8 w 9"/>
                  <a:gd name="T13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" h="2">
                    <a:moveTo>
                      <a:pt x="8" y="2"/>
                    </a:moveTo>
                    <a:cubicBezTo>
                      <a:pt x="1" y="2"/>
                      <a:pt x="1" y="2"/>
                      <a:pt x="1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0"/>
                      <a:pt x="9" y="0"/>
                      <a:pt x="9" y="1"/>
                    </a:cubicBezTo>
                    <a:cubicBezTo>
                      <a:pt x="9" y="1"/>
                      <a:pt x="8" y="2"/>
                      <a:pt x="8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8" name="Freeform 7"/>
              <p:cNvSpPr/>
              <p:nvPr userDrawn="1"/>
            </p:nvSpPr>
            <p:spPr bwMode="auto">
              <a:xfrm>
                <a:off x="303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9" name="Freeform 8"/>
              <p:cNvSpPr/>
              <p:nvPr userDrawn="1"/>
            </p:nvSpPr>
            <p:spPr bwMode="auto">
              <a:xfrm>
                <a:off x="304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0" name="Freeform 9"/>
              <p:cNvSpPr/>
              <p:nvPr userDrawn="1"/>
            </p:nvSpPr>
            <p:spPr bwMode="auto">
              <a:xfrm>
                <a:off x="306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1" name="Freeform 10"/>
              <p:cNvSpPr/>
              <p:nvPr userDrawn="1"/>
            </p:nvSpPr>
            <p:spPr bwMode="auto">
              <a:xfrm>
                <a:off x="307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2" name="Freeform 11"/>
              <p:cNvSpPr/>
              <p:nvPr userDrawn="1"/>
            </p:nvSpPr>
            <p:spPr bwMode="auto">
              <a:xfrm>
                <a:off x="308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3" name="Freeform 12"/>
              <p:cNvSpPr/>
              <p:nvPr userDrawn="1"/>
            </p:nvSpPr>
            <p:spPr bwMode="auto">
              <a:xfrm>
                <a:off x="310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4" name="Freeform 13"/>
              <p:cNvSpPr/>
              <p:nvPr userDrawn="1"/>
            </p:nvSpPr>
            <p:spPr bwMode="auto">
              <a:xfrm>
                <a:off x="311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5" name="Freeform 14"/>
              <p:cNvSpPr/>
              <p:nvPr userDrawn="1"/>
            </p:nvSpPr>
            <p:spPr bwMode="auto">
              <a:xfrm>
                <a:off x="312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6" name="Freeform 15"/>
              <p:cNvSpPr/>
              <p:nvPr userDrawn="1"/>
            </p:nvSpPr>
            <p:spPr bwMode="auto">
              <a:xfrm>
                <a:off x="314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7" name="Freeform 16"/>
              <p:cNvSpPr/>
              <p:nvPr userDrawn="1"/>
            </p:nvSpPr>
            <p:spPr bwMode="auto">
              <a:xfrm>
                <a:off x="315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8" name="Freeform 17"/>
              <p:cNvSpPr/>
              <p:nvPr userDrawn="1"/>
            </p:nvSpPr>
            <p:spPr bwMode="auto">
              <a:xfrm>
                <a:off x="317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9" name="Freeform 18"/>
              <p:cNvSpPr/>
              <p:nvPr userDrawn="1"/>
            </p:nvSpPr>
            <p:spPr bwMode="auto">
              <a:xfrm>
                <a:off x="318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0" name="Freeform 19"/>
              <p:cNvSpPr/>
              <p:nvPr userDrawn="1"/>
            </p:nvSpPr>
            <p:spPr bwMode="auto">
              <a:xfrm>
                <a:off x="319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1" name="Freeform 20"/>
              <p:cNvSpPr/>
              <p:nvPr userDrawn="1"/>
            </p:nvSpPr>
            <p:spPr bwMode="auto">
              <a:xfrm>
                <a:off x="3209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2" name="Freeform 21"/>
              <p:cNvSpPr/>
              <p:nvPr userDrawn="1"/>
            </p:nvSpPr>
            <p:spPr bwMode="auto">
              <a:xfrm>
                <a:off x="3222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3" name="Freeform 22"/>
              <p:cNvSpPr/>
              <p:nvPr userDrawn="1"/>
            </p:nvSpPr>
            <p:spPr bwMode="auto">
              <a:xfrm>
                <a:off x="323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4" name="Freeform 23"/>
              <p:cNvSpPr/>
              <p:nvPr userDrawn="1"/>
            </p:nvSpPr>
            <p:spPr bwMode="auto">
              <a:xfrm>
                <a:off x="3252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5" name="Freeform 24"/>
              <p:cNvSpPr/>
              <p:nvPr userDrawn="1"/>
            </p:nvSpPr>
            <p:spPr bwMode="auto">
              <a:xfrm>
                <a:off x="326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6" name="Freeform 25"/>
              <p:cNvSpPr/>
              <p:nvPr userDrawn="1"/>
            </p:nvSpPr>
            <p:spPr bwMode="auto">
              <a:xfrm>
                <a:off x="327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7" name="Freeform 26"/>
              <p:cNvSpPr/>
              <p:nvPr userDrawn="1"/>
            </p:nvSpPr>
            <p:spPr bwMode="auto">
              <a:xfrm>
                <a:off x="329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8" name="Freeform 27"/>
              <p:cNvSpPr/>
              <p:nvPr userDrawn="1"/>
            </p:nvSpPr>
            <p:spPr bwMode="auto">
              <a:xfrm>
                <a:off x="330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9" name="Freeform 28"/>
              <p:cNvSpPr/>
              <p:nvPr userDrawn="1"/>
            </p:nvSpPr>
            <p:spPr bwMode="auto">
              <a:xfrm>
                <a:off x="331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0" name="Freeform 29"/>
              <p:cNvSpPr/>
              <p:nvPr userDrawn="1"/>
            </p:nvSpPr>
            <p:spPr bwMode="auto">
              <a:xfrm>
                <a:off x="333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1" name="Freeform 30"/>
              <p:cNvSpPr/>
              <p:nvPr userDrawn="1"/>
            </p:nvSpPr>
            <p:spPr bwMode="auto">
              <a:xfrm>
                <a:off x="334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2" name="Freeform 31"/>
              <p:cNvSpPr/>
              <p:nvPr userDrawn="1"/>
            </p:nvSpPr>
            <p:spPr bwMode="auto">
              <a:xfrm>
                <a:off x="336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3" name="Freeform 32"/>
              <p:cNvSpPr/>
              <p:nvPr userDrawn="1"/>
            </p:nvSpPr>
            <p:spPr bwMode="auto">
              <a:xfrm>
                <a:off x="337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4" name="Freeform 33"/>
              <p:cNvSpPr/>
              <p:nvPr userDrawn="1"/>
            </p:nvSpPr>
            <p:spPr bwMode="auto">
              <a:xfrm>
                <a:off x="338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5" name="Freeform 34"/>
              <p:cNvSpPr/>
              <p:nvPr userDrawn="1"/>
            </p:nvSpPr>
            <p:spPr bwMode="auto">
              <a:xfrm>
                <a:off x="340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6" name="Freeform 35"/>
              <p:cNvSpPr/>
              <p:nvPr userDrawn="1"/>
            </p:nvSpPr>
            <p:spPr bwMode="auto">
              <a:xfrm>
                <a:off x="341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7" name="Freeform 36"/>
              <p:cNvSpPr/>
              <p:nvPr userDrawn="1"/>
            </p:nvSpPr>
            <p:spPr bwMode="auto">
              <a:xfrm>
                <a:off x="342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8" name="Freeform 37"/>
              <p:cNvSpPr/>
              <p:nvPr userDrawn="1"/>
            </p:nvSpPr>
            <p:spPr bwMode="auto">
              <a:xfrm>
                <a:off x="344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9" name="Freeform 38"/>
              <p:cNvSpPr/>
              <p:nvPr userDrawn="1"/>
            </p:nvSpPr>
            <p:spPr bwMode="auto">
              <a:xfrm>
                <a:off x="345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0" name="Freeform 39"/>
              <p:cNvSpPr/>
              <p:nvPr userDrawn="1"/>
            </p:nvSpPr>
            <p:spPr bwMode="auto">
              <a:xfrm>
                <a:off x="347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1" name="Freeform 40"/>
              <p:cNvSpPr/>
              <p:nvPr userDrawn="1"/>
            </p:nvSpPr>
            <p:spPr bwMode="auto">
              <a:xfrm>
                <a:off x="348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2" name="Freeform 41"/>
              <p:cNvSpPr/>
              <p:nvPr userDrawn="1"/>
            </p:nvSpPr>
            <p:spPr bwMode="auto">
              <a:xfrm>
                <a:off x="349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3" name="Freeform 42"/>
              <p:cNvSpPr/>
              <p:nvPr userDrawn="1"/>
            </p:nvSpPr>
            <p:spPr bwMode="auto">
              <a:xfrm>
                <a:off x="3509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4" name="Freeform 43"/>
              <p:cNvSpPr/>
              <p:nvPr userDrawn="1"/>
            </p:nvSpPr>
            <p:spPr bwMode="auto">
              <a:xfrm>
                <a:off x="3522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5" name="Freeform 44"/>
              <p:cNvSpPr/>
              <p:nvPr userDrawn="1"/>
            </p:nvSpPr>
            <p:spPr bwMode="auto">
              <a:xfrm>
                <a:off x="353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6" name="Freeform 45"/>
              <p:cNvSpPr/>
              <p:nvPr userDrawn="1"/>
            </p:nvSpPr>
            <p:spPr bwMode="auto">
              <a:xfrm>
                <a:off x="355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7" name="Freeform 46"/>
              <p:cNvSpPr/>
              <p:nvPr userDrawn="1"/>
            </p:nvSpPr>
            <p:spPr bwMode="auto">
              <a:xfrm>
                <a:off x="356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8" name="Freeform 47"/>
              <p:cNvSpPr/>
              <p:nvPr userDrawn="1"/>
            </p:nvSpPr>
            <p:spPr bwMode="auto">
              <a:xfrm>
                <a:off x="3579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9" name="Freeform 48"/>
              <p:cNvSpPr/>
              <p:nvPr userDrawn="1"/>
            </p:nvSpPr>
            <p:spPr bwMode="auto">
              <a:xfrm>
                <a:off x="3592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0" name="Freeform 49"/>
              <p:cNvSpPr/>
              <p:nvPr userDrawn="1"/>
            </p:nvSpPr>
            <p:spPr bwMode="auto">
              <a:xfrm>
                <a:off x="360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1" name="Freeform 50"/>
              <p:cNvSpPr/>
              <p:nvPr userDrawn="1"/>
            </p:nvSpPr>
            <p:spPr bwMode="auto">
              <a:xfrm>
                <a:off x="361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2" name="Freeform 51"/>
              <p:cNvSpPr/>
              <p:nvPr userDrawn="1"/>
            </p:nvSpPr>
            <p:spPr bwMode="auto">
              <a:xfrm>
                <a:off x="363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3" name="Freeform 52"/>
              <p:cNvSpPr/>
              <p:nvPr userDrawn="1"/>
            </p:nvSpPr>
            <p:spPr bwMode="auto">
              <a:xfrm>
                <a:off x="364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4" name="Freeform 53"/>
              <p:cNvSpPr/>
              <p:nvPr userDrawn="1"/>
            </p:nvSpPr>
            <p:spPr bwMode="auto">
              <a:xfrm>
                <a:off x="366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5" name="Freeform 54"/>
              <p:cNvSpPr/>
              <p:nvPr userDrawn="1"/>
            </p:nvSpPr>
            <p:spPr bwMode="auto">
              <a:xfrm>
                <a:off x="367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6" name="Freeform 55"/>
              <p:cNvSpPr/>
              <p:nvPr userDrawn="1"/>
            </p:nvSpPr>
            <p:spPr bwMode="auto">
              <a:xfrm>
                <a:off x="368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7" name="Freeform 56"/>
              <p:cNvSpPr/>
              <p:nvPr userDrawn="1"/>
            </p:nvSpPr>
            <p:spPr bwMode="auto">
              <a:xfrm>
                <a:off x="370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8" name="Freeform 57"/>
              <p:cNvSpPr/>
              <p:nvPr userDrawn="1"/>
            </p:nvSpPr>
            <p:spPr bwMode="auto">
              <a:xfrm>
                <a:off x="371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9" name="Freeform 58"/>
              <p:cNvSpPr/>
              <p:nvPr userDrawn="1"/>
            </p:nvSpPr>
            <p:spPr bwMode="auto">
              <a:xfrm>
                <a:off x="372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0" name="Freeform 59"/>
              <p:cNvSpPr/>
              <p:nvPr userDrawn="1"/>
            </p:nvSpPr>
            <p:spPr bwMode="auto">
              <a:xfrm>
                <a:off x="372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1" name="Freeform 60"/>
              <p:cNvSpPr/>
              <p:nvPr userDrawn="1"/>
            </p:nvSpPr>
            <p:spPr bwMode="auto">
              <a:xfrm>
                <a:off x="393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2" name="Freeform 61"/>
              <p:cNvSpPr/>
              <p:nvPr userDrawn="1"/>
            </p:nvSpPr>
            <p:spPr bwMode="auto">
              <a:xfrm>
                <a:off x="394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3" name="Freeform 62"/>
              <p:cNvSpPr/>
              <p:nvPr userDrawn="1"/>
            </p:nvSpPr>
            <p:spPr bwMode="auto">
              <a:xfrm>
                <a:off x="395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4" name="Freeform 63"/>
              <p:cNvSpPr/>
              <p:nvPr userDrawn="1"/>
            </p:nvSpPr>
            <p:spPr bwMode="auto">
              <a:xfrm>
                <a:off x="397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5" name="Freeform 64"/>
              <p:cNvSpPr/>
              <p:nvPr userDrawn="1"/>
            </p:nvSpPr>
            <p:spPr bwMode="auto">
              <a:xfrm>
                <a:off x="398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6" name="Freeform 65"/>
              <p:cNvSpPr/>
              <p:nvPr userDrawn="1"/>
            </p:nvSpPr>
            <p:spPr bwMode="auto">
              <a:xfrm>
                <a:off x="400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7" name="Freeform 66"/>
              <p:cNvSpPr/>
              <p:nvPr userDrawn="1"/>
            </p:nvSpPr>
            <p:spPr bwMode="auto">
              <a:xfrm>
                <a:off x="401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8" name="Freeform 67"/>
              <p:cNvSpPr/>
              <p:nvPr userDrawn="1"/>
            </p:nvSpPr>
            <p:spPr bwMode="auto">
              <a:xfrm>
                <a:off x="402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9" name="Freeform 68"/>
              <p:cNvSpPr/>
              <p:nvPr userDrawn="1"/>
            </p:nvSpPr>
            <p:spPr bwMode="auto">
              <a:xfrm>
                <a:off x="404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0" name="Freeform 69"/>
              <p:cNvSpPr/>
              <p:nvPr userDrawn="1"/>
            </p:nvSpPr>
            <p:spPr bwMode="auto">
              <a:xfrm>
                <a:off x="405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1" name="Freeform 70"/>
              <p:cNvSpPr/>
              <p:nvPr userDrawn="1"/>
            </p:nvSpPr>
            <p:spPr bwMode="auto">
              <a:xfrm>
                <a:off x="406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2" name="Freeform 71"/>
              <p:cNvSpPr/>
              <p:nvPr userDrawn="1"/>
            </p:nvSpPr>
            <p:spPr bwMode="auto">
              <a:xfrm>
                <a:off x="4079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3" name="Freeform 72"/>
              <p:cNvSpPr/>
              <p:nvPr userDrawn="1"/>
            </p:nvSpPr>
            <p:spPr bwMode="auto">
              <a:xfrm>
                <a:off x="409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4" name="Freeform 73"/>
              <p:cNvSpPr/>
              <p:nvPr userDrawn="1"/>
            </p:nvSpPr>
            <p:spPr bwMode="auto">
              <a:xfrm>
                <a:off x="411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5" name="Freeform 74"/>
              <p:cNvSpPr/>
              <p:nvPr userDrawn="1"/>
            </p:nvSpPr>
            <p:spPr bwMode="auto">
              <a:xfrm>
                <a:off x="412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6" name="Freeform 75"/>
              <p:cNvSpPr/>
              <p:nvPr userDrawn="1"/>
            </p:nvSpPr>
            <p:spPr bwMode="auto">
              <a:xfrm>
                <a:off x="413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7" name="Freeform 76"/>
              <p:cNvSpPr/>
              <p:nvPr userDrawn="1"/>
            </p:nvSpPr>
            <p:spPr bwMode="auto">
              <a:xfrm>
                <a:off x="4149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8" name="Freeform 77"/>
              <p:cNvSpPr/>
              <p:nvPr userDrawn="1"/>
            </p:nvSpPr>
            <p:spPr bwMode="auto">
              <a:xfrm>
                <a:off x="4162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9" name="Freeform 78"/>
              <p:cNvSpPr/>
              <p:nvPr userDrawn="1"/>
            </p:nvSpPr>
            <p:spPr bwMode="auto">
              <a:xfrm>
                <a:off x="417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0" name="Freeform 79"/>
              <p:cNvSpPr/>
              <p:nvPr userDrawn="1"/>
            </p:nvSpPr>
            <p:spPr bwMode="auto">
              <a:xfrm>
                <a:off x="418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1" name="Freeform 80"/>
              <p:cNvSpPr/>
              <p:nvPr userDrawn="1"/>
            </p:nvSpPr>
            <p:spPr bwMode="auto">
              <a:xfrm>
                <a:off x="420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2" name="Freeform 81"/>
              <p:cNvSpPr/>
              <p:nvPr userDrawn="1"/>
            </p:nvSpPr>
            <p:spPr bwMode="auto">
              <a:xfrm>
                <a:off x="421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3" name="Freeform 82"/>
              <p:cNvSpPr/>
              <p:nvPr userDrawn="1"/>
            </p:nvSpPr>
            <p:spPr bwMode="auto">
              <a:xfrm>
                <a:off x="4232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4" name="Freeform 83"/>
              <p:cNvSpPr/>
              <p:nvPr userDrawn="1"/>
            </p:nvSpPr>
            <p:spPr bwMode="auto">
              <a:xfrm>
                <a:off x="424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5" name="Freeform 84"/>
              <p:cNvSpPr/>
              <p:nvPr userDrawn="1"/>
            </p:nvSpPr>
            <p:spPr bwMode="auto">
              <a:xfrm>
                <a:off x="425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6" name="Freeform 85"/>
              <p:cNvSpPr/>
              <p:nvPr userDrawn="1"/>
            </p:nvSpPr>
            <p:spPr bwMode="auto">
              <a:xfrm>
                <a:off x="427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7" name="Freeform 86"/>
              <p:cNvSpPr/>
              <p:nvPr userDrawn="1"/>
            </p:nvSpPr>
            <p:spPr bwMode="auto">
              <a:xfrm>
                <a:off x="428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8" name="Freeform 87"/>
              <p:cNvSpPr/>
              <p:nvPr userDrawn="1"/>
            </p:nvSpPr>
            <p:spPr bwMode="auto">
              <a:xfrm>
                <a:off x="429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9" name="Freeform 88"/>
              <p:cNvSpPr/>
              <p:nvPr userDrawn="1"/>
            </p:nvSpPr>
            <p:spPr bwMode="auto">
              <a:xfrm>
                <a:off x="431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0" name="Freeform 89"/>
              <p:cNvSpPr/>
              <p:nvPr userDrawn="1"/>
            </p:nvSpPr>
            <p:spPr bwMode="auto">
              <a:xfrm>
                <a:off x="432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1" name="Freeform 90"/>
              <p:cNvSpPr/>
              <p:nvPr userDrawn="1"/>
            </p:nvSpPr>
            <p:spPr bwMode="auto">
              <a:xfrm>
                <a:off x="433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2" name="Freeform 91"/>
              <p:cNvSpPr/>
              <p:nvPr userDrawn="1"/>
            </p:nvSpPr>
            <p:spPr bwMode="auto">
              <a:xfrm>
                <a:off x="4349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3" name="Freeform 92"/>
              <p:cNvSpPr/>
              <p:nvPr userDrawn="1"/>
            </p:nvSpPr>
            <p:spPr bwMode="auto">
              <a:xfrm>
                <a:off x="436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4" name="Freeform 93"/>
              <p:cNvSpPr/>
              <p:nvPr userDrawn="1"/>
            </p:nvSpPr>
            <p:spPr bwMode="auto">
              <a:xfrm>
                <a:off x="438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5" name="Freeform 94"/>
              <p:cNvSpPr/>
              <p:nvPr userDrawn="1"/>
            </p:nvSpPr>
            <p:spPr bwMode="auto">
              <a:xfrm>
                <a:off x="439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6" name="Freeform 95"/>
              <p:cNvSpPr/>
              <p:nvPr userDrawn="1"/>
            </p:nvSpPr>
            <p:spPr bwMode="auto">
              <a:xfrm>
                <a:off x="440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7" name="Freeform 96"/>
              <p:cNvSpPr/>
              <p:nvPr userDrawn="1"/>
            </p:nvSpPr>
            <p:spPr bwMode="auto">
              <a:xfrm>
                <a:off x="4419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8" name="Freeform 97"/>
              <p:cNvSpPr/>
              <p:nvPr userDrawn="1"/>
            </p:nvSpPr>
            <p:spPr bwMode="auto">
              <a:xfrm>
                <a:off x="4432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9" name="Freeform 98"/>
              <p:cNvSpPr/>
              <p:nvPr userDrawn="1"/>
            </p:nvSpPr>
            <p:spPr bwMode="auto">
              <a:xfrm>
                <a:off x="444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0" name="Freeform 99"/>
              <p:cNvSpPr/>
              <p:nvPr userDrawn="1"/>
            </p:nvSpPr>
            <p:spPr bwMode="auto">
              <a:xfrm>
                <a:off x="445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1" name="Freeform 100"/>
              <p:cNvSpPr/>
              <p:nvPr userDrawn="1"/>
            </p:nvSpPr>
            <p:spPr bwMode="auto">
              <a:xfrm>
                <a:off x="447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2" name="Freeform 101"/>
              <p:cNvSpPr/>
              <p:nvPr userDrawn="1"/>
            </p:nvSpPr>
            <p:spPr bwMode="auto">
              <a:xfrm>
                <a:off x="4489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3" name="Freeform 102"/>
              <p:cNvSpPr/>
              <p:nvPr userDrawn="1"/>
            </p:nvSpPr>
            <p:spPr bwMode="auto">
              <a:xfrm>
                <a:off x="4502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4" name="Freeform 103"/>
              <p:cNvSpPr/>
              <p:nvPr userDrawn="1"/>
            </p:nvSpPr>
            <p:spPr bwMode="auto">
              <a:xfrm>
                <a:off x="451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5" name="Freeform 104"/>
              <p:cNvSpPr/>
              <p:nvPr userDrawn="1"/>
            </p:nvSpPr>
            <p:spPr bwMode="auto">
              <a:xfrm>
                <a:off x="452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6" name="Freeform 105"/>
              <p:cNvSpPr/>
              <p:nvPr userDrawn="1"/>
            </p:nvSpPr>
            <p:spPr bwMode="auto">
              <a:xfrm>
                <a:off x="454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7" name="Freeform 106"/>
              <p:cNvSpPr/>
              <p:nvPr userDrawn="1"/>
            </p:nvSpPr>
            <p:spPr bwMode="auto">
              <a:xfrm>
                <a:off x="455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8" name="Freeform 107"/>
              <p:cNvSpPr/>
              <p:nvPr userDrawn="1"/>
            </p:nvSpPr>
            <p:spPr bwMode="auto">
              <a:xfrm>
                <a:off x="456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9" name="Freeform 108"/>
              <p:cNvSpPr/>
              <p:nvPr userDrawn="1"/>
            </p:nvSpPr>
            <p:spPr bwMode="auto">
              <a:xfrm>
                <a:off x="458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0" name="Freeform 109"/>
              <p:cNvSpPr/>
              <p:nvPr userDrawn="1"/>
            </p:nvSpPr>
            <p:spPr bwMode="auto">
              <a:xfrm>
                <a:off x="459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1" name="Freeform 110"/>
              <p:cNvSpPr/>
              <p:nvPr userDrawn="1"/>
            </p:nvSpPr>
            <p:spPr bwMode="auto">
              <a:xfrm>
                <a:off x="461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2" name="Freeform 111"/>
              <p:cNvSpPr/>
              <p:nvPr userDrawn="1"/>
            </p:nvSpPr>
            <p:spPr bwMode="auto">
              <a:xfrm>
                <a:off x="462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3" name="Freeform 112"/>
              <p:cNvSpPr/>
              <p:nvPr userDrawn="1"/>
            </p:nvSpPr>
            <p:spPr bwMode="auto">
              <a:xfrm>
                <a:off x="462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4" name="Freeform 113"/>
              <p:cNvSpPr/>
              <p:nvPr userDrawn="1"/>
            </p:nvSpPr>
            <p:spPr bwMode="auto">
              <a:xfrm>
                <a:off x="3043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5" name="Freeform 114"/>
              <p:cNvSpPr/>
              <p:nvPr userDrawn="1"/>
            </p:nvSpPr>
            <p:spPr bwMode="auto">
              <a:xfrm>
                <a:off x="305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6" name="Freeform 115"/>
              <p:cNvSpPr/>
              <p:nvPr userDrawn="1"/>
            </p:nvSpPr>
            <p:spPr bwMode="auto">
              <a:xfrm>
                <a:off x="306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7" name="Freeform 116"/>
              <p:cNvSpPr/>
              <p:nvPr userDrawn="1"/>
            </p:nvSpPr>
            <p:spPr bwMode="auto">
              <a:xfrm>
                <a:off x="308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8" name="Freeform 117"/>
              <p:cNvSpPr/>
              <p:nvPr userDrawn="1"/>
            </p:nvSpPr>
            <p:spPr bwMode="auto">
              <a:xfrm>
                <a:off x="309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9" name="Freeform 118"/>
              <p:cNvSpPr/>
              <p:nvPr userDrawn="1"/>
            </p:nvSpPr>
            <p:spPr bwMode="auto">
              <a:xfrm>
                <a:off x="310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0" name="Freeform 119"/>
              <p:cNvSpPr/>
              <p:nvPr userDrawn="1"/>
            </p:nvSpPr>
            <p:spPr bwMode="auto">
              <a:xfrm>
                <a:off x="312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1" name="Freeform 120"/>
              <p:cNvSpPr/>
              <p:nvPr userDrawn="1"/>
            </p:nvSpPr>
            <p:spPr bwMode="auto">
              <a:xfrm>
                <a:off x="313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2" name="Freeform 121"/>
              <p:cNvSpPr/>
              <p:nvPr userDrawn="1"/>
            </p:nvSpPr>
            <p:spPr bwMode="auto">
              <a:xfrm>
                <a:off x="315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3" name="Freeform 122"/>
              <p:cNvSpPr/>
              <p:nvPr userDrawn="1"/>
            </p:nvSpPr>
            <p:spPr bwMode="auto">
              <a:xfrm>
                <a:off x="3165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4" name="Freeform 123"/>
              <p:cNvSpPr/>
              <p:nvPr userDrawn="1"/>
            </p:nvSpPr>
            <p:spPr bwMode="auto">
              <a:xfrm>
                <a:off x="3178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5" name="Freeform 124"/>
              <p:cNvSpPr/>
              <p:nvPr userDrawn="1"/>
            </p:nvSpPr>
            <p:spPr bwMode="auto">
              <a:xfrm>
                <a:off x="3191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6" name="Freeform 125"/>
              <p:cNvSpPr/>
              <p:nvPr userDrawn="1"/>
            </p:nvSpPr>
            <p:spPr bwMode="auto">
              <a:xfrm>
                <a:off x="320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7" name="Freeform 126"/>
              <p:cNvSpPr/>
              <p:nvPr userDrawn="1"/>
            </p:nvSpPr>
            <p:spPr bwMode="auto">
              <a:xfrm>
                <a:off x="3217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8" name="Freeform 127"/>
              <p:cNvSpPr/>
              <p:nvPr userDrawn="1"/>
            </p:nvSpPr>
            <p:spPr bwMode="auto">
              <a:xfrm>
                <a:off x="3230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9" name="Freeform 128"/>
              <p:cNvSpPr/>
              <p:nvPr userDrawn="1"/>
            </p:nvSpPr>
            <p:spPr bwMode="auto">
              <a:xfrm>
                <a:off x="324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0" name="Freeform 129"/>
              <p:cNvSpPr/>
              <p:nvPr userDrawn="1"/>
            </p:nvSpPr>
            <p:spPr bwMode="auto">
              <a:xfrm>
                <a:off x="3257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1" name="Freeform 130"/>
              <p:cNvSpPr/>
              <p:nvPr userDrawn="1"/>
            </p:nvSpPr>
            <p:spPr bwMode="auto">
              <a:xfrm>
                <a:off x="3270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2" name="Freeform 131"/>
              <p:cNvSpPr/>
              <p:nvPr userDrawn="1"/>
            </p:nvSpPr>
            <p:spPr bwMode="auto">
              <a:xfrm>
                <a:off x="3283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3" name="Freeform 132"/>
              <p:cNvSpPr/>
              <p:nvPr userDrawn="1"/>
            </p:nvSpPr>
            <p:spPr bwMode="auto">
              <a:xfrm>
                <a:off x="329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4" name="Freeform 133"/>
              <p:cNvSpPr/>
              <p:nvPr userDrawn="1"/>
            </p:nvSpPr>
            <p:spPr bwMode="auto">
              <a:xfrm>
                <a:off x="330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5" name="Freeform 134"/>
              <p:cNvSpPr/>
              <p:nvPr userDrawn="1"/>
            </p:nvSpPr>
            <p:spPr bwMode="auto">
              <a:xfrm>
                <a:off x="332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6" name="Freeform 135"/>
              <p:cNvSpPr/>
              <p:nvPr userDrawn="1"/>
            </p:nvSpPr>
            <p:spPr bwMode="auto">
              <a:xfrm>
                <a:off x="333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7" name="Freeform 136"/>
              <p:cNvSpPr/>
              <p:nvPr userDrawn="1"/>
            </p:nvSpPr>
            <p:spPr bwMode="auto">
              <a:xfrm>
                <a:off x="335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8" name="Freeform 137"/>
              <p:cNvSpPr/>
              <p:nvPr userDrawn="1"/>
            </p:nvSpPr>
            <p:spPr bwMode="auto">
              <a:xfrm>
                <a:off x="3365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9" name="Freeform 138"/>
              <p:cNvSpPr/>
              <p:nvPr userDrawn="1"/>
            </p:nvSpPr>
            <p:spPr bwMode="auto">
              <a:xfrm>
                <a:off x="3378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0" name="Freeform 139"/>
              <p:cNvSpPr/>
              <p:nvPr userDrawn="1"/>
            </p:nvSpPr>
            <p:spPr bwMode="auto">
              <a:xfrm>
                <a:off x="339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1" name="Freeform 140"/>
              <p:cNvSpPr/>
              <p:nvPr userDrawn="1"/>
            </p:nvSpPr>
            <p:spPr bwMode="auto">
              <a:xfrm>
                <a:off x="3405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2" name="Freeform 141"/>
              <p:cNvSpPr/>
              <p:nvPr userDrawn="1"/>
            </p:nvSpPr>
            <p:spPr bwMode="auto">
              <a:xfrm>
                <a:off x="3418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3" name="Freeform 142"/>
              <p:cNvSpPr/>
              <p:nvPr userDrawn="1"/>
            </p:nvSpPr>
            <p:spPr bwMode="auto">
              <a:xfrm>
                <a:off x="3431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4" name="Freeform 143"/>
              <p:cNvSpPr/>
              <p:nvPr userDrawn="1"/>
            </p:nvSpPr>
            <p:spPr bwMode="auto">
              <a:xfrm>
                <a:off x="344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5" name="Freeform 144"/>
              <p:cNvSpPr/>
              <p:nvPr userDrawn="1"/>
            </p:nvSpPr>
            <p:spPr bwMode="auto">
              <a:xfrm>
                <a:off x="3457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6" name="Freeform 145"/>
              <p:cNvSpPr/>
              <p:nvPr userDrawn="1"/>
            </p:nvSpPr>
            <p:spPr bwMode="auto">
              <a:xfrm>
                <a:off x="3470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7" name="Freeform 146"/>
              <p:cNvSpPr/>
              <p:nvPr userDrawn="1"/>
            </p:nvSpPr>
            <p:spPr bwMode="auto">
              <a:xfrm>
                <a:off x="3483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8" name="Freeform 147"/>
              <p:cNvSpPr/>
              <p:nvPr userDrawn="1"/>
            </p:nvSpPr>
            <p:spPr bwMode="auto">
              <a:xfrm>
                <a:off x="349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9" name="Freeform 148"/>
              <p:cNvSpPr/>
              <p:nvPr userDrawn="1"/>
            </p:nvSpPr>
            <p:spPr bwMode="auto">
              <a:xfrm>
                <a:off x="350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0" name="Freeform 149"/>
              <p:cNvSpPr/>
              <p:nvPr userDrawn="1"/>
            </p:nvSpPr>
            <p:spPr bwMode="auto">
              <a:xfrm>
                <a:off x="3527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1" name="Freeform 150"/>
              <p:cNvSpPr/>
              <p:nvPr userDrawn="1"/>
            </p:nvSpPr>
            <p:spPr bwMode="auto">
              <a:xfrm>
                <a:off x="3540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2" name="Freeform 151"/>
              <p:cNvSpPr/>
              <p:nvPr userDrawn="1"/>
            </p:nvSpPr>
            <p:spPr bwMode="auto">
              <a:xfrm>
                <a:off x="3553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3" name="Freeform 152"/>
              <p:cNvSpPr/>
              <p:nvPr userDrawn="1"/>
            </p:nvSpPr>
            <p:spPr bwMode="auto">
              <a:xfrm>
                <a:off x="356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4" name="Freeform 153"/>
              <p:cNvSpPr/>
              <p:nvPr userDrawn="1"/>
            </p:nvSpPr>
            <p:spPr bwMode="auto">
              <a:xfrm>
                <a:off x="357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5" name="Freeform 154"/>
              <p:cNvSpPr/>
              <p:nvPr userDrawn="1"/>
            </p:nvSpPr>
            <p:spPr bwMode="auto">
              <a:xfrm>
                <a:off x="359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6" name="Freeform 155"/>
              <p:cNvSpPr/>
              <p:nvPr userDrawn="1"/>
            </p:nvSpPr>
            <p:spPr bwMode="auto">
              <a:xfrm>
                <a:off x="3605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7" name="Freeform 156"/>
              <p:cNvSpPr/>
              <p:nvPr userDrawn="1"/>
            </p:nvSpPr>
            <p:spPr bwMode="auto">
              <a:xfrm>
                <a:off x="3618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8" name="Freeform 157"/>
              <p:cNvSpPr/>
              <p:nvPr userDrawn="1"/>
            </p:nvSpPr>
            <p:spPr bwMode="auto">
              <a:xfrm>
                <a:off x="3631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9" name="Freeform 158"/>
              <p:cNvSpPr/>
              <p:nvPr userDrawn="1"/>
            </p:nvSpPr>
            <p:spPr bwMode="auto">
              <a:xfrm>
                <a:off x="364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0" name="Freeform 159"/>
              <p:cNvSpPr/>
              <p:nvPr userDrawn="1"/>
            </p:nvSpPr>
            <p:spPr bwMode="auto">
              <a:xfrm>
                <a:off x="3657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1" name="Freeform 160"/>
              <p:cNvSpPr/>
              <p:nvPr userDrawn="1"/>
            </p:nvSpPr>
            <p:spPr bwMode="auto">
              <a:xfrm>
                <a:off x="3670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2" name="Freeform 161"/>
              <p:cNvSpPr/>
              <p:nvPr userDrawn="1"/>
            </p:nvSpPr>
            <p:spPr bwMode="auto">
              <a:xfrm>
                <a:off x="3683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3" name="Freeform 162"/>
              <p:cNvSpPr/>
              <p:nvPr userDrawn="1"/>
            </p:nvSpPr>
            <p:spPr bwMode="auto">
              <a:xfrm>
                <a:off x="369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4" name="Freeform 163"/>
              <p:cNvSpPr/>
              <p:nvPr userDrawn="1"/>
            </p:nvSpPr>
            <p:spPr bwMode="auto">
              <a:xfrm>
                <a:off x="370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5" name="Freeform 164"/>
              <p:cNvSpPr/>
              <p:nvPr userDrawn="1"/>
            </p:nvSpPr>
            <p:spPr bwMode="auto">
              <a:xfrm>
                <a:off x="370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6" name="Freeform 165"/>
              <p:cNvSpPr/>
              <p:nvPr userDrawn="1"/>
            </p:nvSpPr>
            <p:spPr bwMode="auto">
              <a:xfrm>
                <a:off x="3931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7" name="Freeform 166"/>
              <p:cNvSpPr/>
              <p:nvPr userDrawn="1"/>
            </p:nvSpPr>
            <p:spPr bwMode="auto">
              <a:xfrm>
                <a:off x="394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8" name="Freeform 167"/>
              <p:cNvSpPr/>
              <p:nvPr userDrawn="1"/>
            </p:nvSpPr>
            <p:spPr bwMode="auto">
              <a:xfrm>
                <a:off x="396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9" name="Freeform 168"/>
              <p:cNvSpPr/>
              <p:nvPr userDrawn="1"/>
            </p:nvSpPr>
            <p:spPr bwMode="auto">
              <a:xfrm>
                <a:off x="3975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0" name="Freeform 169"/>
              <p:cNvSpPr/>
              <p:nvPr userDrawn="1"/>
            </p:nvSpPr>
            <p:spPr bwMode="auto">
              <a:xfrm>
                <a:off x="3988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1" name="Freeform 170"/>
              <p:cNvSpPr/>
              <p:nvPr userDrawn="1"/>
            </p:nvSpPr>
            <p:spPr bwMode="auto">
              <a:xfrm>
                <a:off x="4001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2" name="Freeform 171"/>
              <p:cNvSpPr/>
              <p:nvPr userDrawn="1"/>
            </p:nvSpPr>
            <p:spPr bwMode="auto">
              <a:xfrm>
                <a:off x="401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3" name="Freeform 172"/>
              <p:cNvSpPr/>
              <p:nvPr userDrawn="1"/>
            </p:nvSpPr>
            <p:spPr bwMode="auto">
              <a:xfrm>
                <a:off x="4027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4" name="Freeform 173"/>
              <p:cNvSpPr/>
              <p:nvPr userDrawn="1"/>
            </p:nvSpPr>
            <p:spPr bwMode="auto">
              <a:xfrm>
                <a:off x="4040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5" name="Freeform 174"/>
              <p:cNvSpPr/>
              <p:nvPr userDrawn="1"/>
            </p:nvSpPr>
            <p:spPr bwMode="auto">
              <a:xfrm>
                <a:off x="4053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6" name="Freeform 175"/>
              <p:cNvSpPr/>
              <p:nvPr userDrawn="1"/>
            </p:nvSpPr>
            <p:spPr bwMode="auto">
              <a:xfrm>
                <a:off x="406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7" name="Freeform 176"/>
              <p:cNvSpPr/>
              <p:nvPr userDrawn="1"/>
            </p:nvSpPr>
            <p:spPr bwMode="auto">
              <a:xfrm>
                <a:off x="407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8" name="Freeform 177"/>
              <p:cNvSpPr/>
              <p:nvPr userDrawn="1"/>
            </p:nvSpPr>
            <p:spPr bwMode="auto">
              <a:xfrm>
                <a:off x="4093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9" name="Freeform 178"/>
              <p:cNvSpPr/>
              <p:nvPr userDrawn="1"/>
            </p:nvSpPr>
            <p:spPr bwMode="auto">
              <a:xfrm>
                <a:off x="410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0" name="Freeform 179"/>
              <p:cNvSpPr/>
              <p:nvPr userDrawn="1"/>
            </p:nvSpPr>
            <p:spPr bwMode="auto">
              <a:xfrm>
                <a:off x="411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1" name="Freeform 180"/>
              <p:cNvSpPr/>
              <p:nvPr userDrawn="1"/>
            </p:nvSpPr>
            <p:spPr bwMode="auto">
              <a:xfrm>
                <a:off x="413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2" name="Freeform 181"/>
              <p:cNvSpPr/>
              <p:nvPr userDrawn="1"/>
            </p:nvSpPr>
            <p:spPr bwMode="auto">
              <a:xfrm>
                <a:off x="414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3" name="Freeform 182"/>
              <p:cNvSpPr/>
              <p:nvPr userDrawn="1"/>
            </p:nvSpPr>
            <p:spPr bwMode="auto">
              <a:xfrm>
                <a:off x="416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4" name="Freeform 183"/>
              <p:cNvSpPr/>
              <p:nvPr userDrawn="1"/>
            </p:nvSpPr>
            <p:spPr bwMode="auto">
              <a:xfrm>
                <a:off x="4175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5" name="Freeform 184"/>
              <p:cNvSpPr/>
              <p:nvPr userDrawn="1"/>
            </p:nvSpPr>
            <p:spPr bwMode="auto">
              <a:xfrm>
                <a:off x="4188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6" name="Freeform 185"/>
              <p:cNvSpPr/>
              <p:nvPr userDrawn="1"/>
            </p:nvSpPr>
            <p:spPr bwMode="auto">
              <a:xfrm>
                <a:off x="4201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7" name="Freeform 186"/>
              <p:cNvSpPr/>
              <p:nvPr userDrawn="1"/>
            </p:nvSpPr>
            <p:spPr bwMode="auto">
              <a:xfrm>
                <a:off x="421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8" name="Freeform 187"/>
              <p:cNvSpPr/>
              <p:nvPr userDrawn="1"/>
            </p:nvSpPr>
            <p:spPr bwMode="auto">
              <a:xfrm>
                <a:off x="4227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9" name="Freeform 188"/>
              <p:cNvSpPr/>
              <p:nvPr userDrawn="1"/>
            </p:nvSpPr>
            <p:spPr bwMode="auto">
              <a:xfrm>
                <a:off x="4241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0" name="Freeform 189"/>
              <p:cNvSpPr/>
              <p:nvPr userDrawn="1"/>
            </p:nvSpPr>
            <p:spPr bwMode="auto">
              <a:xfrm>
                <a:off x="425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1" name="Freeform 190"/>
              <p:cNvSpPr/>
              <p:nvPr userDrawn="1"/>
            </p:nvSpPr>
            <p:spPr bwMode="auto">
              <a:xfrm>
                <a:off x="4267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2" name="Freeform 191"/>
              <p:cNvSpPr/>
              <p:nvPr userDrawn="1"/>
            </p:nvSpPr>
            <p:spPr bwMode="auto">
              <a:xfrm>
                <a:off x="4280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3" name="Freeform 192"/>
              <p:cNvSpPr/>
              <p:nvPr userDrawn="1"/>
            </p:nvSpPr>
            <p:spPr bwMode="auto">
              <a:xfrm>
                <a:off x="4293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4" name="Freeform 193"/>
              <p:cNvSpPr/>
              <p:nvPr userDrawn="1"/>
            </p:nvSpPr>
            <p:spPr bwMode="auto">
              <a:xfrm>
                <a:off x="430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5" name="Freeform 194"/>
              <p:cNvSpPr/>
              <p:nvPr userDrawn="1"/>
            </p:nvSpPr>
            <p:spPr bwMode="auto">
              <a:xfrm>
                <a:off x="431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6" name="Freeform 195"/>
              <p:cNvSpPr/>
              <p:nvPr userDrawn="1"/>
            </p:nvSpPr>
            <p:spPr bwMode="auto">
              <a:xfrm>
                <a:off x="433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7" name="Freeform 196"/>
              <p:cNvSpPr/>
              <p:nvPr userDrawn="1"/>
            </p:nvSpPr>
            <p:spPr bwMode="auto">
              <a:xfrm>
                <a:off x="434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8" name="Freeform 197"/>
              <p:cNvSpPr/>
              <p:nvPr userDrawn="1"/>
            </p:nvSpPr>
            <p:spPr bwMode="auto">
              <a:xfrm>
                <a:off x="436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9" name="Freeform 198"/>
              <p:cNvSpPr/>
              <p:nvPr userDrawn="1"/>
            </p:nvSpPr>
            <p:spPr bwMode="auto">
              <a:xfrm>
                <a:off x="437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0" name="Freeform 199"/>
              <p:cNvSpPr/>
              <p:nvPr userDrawn="1"/>
            </p:nvSpPr>
            <p:spPr bwMode="auto">
              <a:xfrm>
                <a:off x="438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1" name="Freeform 200"/>
              <p:cNvSpPr/>
              <p:nvPr userDrawn="1"/>
            </p:nvSpPr>
            <p:spPr bwMode="auto">
              <a:xfrm>
                <a:off x="440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2" name="Freeform 201"/>
              <p:cNvSpPr/>
              <p:nvPr userDrawn="1"/>
            </p:nvSpPr>
            <p:spPr bwMode="auto">
              <a:xfrm>
                <a:off x="4415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3" name="Freeform 202"/>
              <p:cNvSpPr/>
              <p:nvPr userDrawn="1"/>
            </p:nvSpPr>
            <p:spPr bwMode="auto">
              <a:xfrm>
                <a:off x="4428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4" name="Freeform 203"/>
              <p:cNvSpPr/>
              <p:nvPr userDrawn="1"/>
            </p:nvSpPr>
            <p:spPr bwMode="auto">
              <a:xfrm>
                <a:off x="4441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5" name="Freeform 204"/>
              <p:cNvSpPr/>
              <p:nvPr userDrawn="1"/>
            </p:nvSpPr>
            <p:spPr bwMode="auto">
              <a:xfrm>
                <a:off x="445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16" name="Freeform 206"/>
            <p:cNvSpPr/>
            <p:nvPr userDrawn="1"/>
          </p:nvSpPr>
          <p:spPr bwMode="auto">
            <a:xfrm>
              <a:off x="7091363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207"/>
            <p:cNvSpPr/>
            <p:nvPr userDrawn="1"/>
          </p:nvSpPr>
          <p:spPr bwMode="auto">
            <a:xfrm>
              <a:off x="7112000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208"/>
            <p:cNvSpPr/>
            <p:nvPr userDrawn="1"/>
          </p:nvSpPr>
          <p:spPr bwMode="auto">
            <a:xfrm>
              <a:off x="7132638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209"/>
            <p:cNvSpPr/>
            <p:nvPr userDrawn="1"/>
          </p:nvSpPr>
          <p:spPr bwMode="auto">
            <a:xfrm>
              <a:off x="7153275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210"/>
            <p:cNvSpPr/>
            <p:nvPr userDrawn="1"/>
          </p:nvSpPr>
          <p:spPr bwMode="auto">
            <a:xfrm>
              <a:off x="7173913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Freeform 211"/>
            <p:cNvSpPr/>
            <p:nvPr userDrawn="1"/>
          </p:nvSpPr>
          <p:spPr bwMode="auto">
            <a:xfrm>
              <a:off x="7194550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212"/>
            <p:cNvSpPr/>
            <p:nvPr userDrawn="1"/>
          </p:nvSpPr>
          <p:spPr bwMode="auto">
            <a:xfrm>
              <a:off x="7223125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213"/>
            <p:cNvSpPr/>
            <p:nvPr userDrawn="1"/>
          </p:nvSpPr>
          <p:spPr bwMode="auto">
            <a:xfrm>
              <a:off x="7243763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214"/>
            <p:cNvSpPr/>
            <p:nvPr userDrawn="1"/>
          </p:nvSpPr>
          <p:spPr bwMode="auto">
            <a:xfrm>
              <a:off x="7264400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Freeform 215"/>
            <p:cNvSpPr/>
            <p:nvPr userDrawn="1"/>
          </p:nvSpPr>
          <p:spPr bwMode="auto">
            <a:xfrm>
              <a:off x="7285038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Freeform 216"/>
            <p:cNvSpPr/>
            <p:nvPr userDrawn="1"/>
          </p:nvSpPr>
          <p:spPr bwMode="auto">
            <a:xfrm>
              <a:off x="7305675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Freeform 217"/>
            <p:cNvSpPr/>
            <p:nvPr userDrawn="1"/>
          </p:nvSpPr>
          <p:spPr bwMode="auto">
            <a:xfrm>
              <a:off x="7326313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" name="Freeform 218"/>
            <p:cNvSpPr/>
            <p:nvPr userDrawn="1"/>
          </p:nvSpPr>
          <p:spPr bwMode="auto">
            <a:xfrm>
              <a:off x="7326313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Freeform 219"/>
            <p:cNvSpPr>
              <a:spLocks noEditPoints="1"/>
            </p:cNvSpPr>
            <p:nvPr userDrawn="1"/>
          </p:nvSpPr>
          <p:spPr bwMode="auto">
            <a:xfrm>
              <a:off x="10160000" y="4513263"/>
              <a:ext cx="636588" cy="342900"/>
            </a:xfrm>
            <a:custGeom>
              <a:avLst/>
              <a:gdLst>
                <a:gd name="T0" fmla="*/ 344 w 401"/>
                <a:gd name="T1" fmla="*/ 57 h 216"/>
                <a:gd name="T2" fmla="*/ 318 w 401"/>
                <a:gd name="T3" fmla="*/ 0 h 216"/>
                <a:gd name="T4" fmla="*/ 287 w 401"/>
                <a:gd name="T5" fmla="*/ 57 h 216"/>
                <a:gd name="T6" fmla="*/ 287 w 401"/>
                <a:gd name="T7" fmla="*/ 79 h 216"/>
                <a:gd name="T8" fmla="*/ 235 w 401"/>
                <a:gd name="T9" fmla="*/ 79 h 216"/>
                <a:gd name="T10" fmla="*/ 235 w 401"/>
                <a:gd name="T11" fmla="*/ 57 h 216"/>
                <a:gd name="T12" fmla="*/ 205 w 401"/>
                <a:gd name="T13" fmla="*/ 0 h 216"/>
                <a:gd name="T14" fmla="*/ 174 w 401"/>
                <a:gd name="T15" fmla="*/ 57 h 216"/>
                <a:gd name="T16" fmla="*/ 174 w 401"/>
                <a:gd name="T17" fmla="*/ 79 h 216"/>
                <a:gd name="T18" fmla="*/ 118 w 401"/>
                <a:gd name="T19" fmla="*/ 79 h 216"/>
                <a:gd name="T20" fmla="*/ 118 w 401"/>
                <a:gd name="T21" fmla="*/ 57 h 216"/>
                <a:gd name="T22" fmla="*/ 87 w 401"/>
                <a:gd name="T23" fmla="*/ 0 h 216"/>
                <a:gd name="T24" fmla="*/ 57 w 401"/>
                <a:gd name="T25" fmla="*/ 57 h 216"/>
                <a:gd name="T26" fmla="*/ 57 w 401"/>
                <a:gd name="T27" fmla="*/ 79 h 216"/>
                <a:gd name="T28" fmla="*/ 74 w 401"/>
                <a:gd name="T29" fmla="*/ 136 h 216"/>
                <a:gd name="T30" fmla="*/ 104 w 401"/>
                <a:gd name="T31" fmla="*/ 216 h 216"/>
                <a:gd name="T32" fmla="*/ 118 w 401"/>
                <a:gd name="T33" fmla="*/ 136 h 216"/>
                <a:gd name="T34" fmla="*/ 192 w 401"/>
                <a:gd name="T35" fmla="*/ 136 h 216"/>
                <a:gd name="T36" fmla="*/ 218 w 401"/>
                <a:gd name="T37" fmla="*/ 216 h 216"/>
                <a:gd name="T38" fmla="*/ 226 w 401"/>
                <a:gd name="T39" fmla="*/ 136 h 216"/>
                <a:gd name="T40" fmla="*/ 300 w 401"/>
                <a:gd name="T41" fmla="*/ 136 h 216"/>
                <a:gd name="T42" fmla="*/ 331 w 401"/>
                <a:gd name="T43" fmla="*/ 216 h 216"/>
                <a:gd name="T44" fmla="*/ 401 w 401"/>
                <a:gd name="T45" fmla="*/ 136 h 216"/>
                <a:gd name="T46" fmla="*/ 370 w 401"/>
                <a:gd name="T47" fmla="*/ 79 h 216"/>
                <a:gd name="T48" fmla="*/ 96 w 401"/>
                <a:gd name="T49" fmla="*/ 207 h 216"/>
                <a:gd name="T50" fmla="*/ 83 w 401"/>
                <a:gd name="T51" fmla="*/ 132 h 216"/>
                <a:gd name="T52" fmla="*/ 78 w 401"/>
                <a:gd name="T53" fmla="*/ 70 h 216"/>
                <a:gd name="T54" fmla="*/ 78 w 401"/>
                <a:gd name="T55" fmla="*/ 48 h 216"/>
                <a:gd name="T56" fmla="*/ 87 w 401"/>
                <a:gd name="T57" fmla="*/ 13 h 216"/>
                <a:gd name="T58" fmla="*/ 100 w 401"/>
                <a:gd name="T59" fmla="*/ 48 h 216"/>
                <a:gd name="T60" fmla="*/ 100 w 401"/>
                <a:gd name="T61" fmla="*/ 70 h 216"/>
                <a:gd name="T62" fmla="*/ 126 w 401"/>
                <a:gd name="T63" fmla="*/ 132 h 216"/>
                <a:gd name="T64" fmla="*/ 135 w 401"/>
                <a:gd name="T65" fmla="*/ 132 h 216"/>
                <a:gd name="T66" fmla="*/ 157 w 401"/>
                <a:gd name="T67" fmla="*/ 132 h 216"/>
                <a:gd name="T68" fmla="*/ 213 w 401"/>
                <a:gd name="T69" fmla="*/ 132 h 216"/>
                <a:gd name="T70" fmla="*/ 196 w 401"/>
                <a:gd name="T71" fmla="*/ 207 h 216"/>
                <a:gd name="T72" fmla="*/ 165 w 401"/>
                <a:gd name="T73" fmla="*/ 132 h 216"/>
                <a:gd name="T74" fmla="*/ 196 w 401"/>
                <a:gd name="T75" fmla="*/ 70 h 216"/>
                <a:gd name="T76" fmla="*/ 192 w 401"/>
                <a:gd name="T77" fmla="*/ 48 h 216"/>
                <a:gd name="T78" fmla="*/ 205 w 401"/>
                <a:gd name="T79" fmla="*/ 13 h 216"/>
                <a:gd name="T80" fmla="*/ 218 w 401"/>
                <a:gd name="T81" fmla="*/ 48 h 216"/>
                <a:gd name="T82" fmla="*/ 218 w 401"/>
                <a:gd name="T83" fmla="*/ 70 h 216"/>
                <a:gd name="T84" fmla="*/ 235 w 401"/>
                <a:gd name="T85" fmla="*/ 132 h 216"/>
                <a:gd name="T86" fmla="*/ 248 w 401"/>
                <a:gd name="T87" fmla="*/ 132 h 216"/>
                <a:gd name="T88" fmla="*/ 274 w 401"/>
                <a:gd name="T89" fmla="*/ 132 h 216"/>
                <a:gd name="T90" fmla="*/ 383 w 401"/>
                <a:gd name="T91" fmla="*/ 132 h 216"/>
                <a:gd name="T92" fmla="*/ 322 w 401"/>
                <a:gd name="T93" fmla="*/ 207 h 216"/>
                <a:gd name="T94" fmla="*/ 309 w 401"/>
                <a:gd name="T95" fmla="*/ 132 h 216"/>
                <a:gd name="T96" fmla="*/ 266 w 401"/>
                <a:gd name="T97" fmla="*/ 110 h 216"/>
                <a:gd name="T98" fmla="*/ 283 w 401"/>
                <a:gd name="T99" fmla="*/ 70 h 216"/>
                <a:gd name="T100" fmla="*/ 283 w 401"/>
                <a:gd name="T101" fmla="*/ 48 h 216"/>
                <a:gd name="T102" fmla="*/ 348 w 401"/>
                <a:gd name="T103" fmla="*/ 48 h 216"/>
                <a:gd name="T104" fmla="*/ 348 w 401"/>
                <a:gd name="T105" fmla="*/ 70 h 216"/>
                <a:gd name="T106" fmla="*/ 383 w 401"/>
                <a:gd name="T107" fmla="*/ 132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01" h="216">
                  <a:moveTo>
                    <a:pt x="370" y="79"/>
                  </a:moveTo>
                  <a:lnTo>
                    <a:pt x="344" y="57"/>
                  </a:lnTo>
                  <a:lnTo>
                    <a:pt x="370" y="57"/>
                  </a:lnTo>
                  <a:lnTo>
                    <a:pt x="318" y="0"/>
                  </a:lnTo>
                  <a:lnTo>
                    <a:pt x="261" y="57"/>
                  </a:lnTo>
                  <a:lnTo>
                    <a:pt x="287" y="57"/>
                  </a:lnTo>
                  <a:lnTo>
                    <a:pt x="261" y="79"/>
                  </a:lnTo>
                  <a:lnTo>
                    <a:pt x="287" y="79"/>
                  </a:lnTo>
                  <a:lnTo>
                    <a:pt x="261" y="105"/>
                  </a:lnTo>
                  <a:lnTo>
                    <a:pt x="235" y="79"/>
                  </a:lnTo>
                  <a:lnTo>
                    <a:pt x="257" y="79"/>
                  </a:lnTo>
                  <a:lnTo>
                    <a:pt x="235" y="57"/>
                  </a:lnTo>
                  <a:lnTo>
                    <a:pt x="257" y="57"/>
                  </a:lnTo>
                  <a:lnTo>
                    <a:pt x="205" y="0"/>
                  </a:lnTo>
                  <a:lnTo>
                    <a:pt x="152" y="57"/>
                  </a:lnTo>
                  <a:lnTo>
                    <a:pt x="174" y="57"/>
                  </a:lnTo>
                  <a:lnTo>
                    <a:pt x="152" y="79"/>
                  </a:lnTo>
                  <a:lnTo>
                    <a:pt x="174" y="79"/>
                  </a:lnTo>
                  <a:lnTo>
                    <a:pt x="148" y="110"/>
                  </a:lnTo>
                  <a:lnTo>
                    <a:pt x="118" y="79"/>
                  </a:lnTo>
                  <a:lnTo>
                    <a:pt x="139" y="79"/>
                  </a:lnTo>
                  <a:lnTo>
                    <a:pt x="118" y="57"/>
                  </a:lnTo>
                  <a:lnTo>
                    <a:pt x="139" y="57"/>
                  </a:lnTo>
                  <a:lnTo>
                    <a:pt x="87" y="0"/>
                  </a:lnTo>
                  <a:lnTo>
                    <a:pt x="35" y="57"/>
                  </a:lnTo>
                  <a:lnTo>
                    <a:pt x="57" y="57"/>
                  </a:lnTo>
                  <a:lnTo>
                    <a:pt x="35" y="79"/>
                  </a:lnTo>
                  <a:lnTo>
                    <a:pt x="57" y="79"/>
                  </a:lnTo>
                  <a:lnTo>
                    <a:pt x="0" y="136"/>
                  </a:lnTo>
                  <a:lnTo>
                    <a:pt x="74" y="136"/>
                  </a:lnTo>
                  <a:lnTo>
                    <a:pt x="74" y="216"/>
                  </a:lnTo>
                  <a:lnTo>
                    <a:pt x="104" y="216"/>
                  </a:lnTo>
                  <a:lnTo>
                    <a:pt x="104" y="136"/>
                  </a:lnTo>
                  <a:lnTo>
                    <a:pt x="118" y="136"/>
                  </a:lnTo>
                  <a:lnTo>
                    <a:pt x="174" y="136"/>
                  </a:lnTo>
                  <a:lnTo>
                    <a:pt x="192" y="136"/>
                  </a:lnTo>
                  <a:lnTo>
                    <a:pt x="192" y="216"/>
                  </a:lnTo>
                  <a:lnTo>
                    <a:pt x="218" y="216"/>
                  </a:lnTo>
                  <a:lnTo>
                    <a:pt x="218" y="136"/>
                  </a:lnTo>
                  <a:lnTo>
                    <a:pt x="226" y="136"/>
                  </a:lnTo>
                  <a:lnTo>
                    <a:pt x="292" y="136"/>
                  </a:lnTo>
                  <a:lnTo>
                    <a:pt x="300" y="136"/>
                  </a:lnTo>
                  <a:lnTo>
                    <a:pt x="300" y="216"/>
                  </a:lnTo>
                  <a:lnTo>
                    <a:pt x="331" y="216"/>
                  </a:lnTo>
                  <a:lnTo>
                    <a:pt x="331" y="136"/>
                  </a:lnTo>
                  <a:lnTo>
                    <a:pt x="401" y="136"/>
                  </a:lnTo>
                  <a:lnTo>
                    <a:pt x="344" y="79"/>
                  </a:lnTo>
                  <a:lnTo>
                    <a:pt x="370" y="79"/>
                  </a:lnTo>
                  <a:close/>
                  <a:moveTo>
                    <a:pt x="96" y="132"/>
                  </a:moveTo>
                  <a:lnTo>
                    <a:pt x="96" y="207"/>
                  </a:lnTo>
                  <a:lnTo>
                    <a:pt x="83" y="207"/>
                  </a:lnTo>
                  <a:lnTo>
                    <a:pt x="83" y="132"/>
                  </a:lnTo>
                  <a:lnTo>
                    <a:pt x="17" y="132"/>
                  </a:lnTo>
                  <a:lnTo>
                    <a:pt x="78" y="70"/>
                  </a:lnTo>
                  <a:lnTo>
                    <a:pt x="52" y="70"/>
                  </a:lnTo>
                  <a:lnTo>
                    <a:pt x="78" y="48"/>
                  </a:lnTo>
                  <a:lnTo>
                    <a:pt x="52" y="48"/>
                  </a:lnTo>
                  <a:lnTo>
                    <a:pt x="87" y="13"/>
                  </a:lnTo>
                  <a:lnTo>
                    <a:pt x="122" y="48"/>
                  </a:lnTo>
                  <a:lnTo>
                    <a:pt x="100" y="48"/>
                  </a:lnTo>
                  <a:lnTo>
                    <a:pt x="122" y="70"/>
                  </a:lnTo>
                  <a:lnTo>
                    <a:pt x="100" y="70"/>
                  </a:lnTo>
                  <a:lnTo>
                    <a:pt x="139" y="114"/>
                  </a:lnTo>
                  <a:lnTo>
                    <a:pt x="126" y="132"/>
                  </a:lnTo>
                  <a:lnTo>
                    <a:pt x="96" y="132"/>
                  </a:lnTo>
                  <a:close/>
                  <a:moveTo>
                    <a:pt x="135" y="132"/>
                  </a:moveTo>
                  <a:lnTo>
                    <a:pt x="148" y="119"/>
                  </a:lnTo>
                  <a:lnTo>
                    <a:pt x="157" y="132"/>
                  </a:lnTo>
                  <a:lnTo>
                    <a:pt x="135" y="132"/>
                  </a:lnTo>
                  <a:close/>
                  <a:moveTo>
                    <a:pt x="213" y="132"/>
                  </a:moveTo>
                  <a:lnTo>
                    <a:pt x="213" y="207"/>
                  </a:lnTo>
                  <a:lnTo>
                    <a:pt x="196" y="207"/>
                  </a:lnTo>
                  <a:lnTo>
                    <a:pt x="196" y="132"/>
                  </a:lnTo>
                  <a:lnTo>
                    <a:pt x="165" y="132"/>
                  </a:lnTo>
                  <a:lnTo>
                    <a:pt x="152" y="114"/>
                  </a:lnTo>
                  <a:lnTo>
                    <a:pt x="196" y="70"/>
                  </a:lnTo>
                  <a:lnTo>
                    <a:pt x="170" y="70"/>
                  </a:lnTo>
                  <a:lnTo>
                    <a:pt x="192" y="48"/>
                  </a:lnTo>
                  <a:lnTo>
                    <a:pt x="170" y="48"/>
                  </a:lnTo>
                  <a:lnTo>
                    <a:pt x="205" y="13"/>
                  </a:lnTo>
                  <a:lnTo>
                    <a:pt x="239" y="48"/>
                  </a:lnTo>
                  <a:lnTo>
                    <a:pt x="218" y="48"/>
                  </a:lnTo>
                  <a:lnTo>
                    <a:pt x="239" y="70"/>
                  </a:lnTo>
                  <a:lnTo>
                    <a:pt x="218" y="70"/>
                  </a:lnTo>
                  <a:lnTo>
                    <a:pt x="253" y="110"/>
                  </a:lnTo>
                  <a:lnTo>
                    <a:pt x="235" y="132"/>
                  </a:lnTo>
                  <a:lnTo>
                    <a:pt x="213" y="132"/>
                  </a:lnTo>
                  <a:close/>
                  <a:moveTo>
                    <a:pt x="248" y="132"/>
                  </a:moveTo>
                  <a:lnTo>
                    <a:pt x="261" y="119"/>
                  </a:lnTo>
                  <a:lnTo>
                    <a:pt x="274" y="132"/>
                  </a:lnTo>
                  <a:lnTo>
                    <a:pt x="248" y="132"/>
                  </a:lnTo>
                  <a:close/>
                  <a:moveTo>
                    <a:pt x="383" y="132"/>
                  </a:moveTo>
                  <a:lnTo>
                    <a:pt x="322" y="132"/>
                  </a:lnTo>
                  <a:lnTo>
                    <a:pt x="322" y="207"/>
                  </a:lnTo>
                  <a:lnTo>
                    <a:pt x="309" y="207"/>
                  </a:lnTo>
                  <a:lnTo>
                    <a:pt x="309" y="132"/>
                  </a:lnTo>
                  <a:lnTo>
                    <a:pt x="283" y="132"/>
                  </a:lnTo>
                  <a:lnTo>
                    <a:pt x="266" y="110"/>
                  </a:lnTo>
                  <a:lnTo>
                    <a:pt x="305" y="70"/>
                  </a:lnTo>
                  <a:lnTo>
                    <a:pt x="283" y="70"/>
                  </a:lnTo>
                  <a:lnTo>
                    <a:pt x="305" y="48"/>
                  </a:lnTo>
                  <a:lnTo>
                    <a:pt x="283" y="48"/>
                  </a:lnTo>
                  <a:lnTo>
                    <a:pt x="318" y="13"/>
                  </a:lnTo>
                  <a:lnTo>
                    <a:pt x="348" y="48"/>
                  </a:lnTo>
                  <a:lnTo>
                    <a:pt x="327" y="48"/>
                  </a:lnTo>
                  <a:lnTo>
                    <a:pt x="348" y="70"/>
                  </a:lnTo>
                  <a:lnTo>
                    <a:pt x="327" y="70"/>
                  </a:lnTo>
                  <a:lnTo>
                    <a:pt x="383" y="1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Freeform 220"/>
            <p:cNvSpPr>
              <a:spLocks noEditPoints="1"/>
            </p:cNvSpPr>
            <p:nvPr userDrawn="1"/>
          </p:nvSpPr>
          <p:spPr bwMode="auto">
            <a:xfrm>
              <a:off x="7843838" y="4400550"/>
              <a:ext cx="2268538" cy="447675"/>
            </a:xfrm>
            <a:custGeom>
              <a:avLst/>
              <a:gdLst>
                <a:gd name="T0" fmla="*/ 91 w 328"/>
                <a:gd name="T1" fmla="*/ 0 h 64"/>
                <a:gd name="T2" fmla="*/ 124 w 328"/>
                <a:gd name="T3" fmla="*/ 59 h 64"/>
                <a:gd name="T4" fmla="*/ 328 w 328"/>
                <a:gd name="T5" fmla="*/ 63 h 64"/>
                <a:gd name="T6" fmla="*/ 327 w 328"/>
                <a:gd name="T7" fmla="*/ 2 h 64"/>
                <a:gd name="T8" fmla="*/ 193 w 328"/>
                <a:gd name="T9" fmla="*/ 21 h 64"/>
                <a:gd name="T10" fmla="*/ 123 w 328"/>
                <a:gd name="T11" fmla="*/ 57 h 64"/>
                <a:gd name="T12" fmla="*/ 113 w 328"/>
                <a:gd name="T13" fmla="*/ 5 h 64"/>
                <a:gd name="T14" fmla="*/ 150 w 328"/>
                <a:gd name="T15" fmla="*/ 19 h 64"/>
                <a:gd name="T16" fmla="*/ 140 w 328"/>
                <a:gd name="T17" fmla="*/ 20 h 64"/>
                <a:gd name="T18" fmla="*/ 132 w 328"/>
                <a:gd name="T19" fmla="*/ 10 h 64"/>
                <a:gd name="T20" fmla="*/ 188 w 328"/>
                <a:gd name="T21" fmla="*/ 15 h 64"/>
                <a:gd name="T22" fmla="*/ 191 w 328"/>
                <a:gd name="T23" fmla="*/ 49 h 64"/>
                <a:gd name="T24" fmla="*/ 134 w 328"/>
                <a:gd name="T25" fmla="*/ 38 h 64"/>
                <a:gd name="T26" fmla="*/ 139 w 328"/>
                <a:gd name="T27" fmla="*/ 40 h 64"/>
                <a:gd name="T28" fmla="*/ 155 w 328"/>
                <a:gd name="T29" fmla="*/ 38 h 64"/>
                <a:gd name="T30" fmla="*/ 156 w 328"/>
                <a:gd name="T31" fmla="*/ 38 h 64"/>
                <a:gd name="T32" fmla="*/ 172 w 328"/>
                <a:gd name="T33" fmla="*/ 40 h 64"/>
                <a:gd name="T34" fmla="*/ 179 w 328"/>
                <a:gd name="T35" fmla="*/ 38 h 64"/>
                <a:gd name="T36" fmla="*/ 185 w 328"/>
                <a:gd name="T37" fmla="*/ 40 h 64"/>
                <a:gd name="T38" fmla="*/ 180 w 328"/>
                <a:gd name="T39" fmla="*/ 36 h 64"/>
                <a:gd name="T40" fmla="*/ 178 w 328"/>
                <a:gd name="T41" fmla="*/ 36 h 64"/>
                <a:gd name="T42" fmla="*/ 162 w 328"/>
                <a:gd name="T43" fmla="*/ 33 h 64"/>
                <a:gd name="T44" fmla="*/ 155 w 328"/>
                <a:gd name="T45" fmla="*/ 36 h 64"/>
                <a:gd name="T46" fmla="*/ 149 w 328"/>
                <a:gd name="T47" fmla="*/ 33 h 64"/>
                <a:gd name="T48" fmla="*/ 134 w 328"/>
                <a:gd name="T49" fmla="*/ 36 h 64"/>
                <a:gd name="T50" fmla="*/ 138 w 328"/>
                <a:gd name="T51" fmla="*/ 42 h 64"/>
                <a:gd name="T52" fmla="*/ 149 w 328"/>
                <a:gd name="T53" fmla="*/ 42 h 64"/>
                <a:gd name="T54" fmla="*/ 157 w 328"/>
                <a:gd name="T55" fmla="*/ 45 h 64"/>
                <a:gd name="T56" fmla="*/ 162 w 328"/>
                <a:gd name="T57" fmla="*/ 45 h 64"/>
                <a:gd name="T58" fmla="*/ 177 w 328"/>
                <a:gd name="T59" fmla="*/ 42 h 64"/>
                <a:gd name="T60" fmla="*/ 179 w 328"/>
                <a:gd name="T61" fmla="*/ 42 h 64"/>
                <a:gd name="T62" fmla="*/ 180 w 328"/>
                <a:gd name="T63" fmla="*/ 29 h 64"/>
                <a:gd name="T64" fmla="*/ 172 w 328"/>
                <a:gd name="T65" fmla="*/ 31 h 64"/>
                <a:gd name="T66" fmla="*/ 166 w 328"/>
                <a:gd name="T67" fmla="*/ 29 h 64"/>
                <a:gd name="T68" fmla="*/ 154 w 328"/>
                <a:gd name="T69" fmla="*/ 31 h 64"/>
                <a:gd name="T70" fmla="*/ 148 w 328"/>
                <a:gd name="T71" fmla="*/ 29 h 64"/>
                <a:gd name="T72" fmla="*/ 133 w 328"/>
                <a:gd name="T73" fmla="*/ 31 h 64"/>
                <a:gd name="T74" fmla="*/ 123 w 328"/>
                <a:gd name="T75" fmla="*/ 7 h 64"/>
                <a:gd name="T76" fmla="*/ 135 w 328"/>
                <a:gd name="T77" fmla="*/ 50 h 64"/>
                <a:gd name="T78" fmla="*/ 198 w 328"/>
                <a:gd name="T79" fmla="*/ 56 h 64"/>
                <a:gd name="T80" fmla="*/ 203 w 328"/>
                <a:gd name="T81" fmla="*/ 62 h 64"/>
                <a:gd name="T82" fmla="*/ 215 w 328"/>
                <a:gd name="T83" fmla="*/ 6 h 64"/>
                <a:gd name="T84" fmla="*/ 217 w 328"/>
                <a:gd name="T85" fmla="*/ 5 h 64"/>
                <a:gd name="T86" fmla="*/ 230 w 328"/>
                <a:gd name="T87" fmla="*/ 62 h 64"/>
                <a:gd name="T88" fmla="*/ 236 w 328"/>
                <a:gd name="T89" fmla="*/ 2 h 64"/>
                <a:gd name="T90" fmla="*/ 241 w 328"/>
                <a:gd name="T91" fmla="*/ 62 h 64"/>
                <a:gd name="T92" fmla="*/ 254 w 328"/>
                <a:gd name="T93" fmla="*/ 2 h 64"/>
                <a:gd name="T94" fmla="*/ 256 w 328"/>
                <a:gd name="T95" fmla="*/ 2 h 64"/>
                <a:gd name="T96" fmla="*/ 268 w 328"/>
                <a:gd name="T97" fmla="*/ 62 h 64"/>
                <a:gd name="T98" fmla="*/ 275 w 328"/>
                <a:gd name="T99" fmla="*/ 2 h 64"/>
                <a:gd name="T100" fmla="*/ 280 w 328"/>
                <a:gd name="T101" fmla="*/ 62 h 64"/>
                <a:gd name="T102" fmla="*/ 292 w 328"/>
                <a:gd name="T103" fmla="*/ 2 h 64"/>
                <a:gd name="T104" fmla="*/ 294 w 328"/>
                <a:gd name="T105" fmla="*/ 2 h 64"/>
                <a:gd name="T106" fmla="*/ 307 w 328"/>
                <a:gd name="T107" fmla="*/ 62 h 64"/>
                <a:gd name="T108" fmla="*/ 313 w 328"/>
                <a:gd name="T109" fmla="*/ 2 h 64"/>
                <a:gd name="T110" fmla="*/ 318 w 328"/>
                <a:gd name="T111" fmla="*/ 62 h 64"/>
                <a:gd name="T112" fmla="*/ 132 w 328"/>
                <a:gd name="T113" fmla="*/ 27 h 64"/>
                <a:gd name="T114" fmla="*/ 113 w 328"/>
                <a:gd name="T115" fmla="*/ 62 h 64"/>
                <a:gd name="T116" fmla="*/ 2 w 328"/>
                <a:gd name="T117" fmla="*/ 2 h 64"/>
                <a:gd name="T118" fmla="*/ 129 w 328"/>
                <a:gd name="T119" fmla="*/ 55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28" h="64">
                  <a:moveTo>
                    <a:pt x="328" y="0"/>
                  </a:moveTo>
                  <a:cubicBezTo>
                    <a:pt x="240" y="0"/>
                    <a:pt x="240" y="0"/>
                    <a:pt x="240" y="0"/>
                  </a:cubicBezTo>
                  <a:cubicBezTo>
                    <a:pt x="239" y="0"/>
                    <a:pt x="201" y="3"/>
                    <a:pt x="177" y="19"/>
                  </a:cubicBezTo>
                  <a:cubicBezTo>
                    <a:pt x="177" y="19"/>
                    <a:pt x="177" y="19"/>
                    <a:pt x="177" y="19"/>
                  </a:cubicBezTo>
                  <a:cubicBezTo>
                    <a:pt x="169" y="19"/>
                    <a:pt x="162" y="19"/>
                    <a:pt x="155" y="19"/>
                  </a:cubicBezTo>
                  <a:cubicBezTo>
                    <a:pt x="150" y="15"/>
                    <a:pt x="145" y="13"/>
                    <a:pt x="139" y="10"/>
                  </a:cubicBezTo>
                  <a:cubicBezTo>
                    <a:pt x="139" y="10"/>
                    <a:pt x="139" y="10"/>
                    <a:pt x="139" y="10"/>
                  </a:cubicBezTo>
                  <a:cubicBezTo>
                    <a:pt x="116" y="2"/>
                    <a:pt x="91" y="0"/>
                    <a:pt x="9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0" y="63"/>
                    <a:pt x="0" y="64"/>
                    <a:pt x="1" y="64"/>
                  </a:cubicBezTo>
                  <a:cubicBezTo>
                    <a:pt x="118" y="64"/>
                    <a:pt x="118" y="64"/>
                    <a:pt x="118" y="64"/>
                  </a:cubicBezTo>
                  <a:cubicBezTo>
                    <a:pt x="118" y="64"/>
                    <a:pt x="118" y="64"/>
                    <a:pt x="119" y="64"/>
                  </a:cubicBezTo>
                  <a:cubicBezTo>
                    <a:pt x="124" y="59"/>
                    <a:pt x="124" y="59"/>
                    <a:pt x="124" y="59"/>
                  </a:cubicBezTo>
                  <a:cubicBezTo>
                    <a:pt x="124" y="59"/>
                    <a:pt x="124" y="59"/>
                    <a:pt x="124" y="59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8" y="59"/>
                    <a:pt x="198" y="59"/>
                    <a:pt x="198" y="59"/>
                  </a:cubicBezTo>
                  <a:cubicBezTo>
                    <a:pt x="201" y="63"/>
                    <a:pt x="201" y="63"/>
                    <a:pt x="201" y="63"/>
                  </a:cubicBezTo>
                  <a:cubicBezTo>
                    <a:pt x="202" y="63"/>
                    <a:pt x="202" y="64"/>
                    <a:pt x="202" y="64"/>
                  </a:cubicBezTo>
                  <a:cubicBezTo>
                    <a:pt x="328" y="64"/>
                    <a:pt x="328" y="64"/>
                    <a:pt x="328" y="64"/>
                  </a:cubicBezTo>
                  <a:cubicBezTo>
                    <a:pt x="328" y="64"/>
                    <a:pt x="328" y="64"/>
                    <a:pt x="328" y="64"/>
                  </a:cubicBezTo>
                  <a:cubicBezTo>
                    <a:pt x="328" y="64"/>
                    <a:pt x="328" y="64"/>
                    <a:pt x="328" y="63"/>
                  </a:cubicBezTo>
                  <a:cubicBezTo>
                    <a:pt x="328" y="63"/>
                    <a:pt x="328" y="63"/>
                    <a:pt x="328" y="63"/>
                  </a:cubicBezTo>
                  <a:cubicBezTo>
                    <a:pt x="328" y="63"/>
                    <a:pt x="328" y="63"/>
                    <a:pt x="328" y="63"/>
                  </a:cubicBezTo>
                  <a:cubicBezTo>
                    <a:pt x="328" y="63"/>
                    <a:pt x="328" y="63"/>
                    <a:pt x="328" y="63"/>
                  </a:cubicBezTo>
                  <a:cubicBezTo>
                    <a:pt x="328" y="1"/>
                    <a:pt x="328" y="1"/>
                    <a:pt x="328" y="1"/>
                  </a:cubicBezTo>
                  <a:cubicBezTo>
                    <a:pt x="328" y="0"/>
                    <a:pt x="328" y="0"/>
                    <a:pt x="328" y="0"/>
                  </a:cubicBezTo>
                  <a:close/>
                  <a:moveTo>
                    <a:pt x="327" y="62"/>
                  </a:moveTo>
                  <a:cubicBezTo>
                    <a:pt x="323" y="62"/>
                    <a:pt x="323" y="62"/>
                    <a:pt x="323" y="62"/>
                  </a:cubicBezTo>
                  <a:cubicBezTo>
                    <a:pt x="323" y="2"/>
                    <a:pt x="323" y="2"/>
                    <a:pt x="323" y="2"/>
                  </a:cubicBezTo>
                  <a:cubicBezTo>
                    <a:pt x="327" y="2"/>
                    <a:pt x="327" y="2"/>
                    <a:pt x="327" y="2"/>
                  </a:cubicBezTo>
                  <a:lnTo>
                    <a:pt x="327" y="62"/>
                  </a:lnTo>
                  <a:close/>
                  <a:moveTo>
                    <a:pt x="193" y="51"/>
                  </a:moveTo>
                  <a:cubicBezTo>
                    <a:pt x="193" y="51"/>
                    <a:pt x="193" y="51"/>
                    <a:pt x="193" y="51"/>
                  </a:cubicBezTo>
                  <a:cubicBezTo>
                    <a:pt x="193" y="25"/>
                    <a:pt x="193" y="25"/>
                    <a:pt x="193" y="25"/>
                  </a:cubicBezTo>
                  <a:cubicBezTo>
                    <a:pt x="193" y="25"/>
                    <a:pt x="193" y="25"/>
                    <a:pt x="193" y="25"/>
                  </a:cubicBezTo>
                  <a:cubicBezTo>
                    <a:pt x="194" y="22"/>
                    <a:pt x="194" y="22"/>
                    <a:pt x="194" y="22"/>
                  </a:cubicBezTo>
                  <a:cubicBezTo>
                    <a:pt x="194" y="22"/>
                    <a:pt x="194" y="21"/>
                    <a:pt x="193" y="21"/>
                  </a:cubicBezTo>
                  <a:cubicBezTo>
                    <a:pt x="193" y="21"/>
                    <a:pt x="193" y="21"/>
                    <a:pt x="193" y="21"/>
                  </a:cubicBezTo>
                  <a:cubicBezTo>
                    <a:pt x="193" y="12"/>
                    <a:pt x="193" y="12"/>
                    <a:pt x="193" y="12"/>
                  </a:cubicBezTo>
                  <a:cubicBezTo>
                    <a:pt x="194" y="12"/>
                    <a:pt x="195" y="12"/>
                    <a:pt x="196" y="11"/>
                  </a:cubicBezTo>
                  <a:cubicBezTo>
                    <a:pt x="196" y="54"/>
                    <a:pt x="196" y="54"/>
                    <a:pt x="196" y="54"/>
                  </a:cubicBezTo>
                  <a:lnTo>
                    <a:pt x="193" y="51"/>
                  </a:lnTo>
                  <a:close/>
                  <a:moveTo>
                    <a:pt x="107" y="4"/>
                  </a:moveTo>
                  <a:cubicBezTo>
                    <a:pt x="108" y="4"/>
                    <a:pt x="110" y="4"/>
                    <a:pt x="111" y="4"/>
                  </a:cubicBezTo>
                  <a:cubicBezTo>
                    <a:pt x="126" y="55"/>
                    <a:pt x="126" y="55"/>
                    <a:pt x="126" y="55"/>
                  </a:cubicBezTo>
                  <a:cubicBezTo>
                    <a:pt x="123" y="57"/>
                    <a:pt x="123" y="57"/>
                    <a:pt x="123" y="57"/>
                  </a:cubicBezTo>
                  <a:lnTo>
                    <a:pt x="107" y="4"/>
                  </a:lnTo>
                  <a:close/>
                  <a:moveTo>
                    <a:pt x="122" y="59"/>
                  </a:moveTo>
                  <a:cubicBezTo>
                    <a:pt x="119" y="61"/>
                    <a:pt x="119" y="61"/>
                    <a:pt x="119" y="61"/>
                  </a:cubicBezTo>
                  <a:cubicBezTo>
                    <a:pt x="102" y="3"/>
                    <a:pt x="102" y="3"/>
                    <a:pt x="102" y="3"/>
                  </a:cubicBezTo>
                  <a:cubicBezTo>
                    <a:pt x="103" y="3"/>
                    <a:pt x="104" y="3"/>
                    <a:pt x="105" y="3"/>
                  </a:cubicBezTo>
                  <a:lnTo>
                    <a:pt x="122" y="59"/>
                  </a:lnTo>
                  <a:close/>
                  <a:moveTo>
                    <a:pt x="127" y="54"/>
                  </a:moveTo>
                  <a:cubicBezTo>
                    <a:pt x="113" y="5"/>
                    <a:pt x="113" y="5"/>
                    <a:pt x="113" y="5"/>
                  </a:cubicBezTo>
                  <a:cubicBezTo>
                    <a:pt x="114" y="5"/>
                    <a:pt x="115" y="5"/>
                    <a:pt x="116" y="5"/>
                  </a:cubicBezTo>
                  <a:cubicBezTo>
                    <a:pt x="130" y="52"/>
                    <a:pt x="130" y="52"/>
                    <a:pt x="130" y="52"/>
                  </a:cubicBezTo>
                  <a:lnTo>
                    <a:pt x="127" y="54"/>
                  </a:lnTo>
                  <a:close/>
                  <a:moveTo>
                    <a:pt x="147" y="19"/>
                  </a:moveTo>
                  <a:cubicBezTo>
                    <a:pt x="145" y="15"/>
                    <a:pt x="145" y="15"/>
                    <a:pt x="145" y="15"/>
                  </a:cubicBezTo>
                  <a:cubicBezTo>
                    <a:pt x="147" y="16"/>
                    <a:pt x="148" y="16"/>
                    <a:pt x="149" y="17"/>
                  </a:cubicBezTo>
                  <a:cubicBezTo>
                    <a:pt x="149" y="17"/>
                    <a:pt x="149" y="17"/>
                    <a:pt x="149" y="17"/>
                  </a:cubicBezTo>
                  <a:cubicBezTo>
                    <a:pt x="150" y="19"/>
                    <a:pt x="150" y="19"/>
                    <a:pt x="150" y="19"/>
                  </a:cubicBezTo>
                  <a:cubicBezTo>
                    <a:pt x="149" y="19"/>
                    <a:pt x="148" y="19"/>
                    <a:pt x="147" y="19"/>
                  </a:cubicBezTo>
                  <a:close/>
                  <a:moveTo>
                    <a:pt x="145" y="19"/>
                  </a:moveTo>
                  <a:cubicBezTo>
                    <a:pt x="144" y="19"/>
                    <a:pt x="143" y="20"/>
                    <a:pt x="142" y="20"/>
                  </a:cubicBezTo>
                  <a:cubicBezTo>
                    <a:pt x="140" y="13"/>
                    <a:pt x="140" y="13"/>
                    <a:pt x="140" y="13"/>
                  </a:cubicBezTo>
                  <a:cubicBezTo>
                    <a:pt x="141" y="13"/>
                    <a:pt x="142" y="14"/>
                    <a:pt x="143" y="14"/>
                  </a:cubicBezTo>
                  <a:cubicBezTo>
                    <a:pt x="143" y="14"/>
                    <a:pt x="143" y="15"/>
                    <a:pt x="143" y="15"/>
                  </a:cubicBezTo>
                  <a:lnTo>
                    <a:pt x="145" y="19"/>
                  </a:lnTo>
                  <a:close/>
                  <a:moveTo>
                    <a:pt x="140" y="20"/>
                  </a:moveTo>
                  <a:cubicBezTo>
                    <a:pt x="139" y="20"/>
                    <a:pt x="138" y="20"/>
                    <a:pt x="137" y="20"/>
                  </a:cubicBezTo>
                  <a:cubicBezTo>
                    <a:pt x="134" y="11"/>
                    <a:pt x="134" y="11"/>
                    <a:pt x="134" y="11"/>
                  </a:cubicBezTo>
                  <a:cubicBezTo>
                    <a:pt x="135" y="11"/>
                    <a:pt x="136" y="11"/>
                    <a:pt x="138" y="12"/>
                  </a:cubicBezTo>
                  <a:lnTo>
                    <a:pt x="140" y="20"/>
                  </a:lnTo>
                  <a:close/>
                  <a:moveTo>
                    <a:pt x="135" y="20"/>
                  </a:moveTo>
                  <a:cubicBezTo>
                    <a:pt x="134" y="20"/>
                    <a:pt x="133" y="20"/>
                    <a:pt x="132" y="21"/>
                  </a:cubicBezTo>
                  <a:cubicBezTo>
                    <a:pt x="129" y="9"/>
                    <a:pt x="129" y="9"/>
                    <a:pt x="129" y="9"/>
                  </a:cubicBezTo>
                  <a:cubicBezTo>
                    <a:pt x="130" y="9"/>
                    <a:pt x="131" y="10"/>
                    <a:pt x="132" y="10"/>
                  </a:cubicBezTo>
                  <a:lnTo>
                    <a:pt x="135" y="20"/>
                  </a:lnTo>
                  <a:close/>
                  <a:moveTo>
                    <a:pt x="183" y="20"/>
                  </a:moveTo>
                  <a:cubicBezTo>
                    <a:pt x="183" y="17"/>
                    <a:pt x="183" y="17"/>
                    <a:pt x="183" y="17"/>
                  </a:cubicBezTo>
                  <a:cubicBezTo>
                    <a:pt x="183" y="17"/>
                    <a:pt x="183" y="17"/>
                    <a:pt x="183" y="17"/>
                  </a:cubicBezTo>
                  <a:cubicBezTo>
                    <a:pt x="184" y="16"/>
                    <a:pt x="185" y="16"/>
                    <a:pt x="186" y="15"/>
                  </a:cubicBezTo>
                  <a:cubicBezTo>
                    <a:pt x="186" y="20"/>
                    <a:pt x="186" y="20"/>
                    <a:pt x="186" y="20"/>
                  </a:cubicBezTo>
                  <a:cubicBezTo>
                    <a:pt x="185" y="20"/>
                    <a:pt x="184" y="20"/>
                    <a:pt x="183" y="20"/>
                  </a:cubicBezTo>
                  <a:close/>
                  <a:moveTo>
                    <a:pt x="188" y="15"/>
                  </a:moveTo>
                  <a:cubicBezTo>
                    <a:pt x="189" y="14"/>
                    <a:pt x="190" y="14"/>
                    <a:pt x="191" y="13"/>
                  </a:cubicBezTo>
                  <a:cubicBezTo>
                    <a:pt x="191" y="21"/>
                    <a:pt x="191" y="21"/>
                    <a:pt x="191" y="21"/>
                  </a:cubicBezTo>
                  <a:cubicBezTo>
                    <a:pt x="190" y="20"/>
                    <a:pt x="189" y="20"/>
                    <a:pt x="188" y="20"/>
                  </a:cubicBezTo>
                  <a:lnTo>
                    <a:pt x="188" y="15"/>
                  </a:lnTo>
                  <a:close/>
                  <a:moveTo>
                    <a:pt x="189" y="46"/>
                  </a:moveTo>
                  <a:cubicBezTo>
                    <a:pt x="189" y="46"/>
                    <a:pt x="189" y="46"/>
                    <a:pt x="189" y="46"/>
                  </a:cubicBezTo>
                  <a:cubicBezTo>
                    <a:pt x="191" y="34"/>
                    <a:pt x="191" y="34"/>
                    <a:pt x="191" y="34"/>
                  </a:cubicBezTo>
                  <a:cubicBezTo>
                    <a:pt x="191" y="49"/>
                    <a:pt x="191" y="49"/>
                    <a:pt x="191" y="49"/>
                  </a:cubicBezTo>
                  <a:lnTo>
                    <a:pt x="189" y="46"/>
                  </a:lnTo>
                  <a:close/>
                  <a:moveTo>
                    <a:pt x="184" y="45"/>
                  </a:moveTo>
                  <a:cubicBezTo>
                    <a:pt x="185" y="42"/>
                    <a:pt x="185" y="42"/>
                    <a:pt x="185" y="42"/>
                  </a:cubicBezTo>
                  <a:cubicBezTo>
                    <a:pt x="188" y="42"/>
                    <a:pt x="188" y="42"/>
                    <a:pt x="188" y="42"/>
                  </a:cubicBezTo>
                  <a:cubicBezTo>
                    <a:pt x="187" y="45"/>
                    <a:pt x="187" y="45"/>
                    <a:pt x="187" y="45"/>
                  </a:cubicBezTo>
                  <a:cubicBezTo>
                    <a:pt x="187" y="45"/>
                    <a:pt x="187" y="45"/>
                    <a:pt x="187" y="45"/>
                  </a:cubicBezTo>
                  <a:lnTo>
                    <a:pt x="184" y="45"/>
                  </a:lnTo>
                  <a:close/>
                  <a:moveTo>
                    <a:pt x="134" y="38"/>
                  </a:moveTo>
                  <a:cubicBezTo>
                    <a:pt x="137" y="38"/>
                    <a:pt x="137" y="38"/>
                    <a:pt x="137" y="38"/>
                  </a:cubicBezTo>
                  <a:cubicBezTo>
                    <a:pt x="138" y="40"/>
                    <a:pt x="138" y="40"/>
                    <a:pt x="138" y="40"/>
                  </a:cubicBezTo>
                  <a:cubicBezTo>
                    <a:pt x="135" y="40"/>
                    <a:pt x="135" y="40"/>
                    <a:pt x="135" y="40"/>
                  </a:cubicBezTo>
                  <a:lnTo>
                    <a:pt x="134" y="38"/>
                  </a:lnTo>
                  <a:close/>
                  <a:moveTo>
                    <a:pt x="139" y="38"/>
                  </a:moveTo>
                  <a:cubicBezTo>
                    <a:pt x="143" y="38"/>
                    <a:pt x="143" y="38"/>
                    <a:pt x="143" y="38"/>
                  </a:cubicBezTo>
                  <a:cubicBezTo>
                    <a:pt x="143" y="40"/>
                    <a:pt x="143" y="40"/>
                    <a:pt x="143" y="40"/>
                  </a:cubicBezTo>
                  <a:cubicBezTo>
                    <a:pt x="139" y="40"/>
                    <a:pt x="139" y="40"/>
                    <a:pt x="139" y="40"/>
                  </a:cubicBezTo>
                  <a:lnTo>
                    <a:pt x="139" y="38"/>
                  </a:lnTo>
                  <a:close/>
                  <a:moveTo>
                    <a:pt x="145" y="38"/>
                  </a:moveTo>
                  <a:cubicBezTo>
                    <a:pt x="149" y="38"/>
                    <a:pt x="149" y="38"/>
                    <a:pt x="149" y="38"/>
                  </a:cubicBezTo>
                  <a:cubicBezTo>
                    <a:pt x="149" y="40"/>
                    <a:pt x="149" y="40"/>
                    <a:pt x="149" y="40"/>
                  </a:cubicBezTo>
                  <a:cubicBezTo>
                    <a:pt x="145" y="40"/>
                    <a:pt x="145" y="40"/>
                    <a:pt x="145" y="40"/>
                  </a:cubicBezTo>
                  <a:lnTo>
                    <a:pt x="145" y="38"/>
                  </a:lnTo>
                  <a:close/>
                  <a:moveTo>
                    <a:pt x="151" y="38"/>
                  </a:moveTo>
                  <a:cubicBezTo>
                    <a:pt x="155" y="38"/>
                    <a:pt x="155" y="38"/>
                    <a:pt x="155" y="38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1" y="40"/>
                    <a:pt x="151" y="40"/>
                    <a:pt x="151" y="40"/>
                  </a:cubicBezTo>
                  <a:lnTo>
                    <a:pt x="151" y="38"/>
                  </a:lnTo>
                  <a:close/>
                  <a:moveTo>
                    <a:pt x="156" y="38"/>
                  </a:moveTo>
                  <a:cubicBezTo>
                    <a:pt x="160" y="38"/>
                    <a:pt x="160" y="38"/>
                    <a:pt x="160" y="38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56" y="40"/>
                    <a:pt x="156" y="40"/>
                    <a:pt x="156" y="40"/>
                  </a:cubicBezTo>
                  <a:lnTo>
                    <a:pt x="156" y="38"/>
                  </a:lnTo>
                  <a:close/>
                  <a:moveTo>
                    <a:pt x="162" y="38"/>
                  </a:moveTo>
                  <a:cubicBezTo>
                    <a:pt x="166" y="38"/>
                    <a:pt x="166" y="38"/>
                    <a:pt x="166" y="38"/>
                  </a:cubicBezTo>
                  <a:cubicBezTo>
                    <a:pt x="166" y="40"/>
                    <a:pt x="166" y="40"/>
                    <a:pt x="166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38"/>
                  </a:lnTo>
                  <a:close/>
                  <a:moveTo>
                    <a:pt x="168" y="38"/>
                  </a:moveTo>
                  <a:cubicBezTo>
                    <a:pt x="172" y="38"/>
                    <a:pt x="172" y="38"/>
                    <a:pt x="172" y="38"/>
                  </a:cubicBezTo>
                  <a:cubicBezTo>
                    <a:pt x="172" y="40"/>
                    <a:pt x="172" y="40"/>
                    <a:pt x="172" y="40"/>
                  </a:cubicBezTo>
                  <a:cubicBezTo>
                    <a:pt x="168" y="40"/>
                    <a:pt x="168" y="40"/>
                    <a:pt x="168" y="40"/>
                  </a:cubicBezTo>
                  <a:lnTo>
                    <a:pt x="168" y="38"/>
                  </a:lnTo>
                  <a:close/>
                  <a:moveTo>
                    <a:pt x="174" y="38"/>
                  </a:moveTo>
                  <a:cubicBezTo>
                    <a:pt x="178" y="38"/>
                    <a:pt x="178" y="38"/>
                    <a:pt x="178" y="38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4" y="40"/>
                    <a:pt x="174" y="40"/>
                    <a:pt x="174" y="40"/>
                  </a:cubicBezTo>
                  <a:lnTo>
                    <a:pt x="174" y="38"/>
                  </a:lnTo>
                  <a:close/>
                  <a:moveTo>
                    <a:pt x="179" y="38"/>
                  </a:moveTo>
                  <a:cubicBezTo>
                    <a:pt x="183" y="38"/>
                    <a:pt x="183" y="38"/>
                    <a:pt x="183" y="38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79" y="40"/>
                    <a:pt x="179" y="40"/>
                    <a:pt x="179" y="40"/>
                  </a:cubicBezTo>
                  <a:lnTo>
                    <a:pt x="179" y="38"/>
                  </a:lnTo>
                  <a:close/>
                  <a:moveTo>
                    <a:pt x="185" y="38"/>
                  </a:moveTo>
                  <a:cubicBezTo>
                    <a:pt x="189" y="38"/>
                    <a:pt x="189" y="38"/>
                    <a:pt x="189" y="38"/>
                  </a:cubicBezTo>
                  <a:cubicBezTo>
                    <a:pt x="188" y="40"/>
                    <a:pt x="188" y="40"/>
                    <a:pt x="188" y="40"/>
                  </a:cubicBezTo>
                  <a:cubicBezTo>
                    <a:pt x="185" y="40"/>
                    <a:pt x="185" y="40"/>
                    <a:pt x="185" y="40"/>
                  </a:cubicBezTo>
                  <a:lnTo>
                    <a:pt x="185" y="38"/>
                  </a:lnTo>
                  <a:close/>
                  <a:moveTo>
                    <a:pt x="189" y="36"/>
                  </a:moveTo>
                  <a:cubicBezTo>
                    <a:pt x="185" y="36"/>
                    <a:pt x="185" y="36"/>
                    <a:pt x="185" y="36"/>
                  </a:cubicBezTo>
                  <a:cubicBezTo>
                    <a:pt x="186" y="33"/>
                    <a:pt x="186" y="33"/>
                    <a:pt x="186" y="33"/>
                  </a:cubicBezTo>
                  <a:cubicBezTo>
                    <a:pt x="189" y="33"/>
                    <a:pt x="189" y="33"/>
                    <a:pt x="189" y="33"/>
                  </a:cubicBezTo>
                  <a:lnTo>
                    <a:pt x="189" y="36"/>
                  </a:lnTo>
                  <a:close/>
                  <a:moveTo>
                    <a:pt x="184" y="36"/>
                  </a:moveTo>
                  <a:cubicBezTo>
                    <a:pt x="180" y="36"/>
                    <a:pt x="180" y="36"/>
                    <a:pt x="180" y="36"/>
                  </a:cubicBezTo>
                  <a:cubicBezTo>
                    <a:pt x="180" y="33"/>
                    <a:pt x="180" y="33"/>
                    <a:pt x="180" y="33"/>
                  </a:cubicBezTo>
                  <a:cubicBezTo>
                    <a:pt x="184" y="33"/>
                    <a:pt x="184" y="33"/>
                    <a:pt x="184" y="33"/>
                  </a:cubicBezTo>
                  <a:lnTo>
                    <a:pt x="184" y="36"/>
                  </a:lnTo>
                  <a:close/>
                  <a:moveTo>
                    <a:pt x="178" y="36"/>
                  </a:moveTo>
                  <a:cubicBezTo>
                    <a:pt x="174" y="36"/>
                    <a:pt x="174" y="36"/>
                    <a:pt x="174" y="36"/>
                  </a:cubicBezTo>
                  <a:cubicBezTo>
                    <a:pt x="174" y="33"/>
                    <a:pt x="174" y="33"/>
                    <a:pt x="174" y="33"/>
                  </a:cubicBezTo>
                  <a:cubicBezTo>
                    <a:pt x="178" y="33"/>
                    <a:pt x="178" y="33"/>
                    <a:pt x="178" y="33"/>
                  </a:cubicBezTo>
                  <a:lnTo>
                    <a:pt x="178" y="36"/>
                  </a:lnTo>
                  <a:close/>
                  <a:moveTo>
                    <a:pt x="172" y="36"/>
                  </a:moveTo>
                  <a:cubicBezTo>
                    <a:pt x="168" y="36"/>
                    <a:pt x="168" y="36"/>
                    <a:pt x="168" y="36"/>
                  </a:cubicBezTo>
                  <a:cubicBezTo>
                    <a:pt x="168" y="33"/>
                    <a:pt x="168" y="33"/>
                    <a:pt x="168" y="33"/>
                  </a:cubicBezTo>
                  <a:cubicBezTo>
                    <a:pt x="172" y="33"/>
                    <a:pt x="172" y="33"/>
                    <a:pt x="172" y="33"/>
                  </a:cubicBezTo>
                  <a:lnTo>
                    <a:pt x="172" y="36"/>
                  </a:lnTo>
                  <a:close/>
                  <a:moveTo>
                    <a:pt x="166" y="36"/>
                  </a:moveTo>
                  <a:cubicBezTo>
                    <a:pt x="162" y="36"/>
                    <a:pt x="162" y="36"/>
                    <a:pt x="162" y="36"/>
                  </a:cubicBezTo>
                  <a:cubicBezTo>
                    <a:pt x="162" y="33"/>
                    <a:pt x="162" y="33"/>
                    <a:pt x="162" y="33"/>
                  </a:cubicBezTo>
                  <a:cubicBezTo>
                    <a:pt x="166" y="33"/>
                    <a:pt x="166" y="33"/>
                    <a:pt x="166" y="33"/>
                  </a:cubicBezTo>
                  <a:lnTo>
                    <a:pt x="166" y="36"/>
                  </a:lnTo>
                  <a:close/>
                  <a:moveTo>
                    <a:pt x="160" y="36"/>
                  </a:moveTo>
                  <a:cubicBezTo>
                    <a:pt x="156" y="36"/>
                    <a:pt x="156" y="36"/>
                    <a:pt x="156" y="36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60" y="33"/>
                    <a:pt x="160" y="33"/>
                    <a:pt x="160" y="33"/>
                  </a:cubicBezTo>
                  <a:lnTo>
                    <a:pt x="160" y="36"/>
                  </a:lnTo>
                  <a:close/>
                  <a:moveTo>
                    <a:pt x="155" y="36"/>
                  </a:moveTo>
                  <a:cubicBezTo>
                    <a:pt x="151" y="36"/>
                    <a:pt x="151" y="36"/>
                    <a:pt x="151" y="36"/>
                  </a:cubicBezTo>
                  <a:cubicBezTo>
                    <a:pt x="150" y="33"/>
                    <a:pt x="150" y="33"/>
                    <a:pt x="150" y="33"/>
                  </a:cubicBezTo>
                  <a:cubicBezTo>
                    <a:pt x="154" y="33"/>
                    <a:pt x="154" y="33"/>
                    <a:pt x="154" y="33"/>
                  </a:cubicBezTo>
                  <a:lnTo>
                    <a:pt x="155" y="36"/>
                  </a:lnTo>
                  <a:close/>
                  <a:moveTo>
                    <a:pt x="149" y="36"/>
                  </a:moveTo>
                  <a:cubicBezTo>
                    <a:pt x="145" y="36"/>
                    <a:pt x="145" y="36"/>
                    <a:pt x="145" y="36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9" y="33"/>
                    <a:pt x="149" y="33"/>
                    <a:pt x="149" y="33"/>
                  </a:cubicBezTo>
                  <a:lnTo>
                    <a:pt x="149" y="36"/>
                  </a:lnTo>
                  <a:close/>
                  <a:moveTo>
                    <a:pt x="143" y="36"/>
                  </a:moveTo>
                  <a:cubicBezTo>
                    <a:pt x="139" y="36"/>
                    <a:pt x="139" y="36"/>
                    <a:pt x="139" y="36"/>
                  </a:cubicBezTo>
                  <a:cubicBezTo>
                    <a:pt x="139" y="33"/>
                    <a:pt x="139" y="33"/>
                    <a:pt x="139" y="33"/>
                  </a:cubicBezTo>
                  <a:cubicBezTo>
                    <a:pt x="143" y="33"/>
                    <a:pt x="143" y="33"/>
                    <a:pt x="143" y="33"/>
                  </a:cubicBezTo>
                  <a:lnTo>
                    <a:pt x="143" y="36"/>
                  </a:lnTo>
                  <a:close/>
                  <a:moveTo>
                    <a:pt x="137" y="36"/>
                  </a:moveTo>
                  <a:cubicBezTo>
                    <a:pt x="134" y="36"/>
                    <a:pt x="134" y="36"/>
                    <a:pt x="134" y="36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7" y="33"/>
                    <a:pt x="137" y="33"/>
                    <a:pt x="137" y="33"/>
                  </a:cubicBezTo>
                  <a:lnTo>
                    <a:pt x="137" y="36"/>
                  </a:lnTo>
                  <a:close/>
                  <a:moveTo>
                    <a:pt x="138" y="42"/>
                  </a:moveTo>
                  <a:cubicBezTo>
                    <a:pt x="138" y="45"/>
                    <a:pt x="138" y="45"/>
                    <a:pt x="138" y="45"/>
                  </a:cubicBezTo>
                  <a:cubicBezTo>
                    <a:pt x="136" y="45"/>
                    <a:pt x="136" y="45"/>
                    <a:pt x="136" y="45"/>
                  </a:cubicBezTo>
                  <a:cubicBezTo>
                    <a:pt x="135" y="42"/>
                    <a:pt x="135" y="42"/>
                    <a:pt x="135" y="42"/>
                  </a:cubicBezTo>
                  <a:lnTo>
                    <a:pt x="138" y="42"/>
                  </a:lnTo>
                  <a:close/>
                  <a:moveTo>
                    <a:pt x="140" y="45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43" y="42"/>
                    <a:pt x="143" y="42"/>
                    <a:pt x="143" y="42"/>
                  </a:cubicBezTo>
                  <a:cubicBezTo>
                    <a:pt x="144" y="45"/>
                    <a:pt x="144" y="45"/>
                    <a:pt x="144" y="45"/>
                  </a:cubicBezTo>
                  <a:lnTo>
                    <a:pt x="140" y="45"/>
                  </a:lnTo>
                  <a:close/>
                  <a:moveTo>
                    <a:pt x="146" y="45"/>
                  </a:moveTo>
                  <a:cubicBezTo>
                    <a:pt x="145" y="42"/>
                    <a:pt x="145" y="42"/>
                    <a:pt x="145" y="42"/>
                  </a:cubicBezTo>
                  <a:cubicBezTo>
                    <a:pt x="149" y="42"/>
                    <a:pt x="149" y="42"/>
                    <a:pt x="149" y="42"/>
                  </a:cubicBezTo>
                  <a:cubicBezTo>
                    <a:pt x="149" y="45"/>
                    <a:pt x="149" y="45"/>
                    <a:pt x="149" y="45"/>
                  </a:cubicBezTo>
                  <a:lnTo>
                    <a:pt x="146" y="45"/>
                  </a:lnTo>
                  <a:close/>
                  <a:moveTo>
                    <a:pt x="151" y="45"/>
                  </a:moveTo>
                  <a:cubicBezTo>
                    <a:pt x="151" y="42"/>
                    <a:pt x="151" y="42"/>
                    <a:pt x="151" y="42"/>
                  </a:cubicBezTo>
                  <a:cubicBezTo>
                    <a:pt x="155" y="42"/>
                    <a:pt x="155" y="42"/>
                    <a:pt x="155" y="42"/>
                  </a:cubicBezTo>
                  <a:cubicBezTo>
                    <a:pt x="155" y="45"/>
                    <a:pt x="155" y="45"/>
                    <a:pt x="155" y="45"/>
                  </a:cubicBezTo>
                  <a:lnTo>
                    <a:pt x="151" y="45"/>
                  </a:lnTo>
                  <a:close/>
                  <a:moveTo>
                    <a:pt x="157" y="45"/>
                  </a:moveTo>
                  <a:cubicBezTo>
                    <a:pt x="157" y="42"/>
                    <a:pt x="157" y="42"/>
                    <a:pt x="157" y="42"/>
                  </a:cubicBezTo>
                  <a:cubicBezTo>
                    <a:pt x="160" y="42"/>
                    <a:pt x="160" y="42"/>
                    <a:pt x="160" y="42"/>
                  </a:cubicBezTo>
                  <a:cubicBezTo>
                    <a:pt x="160" y="45"/>
                    <a:pt x="160" y="45"/>
                    <a:pt x="160" y="45"/>
                  </a:cubicBezTo>
                  <a:lnTo>
                    <a:pt x="157" y="45"/>
                  </a:lnTo>
                  <a:close/>
                  <a:moveTo>
                    <a:pt x="162" y="42"/>
                  </a:moveTo>
                  <a:cubicBezTo>
                    <a:pt x="166" y="42"/>
                    <a:pt x="166" y="42"/>
                    <a:pt x="166" y="42"/>
                  </a:cubicBezTo>
                  <a:cubicBezTo>
                    <a:pt x="166" y="45"/>
                    <a:pt x="166" y="45"/>
                    <a:pt x="166" y="45"/>
                  </a:cubicBezTo>
                  <a:cubicBezTo>
                    <a:pt x="162" y="45"/>
                    <a:pt x="162" y="45"/>
                    <a:pt x="162" y="45"/>
                  </a:cubicBezTo>
                  <a:lnTo>
                    <a:pt x="162" y="42"/>
                  </a:lnTo>
                  <a:close/>
                  <a:moveTo>
                    <a:pt x="168" y="42"/>
                  </a:moveTo>
                  <a:cubicBezTo>
                    <a:pt x="172" y="42"/>
                    <a:pt x="172" y="42"/>
                    <a:pt x="172" y="42"/>
                  </a:cubicBezTo>
                  <a:cubicBezTo>
                    <a:pt x="171" y="45"/>
                    <a:pt x="171" y="45"/>
                    <a:pt x="171" y="45"/>
                  </a:cubicBezTo>
                  <a:cubicBezTo>
                    <a:pt x="168" y="45"/>
                    <a:pt x="168" y="45"/>
                    <a:pt x="168" y="45"/>
                  </a:cubicBezTo>
                  <a:lnTo>
                    <a:pt x="168" y="42"/>
                  </a:lnTo>
                  <a:close/>
                  <a:moveTo>
                    <a:pt x="173" y="42"/>
                  </a:moveTo>
                  <a:cubicBezTo>
                    <a:pt x="177" y="42"/>
                    <a:pt x="177" y="42"/>
                    <a:pt x="177" y="42"/>
                  </a:cubicBezTo>
                  <a:cubicBezTo>
                    <a:pt x="177" y="45"/>
                    <a:pt x="177" y="45"/>
                    <a:pt x="177" y="45"/>
                  </a:cubicBezTo>
                  <a:cubicBezTo>
                    <a:pt x="173" y="45"/>
                    <a:pt x="173" y="45"/>
                    <a:pt x="173" y="45"/>
                  </a:cubicBezTo>
                  <a:lnTo>
                    <a:pt x="173" y="42"/>
                  </a:lnTo>
                  <a:close/>
                  <a:moveTo>
                    <a:pt x="179" y="42"/>
                  </a:moveTo>
                  <a:cubicBezTo>
                    <a:pt x="183" y="42"/>
                    <a:pt x="183" y="42"/>
                    <a:pt x="183" y="42"/>
                  </a:cubicBezTo>
                  <a:cubicBezTo>
                    <a:pt x="183" y="45"/>
                    <a:pt x="183" y="45"/>
                    <a:pt x="183" y="45"/>
                  </a:cubicBezTo>
                  <a:cubicBezTo>
                    <a:pt x="179" y="45"/>
                    <a:pt x="179" y="45"/>
                    <a:pt x="179" y="45"/>
                  </a:cubicBezTo>
                  <a:lnTo>
                    <a:pt x="179" y="42"/>
                  </a:lnTo>
                  <a:close/>
                  <a:moveTo>
                    <a:pt x="190" y="31"/>
                  </a:moveTo>
                  <a:cubicBezTo>
                    <a:pt x="186" y="31"/>
                    <a:pt x="186" y="31"/>
                    <a:pt x="186" y="31"/>
                  </a:cubicBezTo>
                  <a:cubicBezTo>
                    <a:pt x="186" y="29"/>
                    <a:pt x="186" y="29"/>
                    <a:pt x="186" y="29"/>
                  </a:cubicBezTo>
                  <a:cubicBezTo>
                    <a:pt x="190" y="29"/>
                    <a:pt x="190" y="29"/>
                    <a:pt x="190" y="29"/>
                  </a:cubicBezTo>
                  <a:lnTo>
                    <a:pt x="190" y="31"/>
                  </a:lnTo>
                  <a:close/>
                  <a:moveTo>
                    <a:pt x="184" y="31"/>
                  </a:moveTo>
                  <a:cubicBezTo>
                    <a:pt x="180" y="31"/>
                    <a:pt x="180" y="31"/>
                    <a:pt x="180" y="31"/>
                  </a:cubicBezTo>
                  <a:cubicBezTo>
                    <a:pt x="180" y="29"/>
                    <a:pt x="180" y="29"/>
                    <a:pt x="180" y="29"/>
                  </a:cubicBezTo>
                  <a:cubicBezTo>
                    <a:pt x="184" y="29"/>
                    <a:pt x="184" y="29"/>
                    <a:pt x="184" y="29"/>
                  </a:cubicBezTo>
                  <a:lnTo>
                    <a:pt x="184" y="31"/>
                  </a:lnTo>
                  <a:close/>
                  <a:moveTo>
                    <a:pt x="178" y="31"/>
                  </a:moveTo>
                  <a:cubicBezTo>
                    <a:pt x="174" y="31"/>
                    <a:pt x="174" y="31"/>
                    <a:pt x="174" y="31"/>
                  </a:cubicBezTo>
                  <a:cubicBezTo>
                    <a:pt x="174" y="29"/>
                    <a:pt x="174" y="29"/>
                    <a:pt x="174" y="29"/>
                  </a:cubicBezTo>
                  <a:cubicBezTo>
                    <a:pt x="178" y="29"/>
                    <a:pt x="178" y="29"/>
                    <a:pt x="178" y="29"/>
                  </a:cubicBezTo>
                  <a:lnTo>
                    <a:pt x="178" y="31"/>
                  </a:lnTo>
                  <a:close/>
                  <a:moveTo>
                    <a:pt x="172" y="31"/>
                  </a:moveTo>
                  <a:cubicBezTo>
                    <a:pt x="168" y="31"/>
                    <a:pt x="168" y="31"/>
                    <a:pt x="168" y="31"/>
                  </a:cubicBezTo>
                  <a:cubicBezTo>
                    <a:pt x="168" y="29"/>
                    <a:pt x="168" y="29"/>
                    <a:pt x="168" y="29"/>
                  </a:cubicBezTo>
                  <a:cubicBezTo>
                    <a:pt x="172" y="29"/>
                    <a:pt x="172" y="29"/>
                    <a:pt x="172" y="29"/>
                  </a:cubicBezTo>
                  <a:lnTo>
                    <a:pt x="172" y="31"/>
                  </a:lnTo>
                  <a:close/>
                  <a:moveTo>
                    <a:pt x="166" y="31"/>
                  </a:moveTo>
                  <a:cubicBezTo>
                    <a:pt x="162" y="31"/>
                    <a:pt x="162" y="31"/>
                    <a:pt x="162" y="31"/>
                  </a:cubicBezTo>
                  <a:cubicBezTo>
                    <a:pt x="162" y="29"/>
                    <a:pt x="162" y="29"/>
                    <a:pt x="162" y="29"/>
                  </a:cubicBezTo>
                  <a:cubicBezTo>
                    <a:pt x="166" y="29"/>
                    <a:pt x="166" y="29"/>
                    <a:pt x="166" y="29"/>
                  </a:cubicBezTo>
                  <a:lnTo>
                    <a:pt x="166" y="31"/>
                  </a:lnTo>
                  <a:close/>
                  <a:moveTo>
                    <a:pt x="160" y="31"/>
                  </a:moveTo>
                  <a:cubicBezTo>
                    <a:pt x="156" y="31"/>
                    <a:pt x="156" y="31"/>
                    <a:pt x="156" y="31"/>
                  </a:cubicBezTo>
                  <a:cubicBezTo>
                    <a:pt x="156" y="29"/>
                    <a:pt x="156" y="29"/>
                    <a:pt x="156" y="29"/>
                  </a:cubicBezTo>
                  <a:cubicBezTo>
                    <a:pt x="160" y="29"/>
                    <a:pt x="160" y="29"/>
                    <a:pt x="160" y="29"/>
                  </a:cubicBezTo>
                  <a:lnTo>
                    <a:pt x="160" y="31"/>
                  </a:lnTo>
                  <a:close/>
                  <a:moveTo>
                    <a:pt x="154" y="29"/>
                  </a:moveTo>
                  <a:cubicBezTo>
                    <a:pt x="154" y="31"/>
                    <a:pt x="154" y="31"/>
                    <a:pt x="154" y="31"/>
                  </a:cubicBezTo>
                  <a:cubicBezTo>
                    <a:pt x="150" y="31"/>
                    <a:pt x="150" y="31"/>
                    <a:pt x="150" y="31"/>
                  </a:cubicBezTo>
                  <a:cubicBezTo>
                    <a:pt x="150" y="29"/>
                    <a:pt x="150" y="29"/>
                    <a:pt x="150" y="29"/>
                  </a:cubicBezTo>
                  <a:lnTo>
                    <a:pt x="154" y="29"/>
                  </a:lnTo>
                  <a:close/>
                  <a:moveTo>
                    <a:pt x="148" y="29"/>
                  </a:moveTo>
                  <a:cubicBezTo>
                    <a:pt x="148" y="31"/>
                    <a:pt x="148" y="31"/>
                    <a:pt x="148" y="31"/>
                  </a:cubicBezTo>
                  <a:cubicBezTo>
                    <a:pt x="144" y="31"/>
                    <a:pt x="144" y="31"/>
                    <a:pt x="144" y="31"/>
                  </a:cubicBezTo>
                  <a:cubicBezTo>
                    <a:pt x="144" y="29"/>
                    <a:pt x="144" y="29"/>
                    <a:pt x="144" y="29"/>
                  </a:cubicBezTo>
                  <a:lnTo>
                    <a:pt x="148" y="29"/>
                  </a:lnTo>
                  <a:close/>
                  <a:moveTo>
                    <a:pt x="142" y="29"/>
                  </a:moveTo>
                  <a:cubicBezTo>
                    <a:pt x="143" y="31"/>
                    <a:pt x="143" y="31"/>
                    <a:pt x="143" y="31"/>
                  </a:cubicBezTo>
                  <a:cubicBezTo>
                    <a:pt x="138" y="31"/>
                    <a:pt x="138" y="31"/>
                    <a:pt x="138" y="31"/>
                  </a:cubicBezTo>
                  <a:cubicBezTo>
                    <a:pt x="138" y="29"/>
                    <a:pt x="138" y="29"/>
                    <a:pt x="138" y="29"/>
                  </a:cubicBezTo>
                  <a:lnTo>
                    <a:pt x="142" y="29"/>
                  </a:lnTo>
                  <a:close/>
                  <a:moveTo>
                    <a:pt x="136" y="29"/>
                  </a:moveTo>
                  <a:cubicBezTo>
                    <a:pt x="137" y="31"/>
                    <a:pt x="137" y="31"/>
                    <a:pt x="137" y="31"/>
                  </a:cubicBezTo>
                  <a:cubicBezTo>
                    <a:pt x="133" y="31"/>
                    <a:pt x="133" y="31"/>
                    <a:pt x="133" y="31"/>
                  </a:cubicBezTo>
                  <a:cubicBezTo>
                    <a:pt x="132" y="29"/>
                    <a:pt x="132" y="29"/>
                    <a:pt x="132" y="29"/>
                  </a:cubicBezTo>
                  <a:lnTo>
                    <a:pt x="136" y="29"/>
                  </a:lnTo>
                  <a:close/>
                  <a:moveTo>
                    <a:pt x="130" y="21"/>
                  </a:moveTo>
                  <a:cubicBezTo>
                    <a:pt x="130" y="21"/>
                    <a:pt x="130" y="21"/>
                    <a:pt x="130" y="21"/>
                  </a:cubicBezTo>
                  <a:cubicBezTo>
                    <a:pt x="130" y="21"/>
                    <a:pt x="129" y="21"/>
                    <a:pt x="129" y="21"/>
                  </a:cubicBezTo>
                  <a:cubicBezTo>
                    <a:pt x="129" y="21"/>
                    <a:pt x="129" y="22"/>
                    <a:pt x="129" y="22"/>
                  </a:cubicBezTo>
                  <a:cubicBezTo>
                    <a:pt x="132" y="38"/>
                    <a:pt x="132" y="38"/>
                    <a:pt x="132" y="38"/>
                  </a:cubicBezTo>
                  <a:cubicBezTo>
                    <a:pt x="123" y="7"/>
                    <a:pt x="123" y="7"/>
                    <a:pt x="123" y="7"/>
                  </a:cubicBezTo>
                  <a:cubicBezTo>
                    <a:pt x="124" y="8"/>
                    <a:pt x="125" y="8"/>
                    <a:pt x="127" y="8"/>
                  </a:cubicBezTo>
                  <a:lnTo>
                    <a:pt x="130" y="21"/>
                  </a:lnTo>
                  <a:close/>
                  <a:moveTo>
                    <a:pt x="134" y="49"/>
                  </a:moveTo>
                  <a:cubicBezTo>
                    <a:pt x="131" y="51"/>
                    <a:pt x="131" y="51"/>
                    <a:pt x="131" y="51"/>
                  </a:cubicBezTo>
                  <a:cubicBezTo>
                    <a:pt x="118" y="6"/>
                    <a:pt x="118" y="6"/>
                    <a:pt x="118" y="6"/>
                  </a:cubicBezTo>
                  <a:cubicBezTo>
                    <a:pt x="119" y="6"/>
                    <a:pt x="120" y="6"/>
                    <a:pt x="121" y="7"/>
                  </a:cubicBezTo>
                  <a:lnTo>
                    <a:pt x="134" y="49"/>
                  </a:ln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6" y="50"/>
                    <a:pt x="136" y="50"/>
                    <a:pt x="136" y="49"/>
                  </a:cubicBezTo>
                  <a:cubicBezTo>
                    <a:pt x="135" y="47"/>
                    <a:pt x="135" y="47"/>
                    <a:pt x="135" y="47"/>
                  </a:cubicBezTo>
                  <a:cubicBezTo>
                    <a:pt x="187" y="47"/>
                    <a:pt x="187" y="47"/>
                    <a:pt x="187" y="47"/>
                  </a:cubicBezTo>
                  <a:cubicBezTo>
                    <a:pt x="192" y="53"/>
                    <a:pt x="192" y="53"/>
                    <a:pt x="192" y="53"/>
                  </a:cubicBezTo>
                  <a:cubicBezTo>
                    <a:pt x="131" y="53"/>
                    <a:pt x="131" y="53"/>
                    <a:pt x="131" y="53"/>
                  </a:cubicBezTo>
                  <a:lnTo>
                    <a:pt x="135" y="50"/>
                  </a:lnTo>
                  <a:close/>
                  <a:moveTo>
                    <a:pt x="198" y="56"/>
                  </a:moveTo>
                  <a:cubicBezTo>
                    <a:pt x="198" y="11"/>
                    <a:pt x="198" y="11"/>
                    <a:pt x="198" y="11"/>
                  </a:cubicBezTo>
                  <a:cubicBezTo>
                    <a:pt x="199" y="10"/>
                    <a:pt x="200" y="10"/>
                    <a:pt x="201" y="10"/>
                  </a:cubicBezTo>
                  <a:cubicBezTo>
                    <a:pt x="201" y="60"/>
                    <a:pt x="201" y="60"/>
                    <a:pt x="201" y="60"/>
                  </a:cubicBezTo>
                  <a:lnTo>
                    <a:pt x="198" y="56"/>
                  </a:lnTo>
                  <a:close/>
                  <a:moveTo>
                    <a:pt x="203" y="9"/>
                  </a:moveTo>
                  <a:cubicBezTo>
                    <a:pt x="204" y="9"/>
                    <a:pt x="205" y="8"/>
                    <a:pt x="206" y="8"/>
                  </a:cubicBezTo>
                  <a:cubicBezTo>
                    <a:pt x="206" y="62"/>
                    <a:pt x="206" y="62"/>
                    <a:pt x="206" y="62"/>
                  </a:cubicBezTo>
                  <a:cubicBezTo>
                    <a:pt x="203" y="62"/>
                    <a:pt x="203" y="62"/>
                    <a:pt x="203" y="62"/>
                  </a:cubicBezTo>
                  <a:lnTo>
                    <a:pt x="203" y="9"/>
                  </a:lnTo>
                  <a:close/>
                  <a:moveTo>
                    <a:pt x="207" y="7"/>
                  </a:moveTo>
                  <a:cubicBezTo>
                    <a:pt x="208" y="7"/>
                    <a:pt x="209" y="7"/>
                    <a:pt x="210" y="7"/>
                  </a:cubicBezTo>
                  <a:cubicBezTo>
                    <a:pt x="210" y="62"/>
                    <a:pt x="210" y="62"/>
                    <a:pt x="210" y="62"/>
                  </a:cubicBezTo>
                  <a:cubicBezTo>
                    <a:pt x="207" y="62"/>
                    <a:pt x="207" y="62"/>
                    <a:pt x="207" y="62"/>
                  </a:cubicBezTo>
                  <a:lnTo>
                    <a:pt x="207" y="7"/>
                  </a:lnTo>
                  <a:close/>
                  <a:moveTo>
                    <a:pt x="212" y="6"/>
                  </a:moveTo>
                  <a:cubicBezTo>
                    <a:pt x="213" y="6"/>
                    <a:pt x="214" y="6"/>
                    <a:pt x="215" y="6"/>
                  </a:cubicBezTo>
                  <a:cubicBezTo>
                    <a:pt x="215" y="62"/>
                    <a:pt x="215" y="62"/>
                    <a:pt x="215" y="62"/>
                  </a:cubicBezTo>
                  <a:cubicBezTo>
                    <a:pt x="212" y="62"/>
                    <a:pt x="212" y="62"/>
                    <a:pt x="212" y="62"/>
                  </a:cubicBezTo>
                  <a:lnTo>
                    <a:pt x="212" y="6"/>
                  </a:lnTo>
                  <a:close/>
                  <a:moveTo>
                    <a:pt x="217" y="5"/>
                  </a:moveTo>
                  <a:cubicBezTo>
                    <a:pt x="218" y="5"/>
                    <a:pt x="219" y="5"/>
                    <a:pt x="220" y="4"/>
                  </a:cubicBezTo>
                  <a:cubicBezTo>
                    <a:pt x="220" y="62"/>
                    <a:pt x="220" y="62"/>
                    <a:pt x="220" y="62"/>
                  </a:cubicBezTo>
                  <a:cubicBezTo>
                    <a:pt x="217" y="62"/>
                    <a:pt x="217" y="62"/>
                    <a:pt x="217" y="62"/>
                  </a:cubicBezTo>
                  <a:lnTo>
                    <a:pt x="217" y="5"/>
                  </a:lnTo>
                  <a:close/>
                  <a:moveTo>
                    <a:pt x="222" y="4"/>
                  </a:moveTo>
                  <a:cubicBezTo>
                    <a:pt x="223" y="4"/>
                    <a:pt x="224" y="4"/>
                    <a:pt x="225" y="4"/>
                  </a:cubicBezTo>
                  <a:cubicBezTo>
                    <a:pt x="225" y="62"/>
                    <a:pt x="225" y="62"/>
                    <a:pt x="225" y="62"/>
                  </a:cubicBezTo>
                  <a:cubicBezTo>
                    <a:pt x="222" y="62"/>
                    <a:pt x="222" y="62"/>
                    <a:pt x="222" y="62"/>
                  </a:cubicBezTo>
                  <a:lnTo>
                    <a:pt x="222" y="4"/>
                  </a:lnTo>
                  <a:close/>
                  <a:moveTo>
                    <a:pt x="227" y="3"/>
                  </a:moveTo>
                  <a:cubicBezTo>
                    <a:pt x="228" y="3"/>
                    <a:pt x="229" y="3"/>
                    <a:pt x="230" y="3"/>
                  </a:cubicBezTo>
                  <a:cubicBezTo>
                    <a:pt x="230" y="62"/>
                    <a:pt x="230" y="62"/>
                    <a:pt x="230" y="62"/>
                  </a:cubicBezTo>
                  <a:cubicBezTo>
                    <a:pt x="227" y="62"/>
                    <a:pt x="227" y="62"/>
                    <a:pt x="227" y="62"/>
                  </a:cubicBezTo>
                  <a:lnTo>
                    <a:pt x="227" y="3"/>
                  </a:lnTo>
                  <a:close/>
                  <a:moveTo>
                    <a:pt x="232" y="3"/>
                  </a:moveTo>
                  <a:cubicBezTo>
                    <a:pt x="233" y="2"/>
                    <a:pt x="234" y="2"/>
                    <a:pt x="235" y="2"/>
                  </a:cubicBezTo>
                  <a:cubicBezTo>
                    <a:pt x="235" y="62"/>
                    <a:pt x="235" y="62"/>
                    <a:pt x="235" y="62"/>
                  </a:cubicBezTo>
                  <a:cubicBezTo>
                    <a:pt x="232" y="62"/>
                    <a:pt x="232" y="62"/>
                    <a:pt x="232" y="62"/>
                  </a:cubicBezTo>
                  <a:lnTo>
                    <a:pt x="232" y="3"/>
                  </a:lnTo>
                  <a:close/>
                  <a:moveTo>
                    <a:pt x="236" y="2"/>
                  </a:moveTo>
                  <a:cubicBezTo>
                    <a:pt x="238" y="2"/>
                    <a:pt x="239" y="2"/>
                    <a:pt x="239" y="2"/>
                  </a:cubicBezTo>
                  <a:cubicBezTo>
                    <a:pt x="239" y="62"/>
                    <a:pt x="239" y="62"/>
                    <a:pt x="239" y="62"/>
                  </a:cubicBezTo>
                  <a:cubicBezTo>
                    <a:pt x="236" y="62"/>
                    <a:pt x="236" y="62"/>
                    <a:pt x="236" y="62"/>
                  </a:cubicBezTo>
                  <a:lnTo>
                    <a:pt x="236" y="2"/>
                  </a:lnTo>
                  <a:close/>
                  <a:moveTo>
                    <a:pt x="241" y="2"/>
                  </a:moveTo>
                  <a:cubicBezTo>
                    <a:pt x="244" y="2"/>
                    <a:pt x="244" y="2"/>
                    <a:pt x="244" y="2"/>
                  </a:cubicBezTo>
                  <a:cubicBezTo>
                    <a:pt x="244" y="62"/>
                    <a:pt x="244" y="62"/>
                    <a:pt x="244" y="62"/>
                  </a:cubicBezTo>
                  <a:cubicBezTo>
                    <a:pt x="241" y="62"/>
                    <a:pt x="241" y="62"/>
                    <a:pt x="241" y="62"/>
                  </a:cubicBezTo>
                  <a:lnTo>
                    <a:pt x="241" y="2"/>
                  </a:lnTo>
                  <a:close/>
                  <a:moveTo>
                    <a:pt x="246" y="2"/>
                  </a:moveTo>
                  <a:cubicBezTo>
                    <a:pt x="249" y="2"/>
                    <a:pt x="249" y="2"/>
                    <a:pt x="249" y="2"/>
                  </a:cubicBezTo>
                  <a:cubicBezTo>
                    <a:pt x="249" y="62"/>
                    <a:pt x="249" y="62"/>
                    <a:pt x="249" y="62"/>
                  </a:cubicBezTo>
                  <a:cubicBezTo>
                    <a:pt x="246" y="62"/>
                    <a:pt x="246" y="62"/>
                    <a:pt x="246" y="62"/>
                  </a:cubicBezTo>
                  <a:lnTo>
                    <a:pt x="246" y="2"/>
                  </a:lnTo>
                  <a:close/>
                  <a:moveTo>
                    <a:pt x="251" y="2"/>
                  </a:moveTo>
                  <a:cubicBezTo>
                    <a:pt x="254" y="2"/>
                    <a:pt x="254" y="2"/>
                    <a:pt x="254" y="2"/>
                  </a:cubicBezTo>
                  <a:cubicBezTo>
                    <a:pt x="254" y="62"/>
                    <a:pt x="254" y="62"/>
                    <a:pt x="254" y="62"/>
                  </a:cubicBezTo>
                  <a:cubicBezTo>
                    <a:pt x="251" y="62"/>
                    <a:pt x="251" y="62"/>
                    <a:pt x="251" y="62"/>
                  </a:cubicBezTo>
                  <a:lnTo>
                    <a:pt x="251" y="2"/>
                  </a:lnTo>
                  <a:close/>
                  <a:moveTo>
                    <a:pt x="256" y="2"/>
                  </a:moveTo>
                  <a:cubicBezTo>
                    <a:pt x="259" y="2"/>
                    <a:pt x="259" y="2"/>
                    <a:pt x="259" y="2"/>
                  </a:cubicBezTo>
                  <a:cubicBezTo>
                    <a:pt x="259" y="62"/>
                    <a:pt x="259" y="62"/>
                    <a:pt x="259" y="62"/>
                  </a:cubicBezTo>
                  <a:cubicBezTo>
                    <a:pt x="256" y="62"/>
                    <a:pt x="256" y="62"/>
                    <a:pt x="256" y="62"/>
                  </a:cubicBezTo>
                  <a:lnTo>
                    <a:pt x="256" y="2"/>
                  </a:lnTo>
                  <a:close/>
                  <a:moveTo>
                    <a:pt x="260" y="2"/>
                  </a:moveTo>
                  <a:cubicBezTo>
                    <a:pt x="263" y="2"/>
                    <a:pt x="263" y="2"/>
                    <a:pt x="263" y="2"/>
                  </a:cubicBezTo>
                  <a:cubicBezTo>
                    <a:pt x="263" y="62"/>
                    <a:pt x="263" y="62"/>
                    <a:pt x="263" y="62"/>
                  </a:cubicBezTo>
                  <a:cubicBezTo>
                    <a:pt x="260" y="62"/>
                    <a:pt x="260" y="62"/>
                    <a:pt x="260" y="62"/>
                  </a:cubicBezTo>
                  <a:lnTo>
                    <a:pt x="260" y="2"/>
                  </a:lnTo>
                  <a:close/>
                  <a:moveTo>
                    <a:pt x="265" y="2"/>
                  </a:moveTo>
                  <a:cubicBezTo>
                    <a:pt x="268" y="2"/>
                    <a:pt x="268" y="2"/>
                    <a:pt x="268" y="2"/>
                  </a:cubicBezTo>
                  <a:cubicBezTo>
                    <a:pt x="268" y="62"/>
                    <a:pt x="268" y="62"/>
                    <a:pt x="268" y="62"/>
                  </a:cubicBezTo>
                  <a:cubicBezTo>
                    <a:pt x="265" y="62"/>
                    <a:pt x="265" y="62"/>
                    <a:pt x="265" y="62"/>
                  </a:cubicBezTo>
                  <a:lnTo>
                    <a:pt x="265" y="2"/>
                  </a:lnTo>
                  <a:close/>
                  <a:moveTo>
                    <a:pt x="270" y="2"/>
                  </a:moveTo>
                  <a:cubicBezTo>
                    <a:pt x="273" y="2"/>
                    <a:pt x="273" y="2"/>
                    <a:pt x="273" y="2"/>
                  </a:cubicBezTo>
                  <a:cubicBezTo>
                    <a:pt x="273" y="62"/>
                    <a:pt x="273" y="62"/>
                    <a:pt x="273" y="62"/>
                  </a:cubicBezTo>
                  <a:cubicBezTo>
                    <a:pt x="270" y="62"/>
                    <a:pt x="270" y="62"/>
                    <a:pt x="270" y="62"/>
                  </a:cubicBezTo>
                  <a:lnTo>
                    <a:pt x="270" y="2"/>
                  </a:lnTo>
                  <a:close/>
                  <a:moveTo>
                    <a:pt x="275" y="2"/>
                  </a:moveTo>
                  <a:cubicBezTo>
                    <a:pt x="278" y="2"/>
                    <a:pt x="278" y="2"/>
                    <a:pt x="278" y="2"/>
                  </a:cubicBezTo>
                  <a:cubicBezTo>
                    <a:pt x="278" y="62"/>
                    <a:pt x="278" y="62"/>
                    <a:pt x="278" y="62"/>
                  </a:cubicBezTo>
                  <a:cubicBezTo>
                    <a:pt x="275" y="62"/>
                    <a:pt x="275" y="62"/>
                    <a:pt x="275" y="62"/>
                  </a:cubicBezTo>
                  <a:lnTo>
                    <a:pt x="275" y="2"/>
                  </a:lnTo>
                  <a:close/>
                  <a:moveTo>
                    <a:pt x="280" y="2"/>
                  </a:moveTo>
                  <a:cubicBezTo>
                    <a:pt x="283" y="2"/>
                    <a:pt x="283" y="2"/>
                    <a:pt x="283" y="2"/>
                  </a:cubicBezTo>
                  <a:cubicBezTo>
                    <a:pt x="283" y="62"/>
                    <a:pt x="283" y="62"/>
                    <a:pt x="283" y="62"/>
                  </a:cubicBezTo>
                  <a:cubicBezTo>
                    <a:pt x="280" y="62"/>
                    <a:pt x="280" y="62"/>
                    <a:pt x="280" y="62"/>
                  </a:cubicBezTo>
                  <a:lnTo>
                    <a:pt x="280" y="2"/>
                  </a:lnTo>
                  <a:close/>
                  <a:moveTo>
                    <a:pt x="285" y="2"/>
                  </a:moveTo>
                  <a:cubicBezTo>
                    <a:pt x="288" y="2"/>
                    <a:pt x="288" y="2"/>
                    <a:pt x="288" y="2"/>
                  </a:cubicBezTo>
                  <a:cubicBezTo>
                    <a:pt x="288" y="62"/>
                    <a:pt x="288" y="62"/>
                    <a:pt x="288" y="62"/>
                  </a:cubicBezTo>
                  <a:cubicBezTo>
                    <a:pt x="285" y="62"/>
                    <a:pt x="285" y="62"/>
                    <a:pt x="285" y="62"/>
                  </a:cubicBezTo>
                  <a:lnTo>
                    <a:pt x="285" y="2"/>
                  </a:lnTo>
                  <a:close/>
                  <a:moveTo>
                    <a:pt x="289" y="2"/>
                  </a:moveTo>
                  <a:cubicBezTo>
                    <a:pt x="292" y="2"/>
                    <a:pt x="292" y="2"/>
                    <a:pt x="292" y="2"/>
                  </a:cubicBezTo>
                  <a:cubicBezTo>
                    <a:pt x="292" y="62"/>
                    <a:pt x="292" y="62"/>
                    <a:pt x="292" y="62"/>
                  </a:cubicBezTo>
                  <a:cubicBezTo>
                    <a:pt x="289" y="62"/>
                    <a:pt x="289" y="62"/>
                    <a:pt x="289" y="62"/>
                  </a:cubicBezTo>
                  <a:lnTo>
                    <a:pt x="289" y="2"/>
                  </a:lnTo>
                  <a:close/>
                  <a:moveTo>
                    <a:pt x="294" y="2"/>
                  </a:moveTo>
                  <a:cubicBezTo>
                    <a:pt x="297" y="2"/>
                    <a:pt x="297" y="2"/>
                    <a:pt x="297" y="2"/>
                  </a:cubicBezTo>
                  <a:cubicBezTo>
                    <a:pt x="297" y="62"/>
                    <a:pt x="297" y="62"/>
                    <a:pt x="297" y="62"/>
                  </a:cubicBezTo>
                  <a:cubicBezTo>
                    <a:pt x="294" y="62"/>
                    <a:pt x="294" y="62"/>
                    <a:pt x="294" y="62"/>
                  </a:cubicBezTo>
                  <a:lnTo>
                    <a:pt x="294" y="2"/>
                  </a:lnTo>
                  <a:close/>
                  <a:moveTo>
                    <a:pt x="299" y="2"/>
                  </a:moveTo>
                  <a:cubicBezTo>
                    <a:pt x="302" y="2"/>
                    <a:pt x="302" y="2"/>
                    <a:pt x="302" y="2"/>
                  </a:cubicBezTo>
                  <a:cubicBezTo>
                    <a:pt x="302" y="62"/>
                    <a:pt x="302" y="62"/>
                    <a:pt x="302" y="62"/>
                  </a:cubicBezTo>
                  <a:cubicBezTo>
                    <a:pt x="299" y="62"/>
                    <a:pt x="299" y="62"/>
                    <a:pt x="299" y="62"/>
                  </a:cubicBezTo>
                  <a:lnTo>
                    <a:pt x="299" y="2"/>
                  </a:lnTo>
                  <a:close/>
                  <a:moveTo>
                    <a:pt x="304" y="2"/>
                  </a:moveTo>
                  <a:cubicBezTo>
                    <a:pt x="307" y="2"/>
                    <a:pt x="307" y="2"/>
                    <a:pt x="307" y="2"/>
                  </a:cubicBezTo>
                  <a:cubicBezTo>
                    <a:pt x="307" y="62"/>
                    <a:pt x="307" y="62"/>
                    <a:pt x="307" y="62"/>
                  </a:cubicBezTo>
                  <a:cubicBezTo>
                    <a:pt x="304" y="62"/>
                    <a:pt x="304" y="62"/>
                    <a:pt x="304" y="62"/>
                  </a:cubicBezTo>
                  <a:lnTo>
                    <a:pt x="304" y="2"/>
                  </a:lnTo>
                  <a:close/>
                  <a:moveTo>
                    <a:pt x="309" y="2"/>
                  </a:moveTo>
                  <a:cubicBezTo>
                    <a:pt x="312" y="2"/>
                    <a:pt x="312" y="2"/>
                    <a:pt x="312" y="2"/>
                  </a:cubicBezTo>
                  <a:cubicBezTo>
                    <a:pt x="312" y="62"/>
                    <a:pt x="312" y="62"/>
                    <a:pt x="312" y="62"/>
                  </a:cubicBezTo>
                  <a:cubicBezTo>
                    <a:pt x="309" y="62"/>
                    <a:pt x="309" y="62"/>
                    <a:pt x="309" y="62"/>
                  </a:cubicBezTo>
                  <a:lnTo>
                    <a:pt x="309" y="2"/>
                  </a:lnTo>
                  <a:close/>
                  <a:moveTo>
                    <a:pt x="313" y="2"/>
                  </a:moveTo>
                  <a:cubicBezTo>
                    <a:pt x="316" y="2"/>
                    <a:pt x="316" y="2"/>
                    <a:pt x="316" y="2"/>
                  </a:cubicBezTo>
                  <a:cubicBezTo>
                    <a:pt x="316" y="62"/>
                    <a:pt x="316" y="62"/>
                    <a:pt x="316" y="62"/>
                  </a:cubicBezTo>
                  <a:cubicBezTo>
                    <a:pt x="313" y="62"/>
                    <a:pt x="313" y="62"/>
                    <a:pt x="313" y="62"/>
                  </a:cubicBezTo>
                  <a:lnTo>
                    <a:pt x="313" y="2"/>
                  </a:lnTo>
                  <a:close/>
                  <a:moveTo>
                    <a:pt x="318" y="2"/>
                  </a:moveTo>
                  <a:cubicBezTo>
                    <a:pt x="321" y="2"/>
                    <a:pt x="321" y="2"/>
                    <a:pt x="321" y="2"/>
                  </a:cubicBezTo>
                  <a:cubicBezTo>
                    <a:pt x="321" y="62"/>
                    <a:pt x="321" y="62"/>
                    <a:pt x="321" y="62"/>
                  </a:cubicBezTo>
                  <a:cubicBezTo>
                    <a:pt x="318" y="62"/>
                    <a:pt x="318" y="62"/>
                    <a:pt x="318" y="62"/>
                  </a:cubicBezTo>
                  <a:lnTo>
                    <a:pt x="318" y="2"/>
                  </a:lnTo>
                  <a:close/>
                  <a:moveTo>
                    <a:pt x="182" y="18"/>
                  </a:moveTo>
                  <a:cubicBezTo>
                    <a:pt x="182" y="19"/>
                    <a:pt x="182" y="19"/>
                    <a:pt x="182" y="19"/>
                  </a:cubicBezTo>
                  <a:cubicBezTo>
                    <a:pt x="181" y="19"/>
                    <a:pt x="180" y="19"/>
                    <a:pt x="179" y="19"/>
                  </a:cubicBezTo>
                  <a:cubicBezTo>
                    <a:pt x="180" y="19"/>
                    <a:pt x="181" y="18"/>
                    <a:pt x="182" y="18"/>
                  </a:cubicBezTo>
                  <a:close/>
                  <a:moveTo>
                    <a:pt x="192" y="22"/>
                  </a:moveTo>
                  <a:cubicBezTo>
                    <a:pt x="191" y="27"/>
                    <a:pt x="191" y="27"/>
                    <a:pt x="191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1" y="23"/>
                    <a:pt x="131" y="23"/>
                    <a:pt x="131" y="23"/>
                  </a:cubicBezTo>
                  <a:cubicBezTo>
                    <a:pt x="137" y="22"/>
                    <a:pt x="166" y="18"/>
                    <a:pt x="192" y="22"/>
                  </a:cubicBezTo>
                  <a:close/>
                  <a:moveTo>
                    <a:pt x="151" y="19"/>
                  </a:moveTo>
                  <a:cubicBezTo>
                    <a:pt x="151" y="18"/>
                    <a:pt x="151" y="18"/>
                    <a:pt x="151" y="18"/>
                  </a:cubicBezTo>
                  <a:cubicBezTo>
                    <a:pt x="152" y="19"/>
                    <a:pt x="152" y="19"/>
                    <a:pt x="152" y="19"/>
                  </a:cubicBezTo>
                  <a:cubicBezTo>
                    <a:pt x="152" y="19"/>
                    <a:pt x="152" y="19"/>
                    <a:pt x="151" y="19"/>
                  </a:cubicBezTo>
                  <a:close/>
                  <a:moveTo>
                    <a:pt x="95" y="2"/>
                  </a:moveTo>
                  <a:cubicBezTo>
                    <a:pt x="113" y="62"/>
                    <a:pt x="113" y="62"/>
                    <a:pt x="113" y="62"/>
                  </a:cubicBezTo>
                  <a:cubicBezTo>
                    <a:pt x="110" y="62"/>
                    <a:pt x="110" y="62"/>
                    <a:pt x="110" y="62"/>
                  </a:cubicBezTo>
                  <a:cubicBezTo>
                    <a:pt x="92" y="2"/>
                    <a:pt x="92" y="2"/>
                    <a:pt x="92" y="2"/>
                  </a:cubicBezTo>
                  <a:cubicBezTo>
                    <a:pt x="93" y="2"/>
                    <a:pt x="94" y="2"/>
                    <a:pt x="95" y="2"/>
                  </a:cubicBezTo>
                  <a:close/>
                  <a:moveTo>
                    <a:pt x="2" y="2"/>
                  </a:moveTo>
                  <a:cubicBezTo>
                    <a:pt x="90" y="2"/>
                    <a:pt x="90" y="2"/>
                    <a:pt x="90" y="2"/>
                  </a:cubicBezTo>
                  <a:cubicBezTo>
                    <a:pt x="108" y="62"/>
                    <a:pt x="108" y="62"/>
                    <a:pt x="108" y="62"/>
                  </a:cubicBezTo>
                  <a:cubicBezTo>
                    <a:pt x="2" y="62"/>
                    <a:pt x="2" y="62"/>
                    <a:pt x="2" y="62"/>
                  </a:cubicBezTo>
                  <a:lnTo>
                    <a:pt x="2" y="2"/>
                  </a:lnTo>
                  <a:close/>
                  <a:moveTo>
                    <a:pt x="115" y="62"/>
                  </a:moveTo>
                  <a:cubicBezTo>
                    <a:pt x="97" y="2"/>
                    <a:pt x="97" y="2"/>
                    <a:pt x="97" y="2"/>
                  </a:cubicBezTo>
                  <a:cubicBezTo>
                    <a:pt x="98" y="2"/>
                    <a:pt x="99" y="3"/>
                    <a:pt x="100" y="3"/>
                  </a:cubicBezTo>
                  <a:cubicBezTo>
                    <a:pt x="100" y="3"/>
                    <a:pt x="100" y="3"/>
                    <a:pt x="100" y="3"/>
                  </a:cubicBezTo>
                  <a:cubicBezTo>
                    <a:pt x="118" y="62"/>
                    <a:pt x="118" y="62"/>
                    <a:pt x="118" y="62"/>
                  </a:cubicBezTo>
                  <a:cubicBezTo>
                    <a:pt x="118" y="62"/>
                    <a:pt x="118" y="62"/>
                    <a:pt x="118" y="62"/>
                  </a:cubicBezTo>
                  <a:lnTo>
                    <a:pt x="115" y="62"/>
                  </a:lnTo>
                  <a:close/>
                  <a:moveTo>
                    <a:pt x="129" y="55"/>
                  </a:moveTo>
                  <a:cubicBezTo>
                    <a:pt x="129" y="55"/>
                    <a:pt x="129" y="55"/>
                    <a:pt x="129" y="55"/>
                  </a:cubicBezTo>
                  <a:cubicBezTo>
                    <a:pt x="193" y="55"/>
                    <a:pt x="193" y="55"/>
                    <a:pt x="193" y="55"/>
                  </a:cubicBezTo>
                  <a:cubicBezTo>
                    <a:pt x="194" y="55"/>
                    <a:pt x="194" y="55"/>
                    <a:pt x="194" y="55"/>
                  </a:cubicBezTo>
                  <a:cubicBezTo>
                    <a:pt x="196" y="57"/>
                    <a:pt x="196" y="57"/>
                    <a:pt x="196" y="57"/>
                  </a:cubicBezTo>
                  <a:cubicBezTo>
                    <a:pt x="196" y="57"/>
                    <a:pt x="196" y="58"/>
                    <a:pt x="196" y="58"/>
                  </a:cubicBezTo>
                  <a:cubicBezTo>
                    <a:pt x="126" y="58"/>
                    <a:pt x="126" y="58"/>
                    <a:pt x="126" y="58"/>
                  </a:cubicBezTo>
                  <a:lnTo>
                    <a:pt x="129" y="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" name="Freeform 221"/>
            <p:cNvSpPr>
              <a:spLocks noEditPoints="1"/>
            </p:cNvSpPr>
            <p:nvPr userDrawn="1"/>
          </p:nvSpPr>
          <p:spPr bwMode="auto">
            <a:xfrm>
              <a:off x="-6350" y="4583113"/>
              <a:ext cx="2128838" cy="265113"/>
            </a:xfrm>
            <a:custGeom>
              <a:avLst/>
              <a:gdLst>
                <a:gd name="T0" fmla="*/ 1332 w 1341"/>
                <a:gd name="T1" fmla="*/ 163 h 167"/>
                <a:gd name="T2" fmla="*/ 1332 w 1341"/>
                <a:gd name="T3" fmla="*/ 163 h 167"/>
                <a:gd name="T4" fmla="*/ 1336 w 1341"/>
                <a:gd name="T5" fmla="*/ 163 h 167"/>
                <a:gd name="T6" fmla="*/ 1328 w 1341"/>
                <a:gd name="T7" fmla="*/ 61 h 167"/>
                <a:gd name="T8" fmla="*/ 1101 w 1341"/>
                <a:gd name="T9" fmla="*/ 0 h 167"/>
                <a:gd name="T10" fmla="*/ 940 w 1341"/>
                <a:gd name="T11" fmla="*/ 61 h 167"/>
                <a:gd name="T12" fmla="*/ 853 w 1341"/>
                <a:gd name="T13" fmla="*/ 0 h 167"/>
                <a:gd name="T14" fmla="*/ 692 w 1341"/>
                <a:gd name="T15" fmla="*/ 61 h 167"/>
                <a:gd name="T16" fmla="*/ 600 w 1341"/>
                <a:gd name="T17" fmla="*/ 4 h 167"/>
                <a:gd name="T18" fmla="*/ 439 w 1341"/>
                <a:gd name="T19" fmla="*/ 61 h 167"/>
                <a:gd name="T20" fmla="*/ 352 w 1341"/>
                <a:gd name="T21" fmla="*/ 4 h 167"/>
                <a:gd name="T22" fmla="*/ 191 w 1341"/>
                <a:gd name="T23" fmla="*/ 61 h 167"/>
                <a:gd name="T24" fmla="*/ 0 w 1341"/>
                <a:gd name="T25" fmla="*/ 167 h 167"/>
                <a:gd name="T26" fmla="*/ 605 w 1341"/>
                <a:gd name="T27" fmla="*/ 150 h 167"/>
                <a:gd name="T28" fmla="*/ 1319 w 1341"/>
                <a:gd name="T29" fmla="*/ 70 h 167"/>
                <a:gd name="T30" fmla="*/ 1101 w 1341"/>
                <a:gd name="T31" fmla="*/ 158 h 167"/>
                <a:gd name="T32" fmla="*/ 1319 w 1341"/>
                <a:gd name="T33" fmla="*/ 70 h 167"/>
                <a:gd name="T34" fmla="*/ 1092 w 1341"/>
                <a:gd name="T35" fmla="*/ 8 h 167"/>
                <a:gd name="T36" fmla="*/ 949 w 1341"/>
                <a:gd name="T37" fmla="*/ 154 h 167"/>
                <a:gd name="T38" fmla="*/ 940 w 1341"/>
                <a:gd name="T39" fmla="*/ 70 h 167"/>
                <a:gd name="T40" fmla="*/ 853 w 1341"/>
                <a:gd name="T41" fmla="*/ 158 h 167"/>
                <a:gd name="T42" fmla="*/ 940 w 1341"/>
                <a:gd name="T43" fmla="*/ 70 h 167"/>
                <a:gd name="T44" fmla="*/ 844 w 1341"/>
                <a:gd name="T45" fmla="*/ 8 h 167"/>
                <a:gd name="T46" fmla="*/ 696 w 1341"/>
                <a:gd name="T47" fmla="*/ 154 h 167"/>
                <a:gd name="T48" fmla="*/ 692 w 1341"/>
                <a:gd name="T49" fmla="*/ 70 h 167"/>
                <a:gd name="T50" fmla="*/ 600 w 1341"/>
                <a:gd name="T51" fmla="*/ 158 h 167"/>
                <a:gd name="T52" fmla="*/ 692 w 1341"/>
                <a:gd name="T53" fmla="*/ 70 h 167"/>
                <a:gd name="T54" fmla="*/ 592 w 1341"/>
                <a:gd name="T55" fmla="*/ 13 h 167"/>
                <a:gd name="T56" fmla="*/ 587 w 1341"/>
                <a:gd name="T57" fmla="*/ 158 h 167"/>
                <a:gd name="T58" fmla="*/ 448 w 1341"/>
                <a:gd name="T59" fmla="*/ 13 h 167"/>
                <a:gd name="T60" fmla="*/ 439 w 1341"/>
                <a:gd name="T61" fmla="*/ 158 h 167"/>
                <a:gd name="T62" fmla="*/ 352 w 1341"/>
                <a:gd name="T63" fmla="*/ 70 h 167"/>
                <a:gd name="T64" fmla="*/ 196 w 1341"/>
                <a:gd name="T65" fmla="*/ 13 h 167"/>
                <a:gd name="T66" fmla="*/ 344 w 1341"/>
                <a:gd name="T67" fmla="*/ 158 h 167"/>
                <a:gd name="T68" fmla="*/ 196 w 1341"/>
                <a:gd name="T69" fmla="*/ 13 h 167"/>
                <a:gd name="T70" fmla="*/ 191 w 1341"/>
                <a:gd name="T71" fmla="*/ 70 h 167"/>
                <a:gd name="T72" fmla="*/ 8 w 1341"/>
                <a:gd name="T73" fmla="*/ 158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341" h="167">
                  <a:moveTo>
                    <a:pt x="600" y="167"/>
                  </a:moveTo>
                  <a:lnTo>
                    <a:pt x="1332" y="163"/>
                  </a:lnTo>
                  <a:lnTo>
                    <a:pt x="1332" y="163"/>
                  </a:lnTo>
                  <a:lnTo>
                    <a:pt x="1332" y="163"/>
                  </a:lnTo>
                  <a:lnTo>
                    <a:pt x="1336" y="163"/>
                  </a:lnTo>
                  <a:lnTo>
                    <a:pt x="1336" y="163"/>
                  </a:lnTo>
                  <a:lnTo>
                    <a:pt x="1341" y="163"/>
                  </a:lnTo>
                  <a:lnTo>
                    <a:pt x="1328" y="61"/>
                  </a:lnTo>
                  <a:lnTo>
                    <a:pt x="1101" y="61"/>
                  </a:lnTo>
                  <a:lnTo>
                    <a:pt x="1101" y="0"/>
                  </a:lnTo>
                  <a:lnTo>
                    <a:pt x="940" y="0"/>
                  </a:lnTo>
                  <a:lnTo>
                    <a:pt x="940" y="61"/>
                  </a:lnTo>
                  <a:lnTo>
                    <a:pt x="853" y="61"/>
                  </a:lnTo>
                  <a:lnTo>
                    <a:pt x="853" y="0"/>
                  </a:lnTo>
                  <a:lnTo>
                    <a:pt x="692" y="0"/>
                  </a:lnTo>
                  <a:lnTo>
                    <a:pt x="692" y="61"/>
                  </a:lnTo>
                  <a:lnTo>
                    <a:pt x="600" y="61"/>
                  </a:lnTo>
                  <a:lnTo>
                    <a:pt x="600" y="4"/>
                  </a:lnTo>
                  <a:lnTo>
                    <a:pt x="439" y="4"/>
                  </a:lnTo>
                  <a:lnTo>
                    <a:pt x="439" y="61"/>
                  </a:lnTo>
                  <a:lnTo>
                    <a:pt x="352" y="61"/>
                  </a:lnTo>
                  <a:lnTo>
                    <a:pt x="352" y="4"/>
                  </a:lnTo>
                  <a:lnTo>
                    <a:pt x="191" y="4"/>
                  </a:lnTo>
                  <a:lnTo>
                    <a:pt x="191" y="61"/>
                  </a:lnTo>
                  <a:lnTo>
                    <a:pt x="26" y="61"/>
                  </a:lnTo>
                  <a:lnTo>
                    <a:pt x="0" y="167"/>
                  </a:lnTo>
                  <a:lnTo>
                    <a:pt x="587" y="167"/>
                  </a:lnTo>
                  <a:lnTo>
                    <a:pt x="605" y="150"/>
                  </a:lnTo>
                  <a:lnTo>
                    <a:pt x="600" y="167"/>
                  </a:lnTo>
                  <a:close/>
                  <a:moveTo>
                    <a:pt x="1319" y="70"/>
                  </a:moveTo>
                  <a:lnTo>
                    <a:pt x="1332" y="154"/>
                  </a:lnTo>
                  <a:lnTo>
                    <a:pt x="1101" y="158"/>
                  </a:lnTo>
                  <a:lnTo>
                    <a:pt x="1101" y="70"/>
                  </a:lnTo>
                  <a:lnTo>
                    <a:pt x="1319" y="70"/>
                  </a:lnTo>
                  <a:close/>
                  <a:moveTo>
                    <a:pt x="949" y="8"/>
                  </a:moveTo>
                  <a:lnTo>
                    <a:pt x="1092" y="8"/>
                  </a:lnTo>
                  <a:lnTo>
                    <a:pt x="1092" y="154"/>
                  </a:lnTo>
                  <a:lnTo>
                    <a:pt x="949" y="154"/>
                  </a:lnTo>
                  <a:lnTo>
                    <a:pt x="949" y="8"/>
                  </a:lnTo>
                  <a:close/>
                  <a:moveTo>
                    <a:pt x="940" y="70"/>
                  </a:moveTo>
                  <a:lnTo>
                    <a:pt x="940" y="158"/>
                  </a:lnTo>
                  <a:lnTo>
                    <a:pt x="853" y="158"/>
                  </a:lnTo>
                  <a:lnTo>
                    <a:pt x="853" y="70"/>
                  </a:lnTo>
                  <a:lnTo>
                    <a:pt x="940" y="70"/>
                  </a:lnTo>
                  <a:close/>
                  <a:moveTo>
                    <a:pt x="696" y="8"/>
                  </a:moveTo>
                  <a:lnTo>
                    <a:pt x="844" y="8"/>
                  </a:lnTo>
                  <a:lnTo>
                    <a:pt x="844" y="154"/>
                  </a:lnTo>
                  <a:lnTo>
                    <a:pt x="696" y="154"/>
                  </a:lnTo>
                  <a:lnTo>
                    <a:pt x="696" y="8"/>
                  </a:lnTo>
                  <a:close/>
                  <a:moveTo>
                    <a:pt x="692" y="70"/>
                  </a:moveTo>
                  <a:lnTo>
                    <a:pt x="692" y="158"/>
                  </a:lnTo>
                  <a:lnTo>
                    <a:pt x="600" y="158"/>
                  </a:lnTo>
                  <a:lnTo>
                    <a:pt x="600" y="70"/>
                  </a:lnTo>
                  <a:lnTo>
                    <a:pt x="692" y="70"/>
                  </a:lnTo>
                  <a:close/>
                  <a:moveTo>
                    <a:pt x="448" y="13"/>
                  </a:moveTo>
                  <a:lnTo>
                    <a:pt x="592" y="13"/>
                  </a:lnTo>
                  <a:lnTo>
                    <a:pt x="592" y="158"/>
                  </a:lnTo>
                  <a:lnTo>
                    <a:pt x="587" y="158"/>
                  </a:lnTo>
                  <a:lnTo>
                    <a:pt x="448" y="158"/>
                  </a:lnTo>
                  <a:lnTo>
                    <a:pt x="448" y="13"/>
                  </a:lnTo>
                  <a:close/>
                  <a:moveTo>
                    <a:pt x="439" y="70"/>
                  </a:moveTo>
                  <a:lnTo>
                    <a:pt x="439" y="158"/>
                  </a:lnTo>
                  <a:lnTo>
                    <a:pt x="352" y="158"/>
                  </a:lnTo>
                  <a:lnTo>
                    <a:pt x="352" y="70"/>
                  </a:lnTo>
                  <a:lnTo>
                    <a:pt x="439" y="70"/>
                  </a:lnTo>
                  <a:close/>
                  <a:moveTo>
                    <a:pt x="196" y="13"/>
                  </a:moveTo>
                  <a:lnTo>
                    <a:pt x="344" y="13"/>
                  </a:lnTo>
                  <a:lnTo>
                    <a:pt x="344" y="158"/>
                  </a:lnTo>
                  <a:lnTo>
                    <a:pt x="196" y="158"/>
                  </a:lnTo>
                  <a:lnTo>
                    <a:pt x="196" y="13"/>
                  </a:lnTo>
                  <a:close/>
                  <a:moveTo>
                    <a:pt x="30" y="70"/>
                  </a:moveTo>
                  <a:lnTo>
                    <a:pt x="191" y="70"/>
                  </a:lnTo>
                  <a:lnTo>
                    <a:pt x="191" y="158"/>
                  </a:lnTo>
                  <a:lnTo>
                    <a:pt x="8" y="158"/>
                  </a:lnTo>
                  <a:lnTo>
                    <a:pt x="30" y="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" name="Freeform 222"/>
            <p:cNvSpPr>
              <a:spLocks noEditPoints="1"/>
            </p:cNvSpPr>
            <p:nvPr userDrawn="1"/>
          </p:nvSpPr>
          <p:spPr bwMode="auto">
            <a:xfrm>
              <a:off x="366713" y="4630738"/>
              <a:ext cx="103188" cy="176213"/>
            </a:xfrm>
            <a:custGeom>
              <a:avLst/>
              <a:gdLst>
                <a:gd name="T0" fmla="*/ 13 w 15"/>
                <a:gd name="T1" fmla="*/ 8 h 25"/>
                <a:gd name="T2" fmla="*/ 11 w 15"/>
                <a:gd name="T3" fmla="*/ 9 h 25"/>
                <a:gd name="T4" fmla="*/ 10 w 15"/>
                <a:gd name="T5" fmla="*/ 10 h 25"/>
                <a:gd name="T6" fmla="*/ 7 w 15"/>
                <a:gd name="T7" fmla="*/ 13 h 25"/>
                <a:gd name="T8" fmla="*/ 6 w 15"/>
                <a:gd name="T9" fmla="*/ 13 h 25"/>
                <a:gd name="T10" fmla="*/ 8 w 15"/>
                <a:gd name="T11" fmla="*/ 11 h 25"/>
                <a:gd name="T12" fmla="*/ 11 w 15"/>
                <a:gd name="T13" fmla="*/ 7 h 25"/>
                <a:gd name="T14" fmla="*/ 12 w 15"/>
                <a:gd name="T15" fmla="*/ 5 h 25"/>
                <a:gd name="T16" fmla="*/ 11 w 15"/>
                <a:gd name="T17" fmla="*/ 4 h 25"/>
                <a:gd name="T18" fmla="*/ 10 w 15"/>
                <a:gd name="T19" fmla="*/ 2 h 25"/>
                <a:gd name="T20" fmla="*/ 9 w 15"/>
                <a:gd name="T21" fmla="*/ 1 h 25"/>
                <a:gd name="T22" fmla="*/ 7 w 15"/>
                <a:gd name="T23" fmla="*/ 1 h 25"/>
                <a:gd name="T24" fmla="*/ 7 w 15"/>
                <a:gd name="T25" fmla="*/ 2 h 25"/>
                <a:gd name="T26" fmla="*/ 7 w 15"/>
                <a:gd name="T27" fmla="*/ 5 h 25"/>
                <a:gd name="T28" fmla="*/ 7 w 15"/>
                <a:gd name="T29" fmla="*/ 6 h 25"/>
                <a:gd name="T30" fmla="*/ 7 w 15"/>
                <a:gd name="T31" fmla="*/ 9 h 25"/>
                <a:gd name="T32" fmla="*/ 4 w 15"/>
                <a:gd name="T33" fmla="*/ 11 h 25"/>
                <a:gd name="T34" fmla="*/ 3 w 15"/>
                <a:gd name="T35" fmla="*/ 12 h 25"/>
                <a:gd name="T36" fmla="*/ 4 w 15"/>
                <a:gd name="T37" fmla="*/ 13 h 25"/>
                <a:gd name="T38" fmla="*/ 5 w 15"/>
                <a:gd name="T39" fmla="*/ 13 h 25"/>
                <a:gd name="T40" fmla="*/ 4 w 15"/>
                <a:gd name="T41" fmla="*/ 15 h 25"/>
                <a:gd name="T42" fmla="*/ 3 w 15"/>
                <a:gd name="T43" fmla="*/ 17 h 25"/>
                <a:gd name="T44" fmla="*/ 1 w 15"/>
                <a:gd name="T45" fmla="*/ 20 h 25"/>
                <a:gd name="T46" fmla="*/ 0 w 15"/>
                <a:gd name="T47" fmla="*/ 20 h 25"/>
                <a:gd name="T48" fmla="*/ 1 w 15"/>
                <a:gd name="T49" fmla="*/ 22 h 25"/>
                <a:gd name="T50" fmla="*/ 2 w 15"/>
                <a:gd name="T51" fmla="*/ 25 h 25"/>
                <a:gd name="T52" fmla="*/ 4 w 15"/>
                <a:gd name="T53" fmla="*/ 23 h 25"/>
                <a:gd name="T54" fmla="*/ 4 w 15"/>
                <a:gd name="T55" fmla="*/ 22 h 25"/>
                <a:gd name="T56" fmla="*/ 3 w 15"/>
                <a:gd name="T57" fmla="*/ 20 h 25"/>
                <a:gd name="T58" fmla="*/ 5 w 15"/>
                <a:gd name="T59" fmla="*/ 18 h 25"/>
                <a:gd name="T60" fmla="*/ 6 w 15"/>
                <a:gd name="T61" fmla="*/ 20 h 25"/>
                <a:gd name="T62" fmla="*/ 7 w 15"/>
                <a:gd name="T63" fmla="*/ 21 h 25"/>
                <a:gd name="T64" fmla="*/ 6 w 15"/>
                <a:gd name="T65" fmla="*/ 22 h 25"/>
                <a:gd name="T66" fmla="*/ 7 w 15"/>
                <a:gd name="T67" fmla="*/ 23 h 25"/>
                <a:gd name="T68" fmla="*/ 8 w 15"/>
                <a:gd name="T69" fmla="*/ 24 h 25"/>
                <a:gd name="T70" fmla="*/ 9 w 15"/>
                <a:gd name="T71" fmla="*/ 23 h 25"/>
                <a:gd name="T72" fmla="*/ 11 w 15"/>
                <a:gd name="T73" fmla="*/ 21 h 25"/>
                <a:gd name="T74" fmla="*/ 13 w 15"/>
                <a:gd name="T75" fmla="*/ 22 h 25"/>
                <a:gd name="T76" fmla="*/ 14 w 15"/>
                <a:gd name="T77" fmla="*/ 18 h 25"/>
                <a:gd name="T78" fmla="*/ 14 w 15"/>
                <a:gd name="T79" fmla="*/ 17 h 25"/>
                <a:gd name="T80" fmla="*/ 14 w 15"/>
                <a:gd name="T81" fmla="*/ 13 h 25"/>
                <a:gd name="T82" fmla="*/ 15 w 15"/>
                <a:gd name="T83" fmla="*/ 10 h 25"/>
                <a:gd name="T84" fmla="*/ 14 w 15"/>
                <a:gd name="T85" fmla="*/ 8 h 25"/>
                <a:gd name="T86" fmla="*/ 8 w 15"/>
                <a:gd name="T87" fmla="*/ 15 h 25"/>
                <a:gd name="T88" fmla="*/ 8 w 15"/>
                <a:gd name="T89" fmla="*/ 17 h 25"/>
                <a:gd name="T90" fmla="*/ 7 w 15"/>
                <a:gd name="T91" fmla="*/ 18 h 25"/>
                <a:gd name="T92" fmla="*/ 7 w 15"/>
                <a:gd name="T93" fmla="*/ 16 h 25"/>
                <a:gd name="T94" fmla="*/ 7 w 15"/>
                <a:gd name="T95" fmla="*/ 14 h 25"/>
                <a:gd name="T96" fmla="*/ 8 w 15"/>
                <a:gd name="T97" fmla="*/ 14 h 25"/>
                <a:gd name="T98" fmla="*/ 9 w 15"/>
                <a:gd name="T99" fmla="*/ 14 h 25"/>
                <a:gd name="T100" fmla="*/ 11 w 15"/>
                <a:gd name="T101" fmla="*/ 14 h 25"/>
                <a:gd name="T102" fmla="*/ 11 w 15"/>
                <a:gd name="T103" fmla="*/ 16 h 25"/>
                <a:gd name="T104" fmla="*/ 11 w 15"/>
                <a:gd name="T105" fmla="*/ 20 h 25"/>
                <a:gd name="T106" fmla="*/ 10 w 15"/>
                <a:gd name="T107" fmla="*/ 19 h 25"/>
                <a:gd name="T108" fmla="*/ 9 w 15"/>
                <a:gd name="T109" fmla="*/ 18 h 25"/>
                <a:gd name="T110" fmla="*/ 9 w 15"/>
                <a:gd name="T111" fmla="*/ 16 h 25"/>
                <a:gd name="T112" fmla="*/ 10 w 15"/>
                <a:gd name="T113" fmla="*/ 13 h 25"/>
                <a:gd name="T114" fmla="*/ 10 w 15"/>
                <a:gd name="T115" fmla="*/ 11 h 25"/>
                <a:gd name="T116" fmla="*/ 12 w 15"/>
                <a:gd name="T117" fmla="*/ 10 h 25"/>
                <a:gd name="T118" fmla="*/ 11 w 15"/>
                <a:gd name="T119" fmla="*/ 1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5" h="25">
                  <a:moveTo>
                    <a:pt x="14" y="8"/>
                  </a:moveTo>
                  <a:cubicBezTo>
                    <a:pt x="14" y="8"/>
                    <a:pt x="13" y="8"/>
                    <a:pt x="13" y="8"/>
                  </a:cubicBezTo>
                  <a:cubicBezTo>
                    <a:pt x="13" y="8"/>
                    <a:pt x="12" y="8"/>
                    <a:pt x="12" y="8"/>
                  </a:cubicBezTo>
                  <a:cubicBezTo>
                    <a:pt x="12" y="8"/>
                    <a:pt x="11" y="8"/>
                    <a:pt x="11" y="9"/>
                  </a:cubicBezTo>
                  <a:cubicBezTo>
                    <a:pt x="11" y="9"/>
                    <a:pt x="11" y="9"/>
                    <a:pt x="11" y="10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0" y="10"/>
                    <a:pt x="10" y="10"/>
                    <a:pt x="10" y="11"/>
                  </a:cubicBezTo>
                  <a:cubicBezTo>
                    <a:pt x="9" y="11"/>
                    <a:pt x="8" y="12"/>
                    <a:pt x="7" y="13"/>
                  </a:cubicBezTo>
                  <a:cubicBezTo>
                    <a:pt x="7" y="13"/>
                    <a:pt x="7" y="13"/>
                    <a:pt x="7" y="14"/>
                  </a:cubicBezTo>
                  <a:cubicBezTo>
                    <a:pt x="7" y="14"/>
                    <a:pt x="7" y="13"/>
                    <a:pt x="6" y="13"/>
                  </a:cubicBezTo>
                  <a:cubicBezTo>
                    <a:pt x="7" y="13"/>
                    <a:pt x="7" y="12"/>
                    <a:pt x="7" y="12"/>
                  </a:cubicBezTo>
                  <a:cubicBezTo>
                    <a:pt x="7" y="11"/>
                    <a:pt x="7" y="11"/>
                    <a:pt x="8" y="11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9" y="9"/>
                    <a:pt x="10" y="8"/>
                    <a:pt x="11" y="7"/>
                  </a:cubicBezTo>
                  <a:cubicBezTo>
                    <a:pt x="11" y="7"/>
                    <a:pt x="12" y="7"/>
                    <a:pt x="12" y="6"/>
                  </a:cubicBezTo>
                  <a:cubicBezTo>
                    <a:pt x="12" y="6"/>
                    <a:pt x="12" y="6"/>
                    <a:pt x="12" y="5"/>
                  </a:cubicBezTo>
                  <a:cubicBezTo>
                    <a:pt x="11" y="5"/>
                    <a:pt x="11" y="6"/>
                    <a:pt x="10" y="5"/>
                  </a:cubicBezTo>
                  <a:cubicBezTo>
                    <a:pt x="10" y="5"/>
                    <a:pt x="11" y="4"/>
                    <a:pt x="11" y="4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0" y="3"/>
                    <a:pt x="10" y="3"/>
                    <a:pt x="10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2"/>
                    <a:pt x="9" y="1"/>
                    <a:pt x="9" y="1"/>
                  </a:cubicBezTo>
                  <a:cubicBezTo>
                    <a:pt x="9" y="0"/>
                    <a:pt x="8" y="0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7" y="2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3"/>
                    <a:pt x="7" y="4"/>
                    <a:pt x="7" y="4"/>
                  </a:cubicBezTo>
                  <a:cubicBezTo>
                    <a:pt x="7" y="4"/>
                    <a:pt x="7" y="4"/>
                    <a:pt x="7" y="5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7" y="6"/>
                    <a:pt x="7" y="6"/>
                    <a:pt x="7" y="7"/>
                  </a:cubicBezTo>
                  <a:cubicBezTo>
                    <a:pt x="7" y="8"/>
                    <a:pt x="7" y="8"/>
                    <a:pt x="7" y="9"/>
                  </a:cubicBezTo>
                  <a:cubicBezTo>
                    <a:pt x="7" y="9"/>
                    <a:pt x="6" y="9"/>
                    <a:pt x="6" y="9"/>
                  </a:cubicBezTo>
                  <a:cubicBezTo>
                    <a:pt x="5" y="10"/>
                    <a:pt x="4" y="11"/>
                    <a:pt x="4" y="11"/>
                  </a:cubicBezTo>
                  <a:cubicBezTo>
                    <a:pt x="4" y="11"/>
                    <a:pt x="3" y="12"/>
                    <a:pt x="3" y="12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3" y="12"/>
                    <a:pt x="3" y="13"/>
                    <a:pt x="3" y="13"/>
                  </a:cubicBezTo>
                  <a:cubicBezTo>
                    <a:pt x="3" y="13"/>
                    <a:pt x="4" y="13"/>
                    <a:pt x="4" y="13"/>
                  </a:cubicBezTo>
                  <a:cubicBezTo>
                    <a:pt x="4" y="13"/>
                    <a:pt x="4" y="13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6" y="13"/>
                    <a:pt x="6" y="14"/>
                    <a:pt x="6" y="14"/>
                  </a:cubicBezTo>
                  <a:cubicBezTo>
                    <a:pt x="6" y="15"/>
                    <a:pt x="5" y="15"/>
                    <a:pt x="4" y="15"/>
                  </a:cubicBezTo>
                  <a:cubicBezTo>
                    <a:pt x="4" y="16"/>
                    <a:pt x="5" y="16"/>
                    <a:pt x="5" y="16"/>
                  </a:cubicBezTo>
                  <a:cubicBezTo>
                    <a:pt x="4" y="16"/>
                    <a:pt x="4" y="17"/>
                    <a:pt x="3" y="17"/>
                  </a:cubicBezTo>
                  <a:cubicBezTo>
                    <a:pt x="3" y="17"/>
                    <a:pt x="3" y="18"/>
                    <a:pt x="3" y="18"/>
                  </a:cubicBezTo>
                  <a:cubicBezTo>
                    <a:pt x="2" y="19"/>
                    <a:pt x="2" y="19"/>
                    <a:pt x="1" y="20"/>
                  </a:cubicBezTo>
                  <a:cubicBezTo>
                    <a:pt x="1" y="19"/>
                    <a:pt x="1" y="19"/>
                    <a:pt x="1" y="18"/>
                  </a:cubicBezTo>
                  <a:cubicBezTo>
                    <a:pt x="0" y="19"/>
                    <a:pt x="0" y="19"/>
                    <a:pt x="0" y="20"/>
                  </a:cubicBezTo>
                  <a:cubicBezTo>
                    <a:pt x="0" y="20"/>
                    <a:pt x="0" y="21"/>
                    <a:pt x="0" y="21"/>
                  </a:cubicBezTo>
                  <a:cubicBezTo>
                    <a:pt x="1" y="21"/>
                    <a:pt x="1" y="22"/>
                    <a:pt x="1" y="22"/>
                  </a:cubicBezTo>
                  <a:cubicBezTo>
                    <a:pt x="1" y="23"/>
                    <a:pt x="1" y="23"/>
                    <a:pt x="1" y="24"/>
                  </a:cubicBezTo>
                  <a:cubicBezTo>
                    <a:pt x="2" y="24"/>
                    <a:pt x="2" y="24"/>
                    <a:pt x="2" y="25"/>
                  </a:cubicBezTo>
                  <a:cubicBezTo>
                    <a:pt x="3" y="25"/>
                    <a:pt x="3" y="25"/>
                    <a:pt x="3" y="25"/>
                  </a:cubicBezTo>
                  <a:cubicBezTo>
                    <a:pt x="4" y="24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2"/>
                    <a:pt x="4" y="22"/>
                  </a:cubicBezTo>
                  <a:cubicBezTo>
                    <a:pt x="3" y="22"/>
                    <a:pt x="2" y="22"/>
                    <a:pt x="2" y="21"/>
                  </a:cubicBezTo>
                  <a:cubicBezTo>
                    <a:pt x="2" y="21"/>
                    <a:pt x="3" y="20"/>
                    <a:pt x="3" y="20"/>
                  </a:cubicBezTo>
                  <a:cubicBezTo>
                    <a:pt x="3" y="19"/>
                    <a:pt x="3" y="19"/>
                    <a:pt x="4" y="19"/>
                  </a:cubicBezTo>
                  <a:cubicBezTo>
                    <a:pt x="5" y="19"/>
                    <a:pt x="5" y="18"/>
                    <a:pt x="5" y="18"/>
                  </a:cubicBezTo>
                  <a:cubicBezTo>
                    <a:pt x="5" y="18"/>
                    <a:pt x="6" y="18"/>
                    <a:pt x="6" y="19"/>
                  </a:cubicBezTo>
                  <a:cubicBezTo>
                    <a:pt x="6" y="19"/>
                    <a:pt x="5" y="19"/>
                    <a:pt x="6" y="20"/>
                  </a:cubicBezTo>
                  <a:cubicBezTo>
                    <a:pt x="6" y="20"/>
                    <a:pt x="6" y="19"/>
                    <a:pt x="6" y="19"/>
                  </a:cubicBezTo>
                  <a:cubicBezTo>
                    <a:pt x="7" y="19"/>
                    <a:pt x="7" y="21"/>
                    <a:pt x="7" y="21"/>
                  </a:cubicBezTo>
                  <a:cubicBezTo>
                    <a:pt x="6" y="21"/>
                    <a:pt x="6" y="21"/>
                    <a:pt x="6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7" y="22"/>
                    <a:pt x="7" y="22"/>
                  </a:cubicBezTo>
                  <a:cubicBezTo>
                    <a:pt x="7" y="22"/>
                    <a:pt x="7" y="23"/>
                    <a:pt x="7" y="23"/>
                  </a:cubicBezTo>
                  <a:cubicBezTo>
                    <a:pt x="7" y="23"/>
                    <a:pt x="8" y="24"/>
                    <a:pt x="8" y="24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8" y="24"/>
                    <a:pt x="8" y="24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2"/>
                    <a:pt x="9" y="21"/>
                    <a:pt x="9" y="20"/>
                  </a:cubicBezTo>
                  <a:cubicBezTo>
                    <a:pt x="10" y="20"/>
                    <a:pt x="10" y="21"/>
                    <a:pt x="11" y="21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22"/>
                    <a:pt x="12" y="22"/>
                    <a:pt x="13" y="22"/>
                  </a:cubicBezTo>
                  <a:cubicBezTo>
                    <a:pt x="13" y="21"/>
                    <a:pt x="14" y="21"/>
                    <a:pt x="14" y="20"/>
                  </a:cubicBezTo>
                  <a:cubicBezTo>
                    <a:pt x="14" y="20"/>
                    <a:pt x="14" y="19"/>
                    <a:pt x="14" y="18"/>
                  </a:cubicBezTo>
                  <a:cubicBezTo>
                    <a:pt x="14" y="18"/>
                    <a:pt x="14" y="18"/>
                    <a:pt x="14" y="17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14" y="16"/>
                    <a:pt x="14" y="15"/>
                    <a:pt x="14" y="15"/>
                  </a:cubicBezTo>
                  <a:cubicBezTo>
                    <a:pt x="14" y="14"/>
                    <a:pt x="14" y="13"/>
                    <a:pt x="14" y="13"/>
                  </a:cubicBezTo>
                  <a:cubicBezTo>
                    <a:pt x="14" y="12"/>
                    <a:pt x="15" y="12"/>
                    <a:pt x="15" y="11"/>
                  </a:cubicBezTo>
                  <a:cubicBezTo>
                    <a:pt x="15" y="11"/>
                    <a:pt x="15" y="10"/>
                    <a:pt x="15" y="10"/>
                  </a:cubicBezTo>
                  <a:cubicBezTo>
                    <a:pt x="15" y="10"/>
                    <a:pt x="15" y="9"/>
                    <a:pt x="14" y="9"/>
                  </a:cubicBezTo>
                  <a:cubicBezTo>
                    <a:pt x="14" y="9"/>
                    <a:pt x="14" y="9"/>
                    <a:pt x="14" y="8"/>
                  </a:cubicBezTo>
                  <a:close/>
                  <a:moveTo>
                    <a:pt x="8" y="15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6"/>
                    <a:pt x="8" y="16"/>
                  </a:cubicBezTo>
                  <a:cubicBezTo>
                    <a:pt x="8" y="16"/>
                    <a:pt x="8" y="16"/>
                    <a:pt x="8" y="17"/>
                  </a:cubicBezTo>
                  <a:cubicBezTo>
                    <a:pt x="8" y="17"/>
                    <a:pt x="8" y="17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7"/>
                    <a:pt x="7" y="17"/>
                    <a:pt x="7" y="16"/>
                  </a:cubicBezTo>
                  <a:cubicBezTo>
                    <a:pt x="7" y="16"/>
                    <a:pt x="7" y="16"/>
                    <a:pt x="7" y="16"/>
                  </a:cubicBezTo>
                  <a:cubicBezTo>
                    <a:pt x="7" y="16"/>
                    <a:pt x="7" y="15"/>
                    <a:pt x="7" y="15"/>
                  </a:cubicBezTo>
                  <a:cubicBezTo>
                    <a:pt x="7" y="15"/>
                    <a:pt x="7" y="14"/>
                    <a:pt x="7" y="14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8" y="14"/>
                    <a:pt x="8" y="14"/>
                  </a:cubicBezTo>
                  <a:cubicBezTo>
                    <a:pt x="8" y="14"/>
                    <a:pt x="8" y="13"/>
                    <a:pt x="8" y="13"/>
                  </a:cubicBezTo>
                  <a:cubicBezTo>
                    <a:pt x="8" y="13"/>
                    <a:pt x="8" y="14"/>
                    <a:pt x="9" y="14"/>
                  </a:cubicBezTo>
                  <a:cubicBezTo>
                    <a:pt x="8" y="14"/>
                    <a:pt x="8" y="14"/>
                    <a:pt x="8" y="15"/>
                  </a:cubicBezTo>
                  <a:close/>
                  <a:moveTo>
                    <a:pt x="11" y="14"/>
                  </a:moveTo>
                  <a:cubicBezTo>
                    <a:pt x="11" y="14"/>
                    <a:pt x="11" y="14"/>
                    <a:pt x="11" y="15"/>
                  </a:cubicBezTo>
                  <a:cubicBezTo>
                    <a:pt x="11" y="15"/>
                    <a:pt x="11" y="15"/>
                    <a:pt x="11" y="16"/>
                  </a:cubicBezTo>
                  <a:cubicBezTo>
                    <a:pt x="11" y="16"/>
                    <a:pt x="11" y="16"/>
                    <a:pt x="11" y="17"/>
                  </a:cubicBezTo>
                  <a:cubicBezTo>
                    <a:pt x="11" y="18"/>
                    <a:pt x="11" y="19"/>
                    <a:pt x="11" y="20"/>
                  </a:cubicBezTo>
                  <a:cubicBezTo>
                    <a:pt x="11" y="20"/>
                    <a:pt x="10" y="20"/>
                    <a:pt x="9" y="20"/>
                  </a:cubicBezTo>
                  <a:cubicBezTo>
                    <a:pt x="9" y="20"/>
                    <a:pt x="10" y="19"/>
                    <a:pt x="10" y="19"/>
                  </a:cubicBezTo>
                  <a:cubicBezTo>
                    <a:pt x="10" y="18"/>
                    <a:pt x="9" y="19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10" y="14"/>
                    <a:pt x="11" y="13"/>
                    <a:pt x="10" y="13"/>
                  </a:cubicBezTo>
                  <a:cubicBezTo>
                    <a:pt x="10" y="13"/>
                    <a:pt x="10" y="12"/>
                    <a:pt x="9" y="12"/>
                  </a:cubicBezTo>
                  <a:cubicBezTo>
                    <a:pt x="9" y="12"/>
                    <a:pt x="10" y="11"/>
                    <a:pt x="10" y="11"/>
                  </a:cubicBezTo>
                  <a:cubicBezTo>
                    <a:pt x="11" y="11"/>
                    <a:pt x="11" y="10"/>
                    <a:pt x="11" y="10"/>
                  </a:cubicBezTo>
                  <a:cubicBezTo>
                    <a:pt x="11" y="10"/>
                    <a:pt x="12" y="10"/>
                    <a:pt x="12" y="10"/>
                  </a:cubicBezTo>
                  <a:cubicBezTo>
                    <a:pt x="12" y="11"/>
                    <a:pt x="11" y="12"/>
                    <a:pt x="11" y="13"/>
                  </a:cubicBezTo>
                  <a:cubicBezTo>
                    <a:pt x="11" y="13"/>
                    <a:pt x="11" y="14"/>
                    <a:pt x="11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" name="Freeform 223"/>
            <p:cNvSpPr/>
            <p:nvPr userDrawn="1"/>
          </p:nvSpPr>
          <p:spPr bwMode="auto">
            <a:xfrm>
              <a:off x="1160463" y="4652963"/>
              <a:ext cx="90488" cy="125413"/>
            </a:xfrm>
            <a:custGeom>
              <a:avLst/>
              <a:gdLst>
                <a:gd name="T0" fmla="*/ 11 w 13"/>
                <a:gd name="T1" fmla="*/ 7 h 18"/>
                <a:gd name="T2" fmla="*/ 13 w 13"/>
                <a:gd name="T3" fmla="*/ 6 h 18"/>
                <a:gd name="T4" fmla="*/ 13 w 13"/>
                <a:gd name="T5" fmla="*/ 5 h 18"/>
                <a:gd name="T6" fmla="*/ 12 w 13"/>
                <a:gd name="T7" fmla="*/ 5 h 18"/>
                <a:gd name="T8" fmla="*/ 11 w 13"/>
                <a:gd name="T9" fmla="*/ 5 h 18"/>
                <a:gd name="T10" fmla="*/ 11 w 13"/>
                <a:gd name="T11" fmla="*/ 5 h 18"/>
                <a:gd name="T12" fmla="*/ 11 w 13"/>
                <a:gd name="T13" fmla="*/ 6 h 18"/>
                <a:gd name="T14" fmla="*/ 10 w 13"/>
                <a:gd name="T15" fmla="*/ 6 h 18"/>
                <a:gd name="T16" fmla="*/ 9 w 13"/>
                <a:gd name="T17" fmla="*/ 7 h 18"/>
                <a:gd name="T18" fmla="*/ 8 w 13"/>
                <a:gd name="T19" fmla="*/ 7 h 18"/>
                <a:gd name="T20" fmla="*/ 8 w 13"/>
                <a:gd name="T21" fmla="*/ 5 h 18"/>
                <a:gd name="T22" fmla="*/ 8 w 13"/>
                <a:gd name="T23" fmla="*/ 4 h 18"/>
                <a:gd name="T24" fmla="*/ 9 w 13"/>
                <a:gd name="T25" fmla="*/ 3 h 18"/>
                <a:gd name="T26" fmla="*/ 9 w 13"/>
                <a:gd name="T27" fmla="*/ 2 h 18"/>
                <a:gd name="T28" fmla="*/ 9 w 13"/>
                <a:gd name="T29" fmla="*/ 1 h 18"/>
                <a:gd name="T30" fmla="*/ 8 w 13"/>
                <a:gd name="T31" fmla="*/ 1 h 18"/>
                <a:gd name="T32" fmla="*/ 7 w 13"/>
                <a:gd name="T33" fmla="*/ 0 h 18"/>
                <a:gd name="T34" fmla="*/ 6 w 13"/>
                <a:gd name="T35" fmla="*/ 1 h 18"/>
                <a:gd name="T36" fmla="*/ 7 w 13"/>
                <a:gd name="T37" fmla="*/ 2 h 18"/>
                <a:gd name="T38" fmla="*/ 6 w 13"/>
                <a:gd name="T39" fmla="*/ 5 h 18"/>
                <a:gd name="T40" fmla="*/ 6 w 13"/>
                <a:gd name="T41" fmla="*/ 7 h 18"/>
                <a:gd name="T42" fmla="*/ 6 w 13"/>
                <a:gd name="T43" fmla="*/ 8 h 18"/>
                <a:gd name="T44" fmla="*/ 6 w 13"/>
                <a:gd name="T45" fmla="*/ 8 h 18"/>
                <a:gd name="T46" fmla="*/ 5 w 13"/>
                <a:gd name="T47" fmla="*/ 9 h 18"/>
                <a:gd name="T48" fmla="*/ 2 w 13"/>
                <a:gd name="T49" fmla="*/ 9 h 18"/>
                <a:gd name="T50" fmla="*/ 2 w 13"/>
                <a:gd name="T51" fmla="*/ 10 h 18"/>
                <a:gd name="T52" fmla="*/ 1 w 13"/>
                <a:gd name="T53" fmla="*/ 10 h 18"/>
                <a:gd name="T54" fmla="*/ 1 w 13"/>
                <a:gd name="T55" fmla="*/ 10 h 18"/>
                <a:gd name="T56" fmla="*/ 2 w 13"/>
                <a:gd name="T57" fmla="*/ 12 h 18"/>
                <a:gd name="T58" fmla="*/ 2 w 13"/>
                <a:gd name="T59" fmla="*/ 12 h 18"/>
                <a:gd name="T60" fmla="*/ 3 w 13"/>
                <a:gd name="T61" fmla="*/ 12 h 18"/>
                <a:gd name="T62" fmla="*/ 3 w 13"/>
                <a:gd name="T63" fmla="*/ 11 h 18"/>
                <a:gd name="T64" fmla="*/ 5 w 13"/>
                <a:gd name="T65" fmla="*/ 10 h 18"/>
                <a:gd name="T66" fmla="*/ 6 w 13"/>
                <a:gd name="T67" fmla="*/ 9 h 18"/>
                <a:gd name="T68" fmla="*/ 6 w 13"/>
                <a:gd name="T69" fmla="*/ 10 h 18"/>
                <a:gd name="T70" fmla="*/ 6 w 13"/>
                <a:gd name="T71" fmla="*/ 11 h 18"/>
                <a:gd name="T72" fmla="*/ 6 w 13"/>
                <a:gd name="T73" fmla="*/ 11 h 18"/>
                <a:gd name="T74" fmla="*/ 4 w 13"/>
                <a:gd name="T75" fmla="*/ 14 h 18"/>
                <a:gd name="T76" fmla="*/ 2 w 13"/>
                <a:gd name="T77" fmla="*/ 16 h 18"/>
                <a:gd name="T78" fmla="*/ 1 w 13"/>
                <a:gd name="T79" fmla="*/ 16 h 18"/>
                <a:gd name="T80" fmla="*/ 0 w 13"/>
                <a:gd name="T81" fmla="*/ 17 h 18"/>
                <a:gd name="T82" fmla="*/ 2 w 13"/>
                <a:gd name="T83" fmla="*/ 17 h 18"/>
                <a:gd name="T84" fmla="*/ 2 w 13"/>
                <a:gd name="T85" fmla="*/ 17 h 18"/>
                <a:gd name="T86" fmla="*/ 4 w 13"/>
                <a:gd name="T87" fmla="*/ 16 h 18"/>
                <a:gd name="T88" fmla="*/ 5 w 13"/>
                <a:gd name="T89" fmla="*/ 15 h 18"/>
                <a:gd name="T90" fmla="*/ 6 w 13"/>
                <a:gd name="T91" fmla="*/ 14 h 18"/>
                <a:gd name="T92" fmla="*/ 7 w 13"/>
                <a:gd name="T93" fmla="*/ 12 h 18"/>
                <a:gd name="T94" fmla="*/ 7 w 13"/>
                <a:gd name="T95" fmla="*/ 11 h 18"/>
                <a:gd name="T96" fmla="*/ 8 w 13"/>
                <a:gd name="T97" fmla="*/ 8 h 18"/>
                <a:gd name="T98" fmla="*/ 9 w 13"/>
                <a:gd name="T99" fmla="*/ 8 h 18"/>
                <a:gd name="T100" fmla="*/ 11 w 13"/>
                <a:gd name="T101" fmla="*/ 7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3" h="18">
                  <a:moveTo>
                    <a:pt x="11" y="7"/>
                  </a:moveTo>
                  <a:cubicBezTo>
                    <a:pt x="12" y="7"/>
                    <a:pt x="12" y="7"/>
                    <a:pt x="13" y="6"/>
                  </a:cubicBezTo>
                  <a:cubicBezTo>
                    <a:pt x="13" y="6"/>
                    <a:pt x="13" y="6"/>
                    <a:pt x="13" y="5"/>
                  </a:cubicBezTo>
                  <a:cubicBezTo>
                    <a:pt x="13" y="5"/>
                    <a:pt x="12" y="5"/>
                    <a:pt x="12" y="5"/>
                  </a:cubicBezTo>
                  <a:cubicBezTo>
                    <a:pt x="12" y="5"/>
                    <a:pt x="12" y="5"/>
                    <a:pt x="11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0" y="5"/>
                    <a:pt x="11" y="5"/>
                    <a:pt x="11" y="6"/>
                  </a:cubicBezTo>
                  <a:cubicBezTo>
                    <a:pt x="11" y="6"/>
                    <a:pt x="10" y="6"/>
                    <a:pt x="10" y="6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6"/>
                    <a:pt x="8" y="6"/>
                    <a:pt x="8" y="5"/>
                  </a:cubicBezTo>
                  <a:cubicBezTo>
                    <a:pt x="8" y="5"/>
                    <a:pt x="8" y="5"/>
                    <a:pt x="8" y="4"/>
                  </a:cubicBezTo>
                  <a:cubicBezTo>
                    <a:pt x="9" y="4"/>
                    <a:pt x="8" y="3"/>
                    <a:pt x="9" y="3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2"/>
                    <a:pt x="9" y="1"/>
                    <a:pt x="9" y="1"/>
                  </a:cubicBezTo>
                  <a:cubicBezTo>
                    <a:pt x="9" y="1"/>
                    <a:pt x="8" y="1"/>
                    <a:pt x="8" y="1"/>
                  </a:cubicBezTo>
                  <a:cubicBezTo>
                    <a:pt x="8" y="0"/>
                    <a:pt x="8" y="0"/>
                    <a:pt x="7" y="0"/>
                  </a:cubicBezTo>
                  <a:cubicBezTo>
                    <a:pt x="7" y="0"/>
                    <a:pt x="6" y="1"/>
                    <a:pt x="6" y="1"/>
                  </a:cubicBezTo>
                  <a:cubicBezTo>
                    <a:pt x="6" y="1"/>
                    <a:pt x="6" y="2"/>
                    <a:pt x="7" y="2"/>
                  </a:cubicBezTo>
                  <a:cubicBezTo>
                    <a:pt x="7" y="3"/>
                    <a:pt x="7" y="4"/>
                    <a:pt x="6" y="5"/>
                  </a:cubicBezTo>
                  <a:cubicBezTo>
                    <a:pt x="6" y="6"/>
                    <a:pt x="6" y="6"/>
                    <a:pt x="6" y="7"/>
                  </a:cubicBezTo>
                  <a:cubicBezTo>
                    <a:pt x="6" y="7"/>
                    <a:pt x="7" y="8"/>
                    <a:pt x="6" y="8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5" y="8"/>
                    <a:pt x="5" y="9"/>
                    <a:pt x="5" y="9"/>
                  </a:cubicBezTo>
                  <a:cubicBezTo>
                    <a:pt x="4" y="9"/>
                    <a:pt x="3" y="9"/>
                    <a:pt x="2" y="9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0"/>
                    <a:pt x="1" y="10"/>
                    <a:pt x="1" y="10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11"/>
                    <a:pt x="1" y="11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3" y="12"/>
                    <a:pt x="3" y="12"/>
                  </a:cubicBezTo>
                  <a:cubicBezTo>
                    <a:pt x="3" y="12"/>
                    <a:pt x="3" y="12"/>
                    <a:pt x="3" y="11"/>
                  </a:cubicBezTo>
                  <a:cubicBezTo>
                    <a:pt x="4" y="11"/>
                    <a:pt x="5" y="11"/>
                    <a:pt x="5" y="10"/>
                  </a:cubicBezTo>
                  <a:cubicBezTo>
                    <a:pt x="5" y="10"/>
                    <a:pt x="5" y="9"/>
                    <a:pt x="6" y="9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6" y="10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3"/>
                    <a:pt x="4" y="14"/>
                    <a:pt x="4" y="14"/>
                  </a:cubicBezTo>
                  <a:cubicBezTo>
                    <a:pt x="3" y="15"/>
                    <a:pt x="3" y="15"/>
                    <a:pt x="2" y="16"/>
                  </a:cubicBezTo>
                  <a:cubicBezTo>
                    <a:pt x="2" y="16"/>
                    <a:pt x="1" y="16"/>
                    <a:pt x="1" y="16"/>
                  </a:cubicBezTo>
                  <a:cubicBezTo>
                    <a:pt x="1" y="17"/>
                    <a:pt x="0" y="17"/>
                    <a:pt x="0" y="17"/>
                  </a:cubicBezTo>
                  <a:cubicBezTo>
                    <a:pt x="1" y="18"/>
                    <a:pt x="2" y="17"/>
                    <a:pt x="2" y="17"/>
                  </a:cubicBezTo>
                  <a:cubicBezTo>
                    <a:pt x="2" y="17"/>
                    <a:pt x="2" y="17"/>
                    <a:pt x="2" y="17"/>
                  </a:cubicBezTo>
                  <a:cubicBezTo>
                    <a:pt x="3" y="17"/>
                    <a:pt x="4" y="16"/>
                    <a:pt x="4" y="16"/>
                  </a:cubicBezTo>
                  <a:cubicBezTo>
                    <a:pt x="5" y="16"/>
                    <a:pt x="5" y="16"/>
                    <a:pt x="5" y="15"/>
                  </a:cubicBezTo>
                  <a:cubicBezTo>
                    <a:pt x="5" y="15"/>
                    <a:pt x="6" y="15"/>
                    <a:pt x="6" y="14"/>
                  </a:cubicBezTo>
                  <a:cubicBezTo>
                    <a:pt x="7" y="13"/>
                    <a:pt x="7" y="13"/>
                    <a:pt x="7" y="12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8" y="10"/>
                    <a:pt x="8" y="9"/>
                    <a:pt x="8" y="8"/>
                  </a:cubicBezTo>
                  <a:cubicBezTo>
                    <a:pt x="8" y="8"/>
                    <a:pt x="8" y="8"/>
                    <a:pt x="9" y="8"/>
                  </a:cubicBezTo>
                  <a:cubicBezTo>
                    <a:pt x="9" y="8"/>
                    <a:pt x="10" y="7"/>
                    <a:pt x="11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" name="Freeform 224"/>
            <p:cNvSpPr/>
            <p:nvPr userDrawn="1"/>
          </p:nvSpPr>
          <p:spPr bwMode="auto">
            <a:xfrm>
              <a:off x="1216025" y="4714875"/>
              <a:ext cx="55563" cy="49213"/>
            </a:xfrm>
            <a:custGeom>
              <a:avLst/>
              <a:gdLst>
                <a:gd name="T0" fmla="*/ 5 w 8"/>
                <a:gd name="T1" fmla="*/ 5 h 7"/>
                <a:gd name="T2" fmla="*/ 4 w 8"/>
                <a:gd name="T3" fmla="*/ 3 h 7"/>
                <a:gd name="T4" fmla="*/ 3 w 8"/>
                <a:gd name="T5" fmla="*/ 3 h 7"/>
                <a:gd name="T6" fmla="*/ 2 w 8"/>
                <a:gd name="T7" fmla="*/ 2 h 7"/>
                <a:gd name="T8" fmla="*/ 2 w 8"/>
                <a:gd name="T9" fmla="*/ 2 h 7"/>
                <a:gd name="T10" fmla="*/ 1 w 8"/>
                <a:gd name="T11" fmla="*/ 1 h 7"/>
                <a:gd name="T12" fmla="*/ 0 w 8"/>
                <a:gd name="T13" fmla="*/ 0 h 7"/>
                <a:gd name="T14" fmla="*/ 1 w 8"/>
                <a:gd name="T15" fmla="*/ 1 h 7"/>
                <a:gd name="T16" fmla="*/ 1 w 8"/>
                <a:gd name="T17" fmla="*/ 3 h 7"/>
                <a:gd name="T18" fmla="*/ 2 w 8"/>
                <a:gd name="T19" fmla="*/ 4 h 7"/>
                <a:gd name="T20" fmla="*/ 3 w 8"/>
                <a:gd name="T21" fmla="*/ 5 h 7"/>
                <a:gd name="T22" fmla="*/ 3 w 8"/>
                <a:gd name="T23" fmla="*/ 6 h 7"/>
                <a:gd name="T24" fmla="*/ 5 w 8"/>
                <a:gd name="T25" fmla="*/ 7 h 7"/>
                <a:gd name="T26" fmla="*/ 6 w 8"/>
                <a:gd name="T27" fmla="*/ 7 h 7"/>
                <a:gd name="T28" fmla="*/ 6 w 8"/>
                <a:gd name="T29" fmla="*/ 7 h 7"/>
                <a:gd name="T30" fmla="*/ 7 w 8"/>
                <a:gd name="T31" fmla="*/ 6 h 7"/>
                <a:gd name="T32" fmla="*/ 8 w 8"/>
                <a:gd name="T33" fmla="*/ 6 h 7"/>
                <a:gd name="T34" fmla="*/ 6 w 8"/>
                <a:gd name="T35" fmla="*/ 5 h 7"/>
                <a:gd name="T36" fmla="*/ 5 w 8"/>
                <a:gd name="T37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8" h="7">
                  <a:moveTo>
                    <a:pt x="5" y="5"/>
                  </a:moveTo>
                  <a:cubicBezTo>
                    <a:pt x="5" y="4"/>
                    <a:pt x="4" y="4"/>
                    <a:pt x="4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1" y="1"/>
                    <a:pt x="1" y="1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1" y="1"/>
                    <a:pt x="1" y="1"/>
                  </a:cubicBezTo>
                  <a:cubicBezTo>
                    <a:pt x="1" y="2"/>
                    <a:pt x="1" y="2"/>
                    <a:pt x="1" y="3"/>
                  </a:cubicBezTo>
                  <a:cubicBezTo>
                    <a:pt x="1" y="3"/>
                    <a:pt x="2" y="4"/>
                    <a:pt x="2" y="4"/>
                  </a:cubicBezTo>
                  <a:cubicBezTo>
                    <a:pt x="2" y="4"/>
                    <a:pt x="2" y="5"/>
                    <a:pt x="3" y="5"/>
                  </a:cubicBezTo>
                  <a:cubicBezTo>
                    <a:pt x="3" y="5"/>
                    <a:pt x="3" y="6"/>
                    <a:pt x="3" y="6"/>
                  </a:cubicBezTo>
                  <a:cubicBezTo>
                    <a:pt x="4" y="6"/>
                    <a:pt x="4" y="7"/>
                    <a:pt x="5" y="7"/>
                  </a:cubicBezTo>
                  <a:cubicBezTo>
                    <a:pt x="5" y="7"/>
                    <a:pt x="5" y="7"/>
                    <a:pt x="6" y="7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6" y="7"/>
                    <a:pt x="7" y="7"/>
                    <a:pt x="7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8" y="5"/>
                    <a:pt x="7" y="5"/>
                    <a:pt x="6" y="5"/>
                  </a:cubicBezTo>
                  <a:cubicBezTo>
                    <a:pt x="6" y="5"/>
                    <a:pt x="6" y="5"/>
                    <a:pt x="5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" name="Freeform 225"/>
            <p:cNvSpPr>
              <a:spLocks noEditPoints="1"/>
            </p:cNvSpPr>
            <p:nvPr userDrawn="1"/>
          </p:nvSpPr>
          <p:spPr bwMode="auto">
            <a:xfrm>
              <a:off x="1562100" y="4638675"/>
              <a:ext cx="96838" cy="168275"/>
            </a:xfrm>
            <a:custGeom>
              <a:avLst/>
              <a:gdLst>
                <a:gd name="T0" fmla="*/ 12 w 14"/>
                <a:gd name="T1" fmla="*/ 5 h 24"/>
                <a:gd name="T2" fmla="*/ 14 w 14"/>
                <a:gd name="T3" fmla="*/ 2 h 24"/>
                <a:gd name="T4" fmla="*/ 13 w 14"/>
                <a:gd name="T5" fmla="*/ 1 h 24"/>
                <a:gd name="T6" fmla="*/ 11 w 14"/>
                <a:gd name="T7" fmla="*/ 4 h 24"/>
                <a:gd name="T8" fmla="*/ 10 w 14"/>
                <a:gd name="T9" fmla="*/ 5 h 24"/>
                <a:gd name="T10" fmla="*/ 9 w 14"/>
                <a:gd name="T11" fmla="*/ 7 h 24"/>
                <a:gd name="T12" fmla="*/ 10 w 14"/>
                <a:gd name="T13" fmla="*/ 9 h 24"/>
                <a:gd name="T14" fmla="*/ 8 w 14"/>
                <a:gd name="T15" fmla="*/ 6 h 24"/>
                <a:gd name="T16" fmla="*/ 9 w 14"/>
                <a:gd name="T17" fmla="*/ 3 h 24"/>
                <a:gd name="T18" fmla="*/ 9 w 14"/>
                <a:gd name="T19" fmla="*/ 0 h 24"/>
                <a:gd name="T20" fmla="*/ 7 w 14"/>
                <a:gd name="T21" fmla="*/ 2 h 24"/>
                <a:gd name="T22" fmla="*/ 5 w 14"/>
                <a:gd name="T23" fmla="*/ 5 h 24"/>
                <a:gd name="T24" fmla="*/ 3 w 14"/>
                <a:gd name="T25" fmla="*/ 6 h 24"/>
                <a:gd name="T26" fmla="*/ 4 w 14"/>
                <a:gd name="T27" fmla="*/ 8 h 24"/>
                <a:gd name="T28" fmla="*/ 2 w 14"/>
                <a:gd name="T29" fmla="*/ 8 h 24"/>
                <a:gd name="T30" fmla="*/ 2 w 14"/>
                <a:gd name="T31" fmla="*/ 11 h 24"/>
                <a:gd name="T32" fmla="*/ 4 w 14"/>
                <a:gd name="T33" fmla="*/ 11 h 24"/>
                <a:gd name="T34" fmla="*/ 5 w 14"/>
                <a:gd name="T35" fmla="*/ 9 h 24"/>
                <a:gd name="T36" fmla="*/ 5 w 14"/>
                <a:gd name="T37" fmla="*/ 11 h 24"/>
                <a:gd name="T38" fmla="*/ 9 w 14"/>
                <a:gd name="T39" fmla="*/ 9 h 24"/>
                <a:gd name="T40" fmla="*/ 7 w 14"/>
                <a:gd name="T41" fmla="*/ 12 h 24"/>
                <a:gd name="T42" fmla="*/ 4 w 14"/>
                <a:gd name="T43" fmla="*/ 13 h 24"/>
                <a:gd name="T44" fmla="*/ 5 w 14"/>
                <a:gd name="T45" fmla="*/ 14 h 24"/>
                <a:gd name="T46" fmla="*/ 9 w 14"/>
                <a:gd name="T47" fmla="*/ 11 h 24"/>
                <a:gd name="T48" fmla="*/ 8 w 14"/>
                <a:gd name="T49" fmla="*/ 15 h 24"/>
                <a:gd name="T50" fmla="*/ 6 w 14"/>
                <a:gd name="T51" fmla="*/ 18 h 24"/>
                <a:gd name="T52" fmla="*/ 4 w 14"/>
                <a:gd name="T53" fmla="*/ 20 h 24"/>
                <a:gd name="T54" fmla="*/ 0 w 14"/>
                <a:gd name="T55" fmla="*/ 22 h 24"/>
                <a:gd name="T56" fmla="*/ 4 w 14"/>
                <a:gd name="T57" fmla="*/ 21 h 24"/>
                <a:gd name="T58" fmla="*/ 8 w 14"/>
                <a:gd name="T59" fmla="*/ 18 h 24"/>
                <a:gd name="T60" fmla="*/ 8 w 14"/>
                <a:gd name="T61" fmla="*/ 22 h 24"/>
                <a:gd name="T62" fmla="*/ 6 w 14"/>
                <a:gd name="T63" fmla="*/ 23 h 24"/>
                <a:gd name="T64" fmla="*/ 9 w 14"/>
                <a:gd name="T65" fmla="*/ 23 h 24"/>
                <a:gd name="T66" fmla="*/ 11 w 14"/>
                <a:gd name="T67" fmla="*/ 21 h 24"/>
                <a:gd name="T68" fmla="*/ 9 w 14"/>
                <a:gd name="T69" fmla="*/ 18 h 24"/>
                <a:gd name="T70" fmla="*/ 11 w 14"/>
                <a:gd name="T71" fmla="*/ 17 h 24"/>
                <a:gd name="T72" fmla="*/ 9 w 14"/>
                <a:gd name="T73" fmla="*/ 14 h 24"/>
                <a:gd name="T74" fmla="*/ 14 w 14"/>
                <a:gd name="T75" fmla="*/ 9 h 24"/>
                <a:gd name="T76" fmla="*/ 11 w 14"/>
                <a:gd name="T77" fmla="*/ 9 h 24"/>
                <a:gd name="T78" fmla="*/ 12 w 14"/>
                <a:gd name="T79" fmla="*/ 6 h 24"/>
                <a:gd name="T80" fmla="*/ 5 w 14"/>
                <a:gd name="T81" fmla="*/ 6 h 24"/>
                <a:gd name="T82" fmla="*/ 7 w 14"/>
                <a:gd name="T83" fmla="*/ 8 h 24"/>
                <a:gd name="T84" fmla="*/ 7 w 14"/>
                <a:gd name="T85" fmla="*/ 8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" h="24">
                  <a:moveTo>
                    <a:pt x="12" y="6"/>
                  </a:moveTo>
                  <a:cubicBezTo>
                    <a:pt x="12" y="6"/>
                    <a:pt x="12" y="6"/>
                    <a:pt x="12" y="6"/>
                  </a:cubicBezTo>
                  <a:cubicBezTo>
                    <a:pt x="12" y="6"/>
                    <a:pt x="12" y="5"/>
                    <a:pt x="12" y="5"/>
                  </a:cubicBezTo>
                  <a:cubicBezTo>
                    <a:pt x="12" y="5"/>
                    <a:pt x="13" y="4"/>
                    <a:pt x="13" y="3"/>
                  </a:cubicBezTo>
                  <a:cubicBezTo>
                    <a:pt x="13" y="3"/>
                    <a:pt x="13" y="3"/>
                    <a:pt x="14" y="3"/>
                  </a:cubicBezTo>
                  <a:cubicBezTo>
                    <a:pt x="14" y="3"/>
                    <a:pt x="14" y="2"/>
                    <a:pt x="14" y="2"/>
                  </a:cubicBezTo>
                  <a:cubicBezTo>
                    <a:pt x="14" y="2"/>
                    <a:pt x="14" y="2"/>
                    <a:pt x="13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1"/>
                    <a:pt x="12" y="1"/>
                    <a:pt x="12" y="1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3"/>
                    <a:pt x="12" y="4"/>
                    <a:pt x="11" y="4"/>
                  </a:cubicBezTo>
                  <a:cubicBezTo>
                    <a:pt x="11" y="5"/>
                    <a:pt x="11" y="6"/>
                    <a:pt x="10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9" y="5"/>
                    <a:pt x="8" y="5"/>
                    <a:pt x="8" y="5"/>
                  </a:cubicBezTo>
                  <a:cubicBezTo>
                    <a:pt x="9" y="5"/>
                    <a:pt x="9" y="5"/>
                    <a:pt x="9" y="6"/>
                  </a:cubicBezTo>
                  <a:cubicBezTo>
                    <a:pt x="9" y="6"/>
                    <a:pt x="9" y="7"/>
                    <a:pt x="9" y="7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0" y="8"/>
                    <a:pt x="10" y="9"/>
                    <a:pt x="10" y="9"/>
                  </a:cubicBezTo>
                  <a:cubicBezTo>
                    <a:pt x="10" y="9"/>
                    <a:pt x="9" y="9"/>
                    <a:pt x="8" y="9"/>
                  </a:cubicBezTo>
                  <a:cubicBezTo>
                    <a:pt x="8" y="8"/>
                    <a:pt x="7" y="7"/>
                    <a:pt x="8" y="7"/>
                  </a:cubicBezTo>
                  <a:cubicBezTo>
                    <a:pt x="8" y="7"/>
                    <a:pt x="8" y="7"/>
                    <a:pt x="8" y="6"/>
                  </a:cubicBezTo>
                  <a:cubicBezTo>
                    <a:pt x="9" y="6"/>
                    <a:pt x="8" y="5"/>
                    <a:pt x="8" y="5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3"/>
                  </a:cubicBezTo>
                  <a:cubicBezTo>
                    <a:pt x="9" y="3"/>
                    <a:pt x="10" y="2"/>
                    <a:pt x="10" y="2"/>
                  </a:cubicBezTo>
                  <a:cubicBezTo>
                    <a:pt x="10" y="2"/>
                    <a:pt x="10" y="1"/>
                    <a:pt x="10" y="1"/>
                  </a:cubicBezTo>
                  <a:cubicBezTo>
                    <a:pt x="10" y="1"/>
                    <a:pt x="10" y="0"/>
                    <a:pt x="9" y="0"/>
                  </a:cubicBezTo>
                  <a:cubicBezTo>
                    <a:pt x="9" y="0"/>
                    <a:pt x="9" y="0"/>
                    <a:pt x="8" y="0"/>
                  </a:cubicBezTo>
                  <a:cubicBezTo>
                    <a:pt x="8" y="0"/>
                    <a:pt x="7" y="0"/>
                    <a:pt x="7" y="0"/>
                  </a:cubicBezTo>
                  <a:cubicBezTo>
                    <a:pt x="7" y="1"/>
                    <a:pt x="7" y="1"/>
                    <a:pt x="7" y="2"/>
                  </a:cubicBezTo>
                  <a:cubicBezTo>
                    <a:pt x="7" y="3"/>
                    <a:pt x="7" y="3"/>
                    <a:pt x="7" y="4"/>
                  </a:cubicBezTo>
                  <a:cubicBezTo>
                    <a:pt x="7" y="4"/>
                    <a:pt x="7" y="4"/>
                    <a:pt x="7" y="5"/>
                  </a:cubicBezTo>
                  <a:cubicBezTo>
                    <a:pt x="7" y="5"/>
                    <a:pt x="6" y="5"/>
                    <a:pt x="5" y="5"/>
                  </a:cubicBezTo>
                  <a:cubicBezTo>
                    <a:pt x="5" y="5"/>
                    <a:pt x="4" y="5"/>
                    <a:pt x="4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3" y="6"/>
                    <a:pt x="2" y="7"/>
                    <a:pt x="2" y="7"/>
                  </a:cubicBezTo>
                  <a:cubicBezTo>
                    <a:pt x="2" y="7"/>
                    <a:pt x="3" y="7"/>
                    <a:pt x="3" y="7"/>
                  </a:cubicBezTo>
                  <a:cubicBezTo>
                    <a:pt x="3" y="7"/>
                    <a:pt x="3" y="7"/>
                    <a:pt x="4" y="8"/>
                  </a:cubicBezTo>
                  <a:cubicBezTo>
                    <a:pt x="4" y="8"/>
                    <a:pt x="4" y="8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3" y="9"/>
                    <a:pt x="3" y="8"/>
                    <a:pt x="2" y="8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0"/>
                    <a:pt x="2" y="11"/>
                    <a:pt x="2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3" y="11"/>
                    <a:pt x="3" y="12"/>
                    <a:pt x="3" y="12"/>
                  </a:cubicBezTo>
                  <a:cubicBezTo>
                    <a:pt x="4" y="12"/>
                    <a:pt x="4" y="11"/>
                    <a:pt x="4" y="11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5" y="10"/>
                    <a:pt x="5" y="9"/>
                    <a:pt x="5" y="9"/>
                  </a:cubicBezTo>
                  <a:cubicBezTo>
                    <a:pt x="5" y="9"/>
                    <a:pt x="5" y="8"/>
                    <a:pt x="5" y="8"/>
                  </a:cubicBezTo>
                  <a:cubicBezTo>
                    <a:pt x="6" y="8"/>
                    <a:pt x="6" y="9"/>
                    <a:pt x="6" y="9"/>
                  </a:cubicBezTo>
                  <a:cubicBezTo>
                    <a:pt x="6" y="10"/>
                    <a:pt x="5" y="10"/>
                    <a:pt x="5" y="11"/>
                  </a:cubicBezTo>
                  <a:cubicBezTo>
                    <a:pt x="5" y="11"/>
                    <a:pt x="6" y="10"/>
                    <a:pt x="6" y="10"/>
                  </a:cubicBezTo>
                  <a:cubicBezTo>
                    <a:pt x="6" y="10"/>
                    <a:pt x="6" y="9"/>
                    <a:pt x="7" y="9"/>
                  </a:cubicBezTo>
                  <a:cubicBezTo>
                    <a:pt x="7" y="10"/>
                    <a:pt x="8" y="10"/>
                    <a:pt x="9" y="9"/>
                  </a:cubicBezTo>
                  <a:cubicBezTo>
                    <a:pt x="9" y="9"/>
                    <a:pt x="9" y="10"/>
                    <a:pt x="9" y="10"/>
                  </a:cubicBezTo>
                  <a:cubicBezTo>
                    <a:pt x="9" y="11"/>
                    <a:pt x="8" y="11"/>
                    <a:pt x="8" y="11"/>
                  </a:cubicBezTo>
                  <a:cubicBezTo>
                    <a:pt x="8" y="11"/>
                    <a:pt x="7" y="11"/>
                    <a:pt x="7" y="12"/>
                  </a:cubicBezTo>
                  <a:cubicBezTo>
                    <a:pt x="7" y="12"/>
                    <a:pt x="6" y="12"/>
                    <a:pt x="6" y="12"/>
                  </a:cubicBezTo>
                  <a:cubicBezTo>
                    <a:pt x="6" y="12"/>
                    <a:pt x="5" y="13"/>
                    <a:pt x="5" y="13"/>
                  </a:cubicBezTo>
                  <a:cubicBezTo>
                    <a:pt x="5" y="13"/>
                    <a:pt x="5" y="13"/>
                    <a:pt x="4" y="13"/>
                  </a:cubicBezTo>
                  <a:cubicBezTo>
                    <a:pt x="4" y="13"/>
                    <a:pt x="3" y="14"/>
                    <a:pt x="3" y="14"/>
                  </a:cubicBezTo>
                  <a:cubicBezTo>
                    <a:pt x="3" y="15"/>
                    <a:pt x="4" y="15"/>
                    <a:pt x="4" y="15"/>
                  </a:cubicBezTo>
                  <a:cubicBezTo>
                    <a:pt x="5" y="15"/>
                    <a:pt x="5" y="14"/>
                    <a:pt x="5" y="14"/>
                  </a:cubicBezTo>
                  <a:cubicBezTo>
                    <a:pt x="6" y="14"/>
                    <a:pt x="6" y="14"/>
                    <a:pt x="6" y="13"/>
                  </a:cubicBezTo>
                  <a:cubicBezTo>
                    <a:pt x="7" y="13"/>
                    <a:pt x="7" y="13"/>
                    <a:pt x="8" y="12"/>
                  </a:cubicBezTo>
                  <a:cubicBezTo>
                    <a:pt x="8" y="12"/>
                    <a:pt x="8" y="11"/>
                    <a:pt x="9" y="11"/>
                  </a:cubicBezTo>
                  <a:cubicBezTo>
                    <a:pt x="9" y="11"/>
                    <a:pt x="10" y="11"/>
                    <a:pt x="10" y="11"/>
                  </a:cubicBezTo>
                  <a:cubicBezTo>
                    <a:pt x="9" y="13"/>
                    <a:pt x="9" y="14"/>
                    <a:pt x="7" y="14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6"/>
                  </a:cubicBezTo>
                  <a:cubicBezTo>
                    <a:pt x="8" y="16"/>
                    <a:pt x="7" y="17"/>
                    <a:pt x="7" y="17"/>
                  </a:cubicBezTo>
                  <a:cubicBezTo>
                    <a:pt x="6" y="17"/>
                    <a:pt x="6" y="18"/>
                    <a:pt x="6" y="18"/>
                  </a:cubicBezTo>
                  <a:cubicBezTo>
                    <a:pt x="5" y="18"/>
                    <a:pt x="5" y="18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20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3" y="20"/>
                    <a:pt x="3" y="20"/>
                    <a:pt x="2" y="20"/>
                  </a:cubicBezTo>
                  <a:cubicBezTo>
                    <a:pt x="2" y="21"/>
                    <a:pt x="0" y="21"/>
                    <a:pt x="0" y="22"/>
                  </a:cubicBezTo>
                  <a:cubicBezTo>
                    <a:pt x="1" y="23"/>
                    <a:pt x="2" y="22"/>
                    <a:pt x="3" y="23"/>
                  </a:cubicBezTo>
                  <a:cubicBezTo>
                    <a:pt x="3" y="22"/>
                    <a:pt x="3" y="22"/>
                    <a:pt x="4" y="22"/>
                  </a:cubicBezTo>
                  <a:cubicBezTo>
                    <a:pt x="4" y="22"/>
                    <a:pt x="4" y="22"/>
                    <a:pt x="4" y="21"/>
                  </a:cubicBezTo>
                  <a:cubicBezTo>
                    <a:pt x="5" y="21"/>
                    <a:pt x="6" y="20"/>
                    <a:pt x="6" y="20"/>
                  </a:cubicBezTo>
                  <a:cubicBezTo>
                    <a:pt x="6" y="19"/>
                    <a:pt x="7" y="19"/>
                    <a:pt x="7" y="18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9" y="18"/>
                    <a:pt x="8" y="19"/>
                    <a:pt x="8" y="20"/>
                  </a:cubicBezTo>
                  <a:cubicBezTo>
                    <a:pt x="8" y="21"/>
                    <a:pt x="9" y="21"/>
                    <a:pt x="9" y="21"/>
                  </a:cubicBezTo>
                  <a:cubicBezTo>
                    <a:pt x="9" y="22"/>
                    <a:pt x="8" y="21"/>
                    <a:pt x="8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7" y="22"/>
                    <a:pt x="6" y="22"/>
                    <a:pt x="5" y="22"/>
                  </a:cubicBezTo>
                  <a:cubicBezTo>
                    <a:pt x="5" y="23"/>
                    <a:pt x="6" y="23"/>
                    <a:pt x="6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3"/>
                    <a:pt x="8" y="23"/>
                    <a:pt x="8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10" y="24"/>
                    <a:pt x="10" y="23"/>
                  </a:cubicBezTo>
                  <a:cubicBezTo>
                    <a:pt x="10" y="23"/>
                    <a:pt x="11" y="23"/>
                    <a:pt x="11" y="23"/>
                  </a:cubicBezTo>
                  <a:cubicBezTo>
                    <a:pt x="12" y="22"/>
                    <a:pt x="11" y="22"/>
                    <a:pt x="11" y="21"/>
                  </a:cubicBezTo>
                  <a:cubicBezTo>
                    <a:pt x="10" y="21"/>
                    <a:pt x="10" y="20"/>
                    <a:pt x="10" y="20"/>
                  </a:cubicBezTo>
                  <a:cubicBezTo>
                    <a:pt x="10" y="20"/>
                    <a:pt x="10" y="19"/>
                    <a:pt x="10" y="19"/>
                  </a:cubicBezTo>
                  <a:cubicBezTo>
                    <a:pt x="10" y="19"/>
                    <a:pt x="9" y="19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8"/>
                    <a:pt x="9" y="17"/>
                    <a:pt x="9" y="17"/>
                  </a:cubicBezTo>
                  <a:cubicBezTo>
                    <a:pt x="10" y="17"/>
                    <a:pt x="10" y="17"/>
                    <a:pt x="11" y="17"/>
                  </a:cubicBezTo>
                  <a:cubicBezTo>
                    <a:pt x="12" y="17"/>
                    <a:pt x="12" y="16"/>
                    <a:pt x="12" y="15"/>
                  </a:cubicBezTo>
                  <a:cubicBezTo>
                    <a:pt x="12" y="15"/>
                    <a:pt x="11" y="15"/>
                    <a:pt x="11" y="15"/>
                  </a:cubicBezTo>
                  <a:cubicBezTo>
                    <a:pt x="11" y="14"/>
                    <a:pt x="10" y="14"/>
                    <a:pt x="9" y="14"/>
                  </a:cubicBezTo>
                  <a:cubicBezTo>
                    <a:pt x="10" y="13"/>
                    <a:pt x="10" y="12"/>
                    <a:pt x="11" y="12"/>
                  </a:cubicBezTo>
                  <a:cubicBezTo>
                    <a:pt x="11" y="12"/>
                    <a:pt x="12" y="12"/>
                    <a:pt x="12" y="11"/>
                  </a:cubicBezTo>
                  <a:cubicBezTo>
                    <a:pt x="13" y="11"/>
                    <a:pt x="13" y="9"/>
                    <a:pt x="14" y="9"/>
                  </a:cubicBezTo>
                  <a:cubicBezTo>
                    <a:pt x="13" y="9"/>
                    <a:pt x="14" y="9"/>
                    <a:pt x="14" y="8"/>
                  </a:cubicBezTo>
                  <a:cubicBezTo>
                    <a:pt x="14" y="8"/>
                    <a:pt x="13" y="8"/>
                    <a:pt x="13" y="8"/>
                  </a:cubicBezTo>
                  <a:cubicBezTo>
                    <a:pt x="12" y="8"/>
                    <a:pt x="12" y="8"/>
                    <a:pt x="11" y="9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1" y="8"/>
                    <a:pt x="11" y="8"/>
                    <a:pt x="11" y="7"/>
                  </a:cubicBezTo>
                  <a:cubicBezTo>
                    <a:pt x="11" y="7"/>
                    <a:pt x="11" y="7"/>
                    <a:pt x="12" y="6"/>
                  </a:cubicBezTo>
                  <a:close/>
                  <a:moveTo>
                    <a:pt x="5" y="8"/>
                  </a:moveTo>
                  <a:cubicBezTo>
                    <a:pt x="4" y="7"/>
                    <a:pt x="4" y="7"/>
                    <a:pt x="4" y="6"/>
                  </a:cubicBezTo>
                  <a:cubicBezTo>
                    <a:pt x="4" y="6"/>
                    <a:pt x="5" y="6"/>
                    <a:pt x="5" y="6"/>
                  </a:cubicBezTo>
                  <a:cubicBezTo>
                    <a:pt x="5" y="6"/>
                    <a:pt x="5" y="6"/>
                    <a:pt x="6" y="6"/>
                  </a:cubicBezTo>
                  <a:cubicBezTo>
                    <a:pt x="6" y="7"/>
                    <a:pt x="5" y="7"/>
                    <a:pt x="5" y="8"/>
                  </a:cubicBezTo>
                  <a:close/>
                  <a:moveTo>
                    <a:pt x="7" y="8"/>
                  </a:moveTo>
                  <a:cubicBezTo>
                    <a:pt x="6" y="8"/>
                    <a:pt x="6" y="8"/>
                    <a:pt x="5" y="8"/>
                  </a:cubicBezTo>
                  <a:cubicBezTo>
                    <a:pt x="6" y="7"/>
                    <a:pt x="6" y="6"/>
                    <a:pt x="6" y="6"/>
                  </a:cubicBezTo>
                  <a:cubicBezTo>
                    <a:pt x="7" y="6"/>
                    <a:pt x="7" y="7"/>
                    <a:pt x="7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" name="Freeform 226"/>
            <p:cNvSpPr/>
            <p:nvPr userDrawn="1"/>
          </p:nvSpPr>
          <p:spPr bwMode="auto">
            <a:xfrm>
              <a:off x="1555750" y="4737100"/>
              <a:ext cx="20638" cy="34925"/>
            </a:xfrm>
            <a:custGeom>
              <a:avLst/>
              <a:gdLst>
                <a:gd name="T0" fmla="*/ 3 w 3"/>
                <a:gd name="T1" fmla="*/ 4 h 5"/>
                <a:gd name="T2" fmla="*/ 3 w 3"/>
                <a:gd name="T3" fmla="*/ 2 h 5"/>
                <a:gd name="T4" fmla="*/ 3 w 3"/>
                <a:gd name="T5" fmla="*/ 1 h 5"/>
                <a:gd name="T6" fmla="*/ 1 w 3"/>
                <a:gd name="T7" fmla="*/ 0 h 5"/>
                <a:gd name="T8" fmla="*/ 1 w 3"/>
                <a:gd name="T9" fmla="*/ 1 h 5"/>
                <a:gd name="T10" fmla="*/ 1 w 3"/>
                <a:gd name="T11" fmla="*/ 3 h 5"/>
                <a:gd name="T12" fmla="*/ 1 w 3"/>
                <a:gd name="T13" fmla="*/ 3 h 5"/>
                <a:gd name="T14" fmla="*/ 1 w 3"/>
                <a:gd name="T15" fmla="*/ 4 h 5"/>
                <a:gd name="T16" fmla="*/ 0 w 3"/>
                <a:gd name="T17" fmla="*/ 4 h 5"/>
                <a:gd name="T18" fmla="*/ 0 w 3"/>
                <a:gd name="T19" fmla="*/ 5 h 5"/>
                <a:gd name="T20" fmla="*/ 1 w 3"/>
                <a:gd name="T21" fmla="*/ 5 h 5"/>
                <a:gd name="T22" fmla="*/ 3 w 3"/>
                <a:gd name="T23" fmla="*/ 5 h 5"/>
                <a:gd name="T24" fmla="*/ 3 w 3"/>
                <a:gd name="T25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" h="5">
                  <a:moveTo>
                    <a:pt x="3" y="4"/>
                  </a:moveTo>
                  <a:cubicBezTo>
                    <a:pt x="3" y="3"/>
                    <a:pt x="3" y="2"/>
                    <a:pt x="3" y="2"/>
                  </a:cubicBezTo>
                  <a:cubicBezTo>
                    <a:pt x="3" y="2"/>
                    <a:pt x="3" y="2"/>
                    <a:pt x="3" y="1"/>
                  </a:cubicBezTo>
                  <a:cubicBezTo>
                    <a:pt x="2" y="1"/>
                    <a:pt x="2" y="0"/>
                    <a:pt x="1" y="0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1" y="2"/>
                    <a:pt x="1" y="2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4"/>
                  </a:cubicBezTo>
                  <a:cubicBezTo>
                    <a:pt x="1" y="4"/>
                    <a:pt x="0" y="4"/>
                    <a:pt x="0" y="4"/>
                  </a:cubicBezTo>
                  <a:cubicBezTo>
                    <a:pt x="0" y="4"/>
                    <a:pt x="0" y="5"/>
                    <a:pt x="0" y="5"/>
                  </a:cubicBezTo>
                  <a:cubicBezTo>
                    <a:pt x="0" y="5"/>
                    <a:pt x="1" y="5"/>
                    <a:pt x="1" y="5"/>
                  </a:cubicBezTo>
                  <a:cubicBezTo>
                    <a:pt x="2" y="5"/>
                    <a:pt x="2" y="5"/>
                    <a:pt x="3" y="5"/>
                  </a:cubicBezTo>
                  <a:cubicBezTo>
                    <a:pt x="3" y="5"/>
                    <a:pt x="3" y="4"/>
                    <a:pt x="3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Freeform 227"/>
            <p:cNvSpPr/>
            <p:nvPr userDrawn="1"/>
          </p:nvSpPr>
          <p:spPr bwMode="auto">
            <a:xfrm>
              <a:off x="808038" y="4652963"/>
              <a:ext cx="20638" cy="20638"/>
            </a:xfrm>
            <a:custGeom>
              <a:avLst/>
              <a:gdLst>
                <a:gd name="T0" fmla="*/ 1 w 3"/>
                <a:gd name="T1" fmla="*/ 2 h 3"/>
                <a:gd name="T2" fmla="*/ 3 w 3"/>
                <a:gd name="T3" fmla="*/ 2 h 3"/>
                <a:gd name="T4" fmla="*/ 3 w 3"/>
                <a:gd name="T5" fmla="*/ 1 h 3"/>
                <a:gd name="T6" fmla="*/ 2 w 3"/>
                <a:gd name="T7" fmla="*/ 0 h 3"/>
                <a:gd name="T8" fmla="*/ 0 w 3"/>
                <a:gd name="T9" fmla="*/ 1 h 3"/>
                <a:gd name="T10" fmla="*/ 1 w 3"/>
                <a:gd name="T11" fmla="*/ 2 h 3"/>
                <a:gd name="T12" fmla="*/ 1 w 3"/>
                <a:gd name="T13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3">
                  <a:moveTo>
                    <a:pt x="1" y="2"/>
                  </a:moveTo>
                  <a:cubicBezTo>
                    <a:pt x="2" y="2"/>
                    <a:pt x="3" y="3"/>
                    <a:pt x="3" y="2"/>
                  </a:cubicBezTo>
                  <a:cubicBezTo>
                    <a:pt x="3" y="2"/>
                    <a:pt x="3" y="1"/>
                    <a:pt x="3" y="1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"/>
                    <a:pt x="0" y="1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" name="Freeform 228"/>
            <p:cNvSpPr/>
            <p:nvPr userDrawn="1"/>
          </p:nvSpPr>
          <p:spPr bwMode="auto">
            <a:xfrm>
              <a:off x="781050" y="4667250"/>
              <a:ext cx="69850" cy="41275"/>
            </a:xfrm>
            <a:custGeom>
              <a:avLst/>
              <a:gdLst>
                <a:gd name="T0" fmla="*/ 1 w 10"/>
                <a:gd name="T1" fmla="*/ 6 h 6"/>
                <a:gd name="T2" fmla="*/ 3 w 10"/>
                <a:gd name="T3" fmla="*/ 6 h 6"/>
                <a:gd name="T4" fmla="*/ 3 w 10"/>
                <a:gd name="T5" fmla="*/ 5 h 6"/>
                <a:gd name="T6" fmla="*/ 4 w 10"/>
                <a:gd name="T7" fmla="*/ 5 h 6"/>
                <a:gd name="T8" fmla="*/ 5 w 10"/>
                <a:gd name="T9" fmla="*/ 4 h 6"/>
                <a:gd name="T10" fmla="*/ 6 w 10"/>
                <a:gd name="T11" fmla="*/ 3 h 6"/>
                <a:gd name="T12" fmla="*/ 7 w 10"/>
                <a:gd name="T13" fmla="*/ 2 h 6"/>
                <a:gd name="T14" fmla="*/ 10 w 10"/>
                <a:gd name="T15" fmla="*/ 0 h 6"/>
                <a:gd name="T16" fmla="*/ 9 w 10"/>
                <a:gd name="T17" fmla="*/ 0 h 6"/>
                <a:gd name="T18" fmla="*/ 9 w 10"/>
                <a:gd name="T19" fmla="*/ 0 h 6"/>
                <a:gd name="T20" fmla="*/ 7 w 10"/>
                <a:gd name="T21" fmla="*/ 1 h 6"/>
                <a:gd name="T22" fmla="*/ 6 w 10"/>
                <a:gd name="T23" fmla="*/ 2 h 6"/>
                <a:gd name="T24" fmla="*/ 5 w 10"/>
                <a:gd name="T25" fmla="*/ 2 h 6"/>
                <a:gd name="T26" fmla="*/ 5 w 10"/>
                <a:gd name="T27" fmla="*/ 2 h 6"/>
                <a:gd name="T28" fmla="*/ 3 w 10"/>
                <a:gd name="T29" fmla="*/ 3 h 6"/>
                <a:gd name="T30" fmla="*/ 2 w 10"/>
                <a:gd name="T31" fmla="*/ 4 h 6"/>
                <a:gd name="T32" fmla="*/ 0 w 10"/>
                <a:gd name="T33" fmla="*/ 5 h 6"/>
                <a:gd name="T34" fmla="*/ 0 w 10"/>
                <a:gd name="T35" fmla="*/ 6 h 6"/>
                <a:gd name="T36" fmla="*/ 1 w 10"/>
                <a:gd name="T37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" h="6">
                  <a:moveTo>
                    <a:pt x="1" y="6"/>
                  </a:moveTo>
                  <a:cubicBezTo>
                    <a:pt x="1" y="6"/>
                    <a:pt x="2" y="6"/>
                    <a:pt x="3" y="6"/>
                  </a:cubicBezTo>
                  <a:cubicBezTo>
                    <a:pt x="3" y="6"/>
                    <a:pt x="3" y="6"/>
                    <a:pt x="3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4"/>
                    <a:pt x="4" y="4"/>
                    <a:pt x="5" y="4"/>
                  </a:cubicBezTo>
                  <a:cubicBezTo>
                    <a:pt x="5" y="4"/>
                    <a:pt x="6" y="3"/>
                    <a:pt x="6" y="3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1"/>
                    <a:pt x="10" y="0"/>
                  </a:cubicBezTo>
                  <a:cubicBezTo>
                    <a:pt x="10" y="0"/>
                    <a:pt x="10" y="0"/>
                    <a:pt x="9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8" y="0"/>
                    <a:pt x="8" y="1"/>
                    <a:pt x="7" y="1"/>
                  </a:cubicBezTo>
                  <a:cubicBezTo>
                    <a:pt x="7" y="1"/>
                    <a:pt x="6" y="2"/>
                    <a:pt x="6" y="2"/>
                  </a:cubicBezTo>
                  <a:cubicBezTo>
                    <a:pt x="6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3"/>
                    <a:pt x="4" y="3"/>
                    <a:pt x="3" y="3"/>
                  </a:cubicBezTo>
                  <a:cubicBezTo>
                    <a:pt x="3" y="3"/>
                    <a:pt x="2" y="4"/>
                    <a:pt x="2" y="4"/>
                  </a:cubicBezTo>
                  <a:cubicBezTo>
                    <a:pt x="1" y="4"/>
                    <a:pt x="0" y="5"/>
                    <a:pt x="0" y="5"/>
                  </a:cubicBezTo>
                  <a:cubicBezTo>
                    <a:pt x="0" y="5"/>
                    <a:pt x="0" y="5"/>
                    <a:pt x="0" y="6"/>
                  </a:cubicBezTo>
                  <a:cubicBezTo>
                    <a:pt x="0" y="6"/>
                    <a:pt x="0" y="6"/>
                    <a:pt x="1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" name="Freeform 229"/>
            <p:cNvSpPr/>
            <p:nvPr userDrawn="1"/>
          </p:nvSpPr>
          <p:spPr bwMode="auto">
            <a:xfrm>
              <a:off x="808038" y="4694238"/>
              <a:ext cx="42863" cy="42863"/>
            </a:xfrm>
            <a:custGeom>
              <a:avLst/>
              <a:gdLst>
                <a:gd name="T0" fmla="*/ 5 w 6"/>
                <a:gd name="T1" fmla="*/ 3 h 6"/>
                <a:gd name="T2" fmla="*/ 4 w 6"/>
                <a:gd name="T3" fmla="*/ 3 h 6"/>
                <a:gd name="T4" fmla="*/ 5 w 6"/>
                <a:gd name="T5" fmla="*/ 3 h 6"/>
                <a:gd name="T6" fmla="*/ 5 w 6"/>
                <a:gd name="T7" fmla="*/ 2 h 6"/>
                <a:gd name="T8" fmla="*/ 6 w 6"/>
                <a:gd name="T9" fmla="*/ 1 h 6"/>
                <a:gd name="T10" fmla="*/ 4 w 6"/>
                <a:gd name="T11" fmla="*/ 0 h 6"/>
                <a:gd name="T12" fmla="*/ 3 w 6"/>
                <a:gd name="T13" fmla="*/ 1 h 6"/>
                <a:gd name="T14" fmla="*/ 1 w 6"/>
                <a:gd name="T15" fmla="*/ 2 h 6"/>
                <a:gd name="T16" fmla="*/ 0 w 6"/>
                <a:gd name="T17" fmla="*/ 3 h 6"/>
                <a:gd name="T18" fmla="*/ 1 w 6"/>
                <a:gd name="T19" fmla="*/ 3 h 6"/>
                <a:gd name="T20" fmla="*/ 2 w 6"/>
                <a:gd name="T21" fmla="*/ 2 h 6"/>
                <a:gd name="T22" fmla="*/ 3 w 6"/>
                <a:gd name="T23" fmla="*/ 2 h 6"/>
                <a:gd name="T24" fmla="*/ 3 w 6"/>
                <a:gd name="T25" fmla="*/ 2 h 6"/>
                <a:gd name="T26" fmla="*/ 3 w 6"/>
                <a:gd name="T27" fmla="*/ 3 h 6"/>
                <a:gd name="T28" fmla="*/ 3 w 6"/>
                <a:gd name="T29" fmla="*/ 3 h 6"/>
                <a:gd name="T30" fmla="*/ 2 w 6"/>
                <a:gd name="T31" fmla="*/ 3 h 6"/>
                <a:gd name="T32" fmla="*/ 2 w 6"/>
                <a:gd name="T33" fmla="*/ 4 h 6"/>
                <a:gd name="T34" fmla="*/ 2 w 6"/>
                <a:gd name="T35" fmla="*/ 5 h 6"/>
                <a:gd name="T36" fmla="*/ 3 w 6"/>
                <a:gd name="T37" fmla="*/ 5 h 6"/>
                <a:gd name="T38" fmla="*/ 4 w 6"/>
                <a:gd name="T39" fmla="*/ 5 h 6"/>
                <a:gd name="T40" fmla="*/ 5 w 6"/>
                <a:gd name="T41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" h="6">
                  <a:moveTo>
                    <a:pt x="5" y="3"/>
                  </a:moveTo>
                  <a:cubicBezTo>
                    <a:pt x="4" y="3"/>
                    <a:pt x="4" y="3"/>
                    <a:pt x="4" y="3"/>
                  </a:cubicBezTo>
                  <a:cubicBezTo>
                    <a:pt x="3" y="3"/>
                    <a:pt x="4" y="3"/>
                    <a:pt x="5" y="3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6" y="2"/>
                    <a:pt x="6" y="1"/>
                  </a:cubicBezTo>
                  <a:cubicBezTo>
                    <a:pt x="5" y="1"/>
                    <a:pt x="5" y="1"/>
                    <a:pt x="4" y="0"/>
                  </a:cubicBezTo>
                  <a:cubicBezTo>
                    <a:pt x="4" y="0"/>
                    <a:pt x="4" y="1"/>
                    <a:pt x="3" y="1"/>
                  </a:cubicBezTo>
                  <a:cubicBezTo>
                    <a:pt x="3" y="1"/>
                    <a:pt x="2" y="2"/>
                    <a:pt x="1" y="2"/>
                  </a:cubicBezTo>
                  <a:cubicBezTo>
                    <a:pt x="1" y="2"/>
                    <a:pt x="0" y="3"/>
                    <a:pt x="0" y="3"/>
                  </a:cubicBezTo>
                  <a:cubicBezTo>
                    <a:pt x="0" y="4"/>
                    <a:pt x="1" y="3"/>
                    <a:pt x="1" y="3"/>
                  </a:cubicBezTo>
                  <a:cubicBezTo>
                    <a:pt x="1" y="3"/>
                    <a:pt x="2" y="3"/>
                    <a:pt x="2" y="2"/>
                  </a:cubicBezTo>
                  <a:cubicBezTo>
                    <a:pt x="2" y="2"/>
                    <a:pt x="3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2" y="3"/>
                    <a:pt x="2" y="3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1" y="5"/>
                    <a:pt x="2" y="5"/>
                  </a:cubicBezTo>
                  <a:cubicBezTo>
                    <a:pt x="2" y="6"/>
                    <a:pt x="3" y="5"/>
                    <a:pt x="3" y="5"/>
                  </a:cubicBezTo>
                  <a:cubicBezTo>
                    <a:pt x="3" y="5"/>
                    <a:pt x="4" y="5"/>
                    <a:pt x="4" y="5"/>
                  </a:cubicBezTo>
                  <a:cubicBezTo>
                    <a:pt x="5" y="4"/>
                    <a:pt x="5" y="4"/>
                    <a:pt x="5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" name="Freeform 230"/>
            <p:cNvSpPr/>
            <p:nvPr userDrawn="1"/>
          </p:nvSpPr>
          <p:spPr bwMode="auto">
            <a:xfrm>
              <a:off x="795338" y="4714875"/>
              <a:ext cx="20638" cy="22225"/>
            </a:xfrm>
            <a:custGeom>
              <a:avLst/>
              <a:gdLst>
                <a:gd name="T0" fmla="*/ 1 w 3"/>
                <a:gd name="T1" fmla="*/ 3 h 3"/>
                <a:gd name="T2" fmla="*/ 2 w 3"/>
                <a:gd name="T3" fmla="*/ 3 h 3"/>
                <a:gd name="T4" fmla="*/ 1 w 3"/>
                <a:gd name="T5" fmla="*/ 0 h 3"/>
                <a:gd name="T6" fmla="*/ 0 w 3"/>
                <a:gd name="T7" fmla="*/ 1 h 3"/>
                <a:gd name="T8" fmla="*/ 0 w 3"/>
                <a:gd name="T9" fmla="*/ 2 h 3"/>
                <a:gd name="T10" fmla="*/ 1 w 3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" h="3">
                  <a:moveTo>
                    <a:pt x="1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3" y="2"/>
                    <a:pt x="2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1" y="3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" name="Freeform 231"/>
            <p:cNvSpPr>
              <a:spLocks noEditPoints="1"/>
            </p:cNvSpPr>
            <p:nvPr userDrawn="1"/>
          </p:nvSpPr>
          <p:spPr bwMode="auto">
            <a:xfrm>
              <a:off x="774700" y="4737100"/>
              <a:ext cx="53975" cy="55563"/>
            </a:xfrm>
            <a:custGeom>
              <a:avLst/>
              <a:gdLst>
                <a:gd name="T0" fmla="*/ 7 w 8"/>
                <a:gd name="T1" fmla="*/ 1 h 8"/>
                <a:gd name="T2" fmla="*/ 7 w 8"/>
                <a:gd name="T3" fmla="*/ 0 h 8"/>
                <a:gd name="T4" fmla="*/ 6 w 8"/>
                <a:gd name="T5" fmla="*/ 1 h 8"/>
                <a:gd name="T6" fmla="*/ 6 w 8"/>
                <a:gd name="T7" fmla="*/ 2 h 8"/>
                <a:gd name="T8" fmla="*/ 4 w 8"/>
                <a:gd name="T9" fmla="*/ 3 h 8"/>
                <a:gd name="T10" fmla="*/ 3 w 8"/>
                <a:gd name="T11" fmla="*/ 3 h 8"/>
                <a:gd name="T12" fmla="*/ 3 w 8"/>
                <a:gd name="T13" fmla="*/ 4 h 8"/>
                <a:gd name="T14" fmla="*/ 2 w 8"/>
                <a:gd name="T15" fmla="*/ 4 h 8"/>
                <a:gd name="T16" fmla="*/ 1 w 8"/>
                <a:gd name="T17" fmla="*/ 4 h 8"/>
                <a:gd name="T18" fmla="*/ 1 w 8"/>
                <a:gd name="T19" fmla="*/ 4 h 8"/>
                <a:gd name="T20" fmla="*/ 0 w 8"/>
                <a:gd name="T21" fmla="*/ 5 h 8"/>
                <a:gd name="T22" fmla="*/ 0 w 8"/>
                <a:gd name="T23" fmla="*/ 5 h 8"/>
                <a:gd name="T24" fmla="*/ 0 w 8"/>
                <a:gd name="T25" fmla="*/ 7 h 8"/>
                <a:gd name="T26" fmla="*/ 1 w 8"/>
                <a:gd name="T27" fmla="*/ 8 h 8"/>
                <a:gd name="T28" fmla="*/ 2 w 8"/>
                <a:gd name="T29" fmla="*/ 7 h 8"/>
                <a:gd name="T30" fmla="*/ 3 w 8"/>
                <a:gd name="T31" fmla="*/ 6 h 8"/>
                <a:gd name="T32" fmla="*/ 4 w 8"/>
                <a:gd name="T33" fmla="*/ 5 h 8"/>
                <a:gd name="T34" fmla="*/ 4 w 8"/>
                <a:gd name="T35" fmla="*/ 4 h 8"/>
                <a:gd name="T36" fmla="*/ 5 w 8"/>
                <a:gd name="T37" fmla="*/ 5 h 8"/>
                <a:gd name="T38" fmla="*/ 6 w 8"/>
                <a:gd name="T39" fmla="*/ 6 h 8"/>
                <a:gd name="T40" fmla="*/ 7 w 8"/>
                <a:gd name="T41" fmla="*/ 7 h 8"/>
                <a:gd name="T42" fmla="*/ 8 w 8"/>
                <a:gd name="T43" fmla="*/ 6 h 8"/>
                <a:gd name="T44" fmla="*/ 7 w 8"/>
                <a:gd name="T45" fmla="*/ 4 h 8"/>
                <a:gd name="T46" fmla="*/ 7 w 8"/>
                <a:gd name="T47" fmla="*/ 1 h 8"/>
                <a:gd name="T48" fmla="*/ 6 w 8"/>
                <a:gd name="T49" fmla="*/ 5 h 8"/>
                <a:gd name="T50" fmla="*/ 5 w 8"/>
                <a:gd name="T51" fmla="*/ 4 h 8"/>
                <a:gd name="T52" fmla="*/ 5 w 8"/>
                <a:gd name="T53" fmla="*/ 4 h 8"/>
                <a:gd name="T54" fmla="*/ 6 w 8"/>
                <a:gd name="T55" fmla="*/ 3 h 8"/>
                <a:gd name="T56" fmla="*/ 6 w 8"/>
                <a:gd name="T57" fmla="*/ 4 h 8"/>
                <a:gd name="T58" fmla="*/ 6 w 8"/>
                <a:gd name="T59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8" h="8">
                  <a:moveTo>
                    <a:pt x="7" y="1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6" y="0"/>
                    <a:pt x="6" y="0"/>
                    <a:pt x="6" y="1"/>
                  </a:cubicBezTo>
                  <a:cubicBezTo>
                    <a:pt x="6" y="1"/>
                    <a:pt x="6" y="2"/>
                    <a:pt x="6" y="2"/>
                  </a:cubicBezTo>
                  <a:cubicBezTo>
                    <a:pt x="5" y="2"/>
                    <a:pt x="4" y="3"/>
                    <a:pt x="4" y="3"/>
                  </a:cubicBezTo>
                  <a:cubicBezTo>
                    <a:pt x="4" y="3"/>
                    <a:pt x="3" y="3"/>
                    <a:pt x="3" y="3"/>
                  </a:cubicBezTo>
                  <a:cubicBezTo>
                    <a:pt x="3" y="3"/>
                    <a:pt x="3" y="4"/>
                    <a:pt x="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4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7"/>
                    <a:pt x="0" y="7"/>
                  </a:cubicBezTo>
                  <a:cubicBezTo>
                    <a:pt x="0" y="7"/>
                    <a:pt x="1" y="8"/>
                    <a:pt x="1" y="8"/>
                  </a:cubicBezTo>
                  <a:cubicBezTo>
                    <a:pt x="2" y="8"/>
                    <a:pt x="2" y="7"/>
                    <a:pt x="2" y="7"/>
                  </a:cubicBezTo>
                  <a:cubicBezTo>
                    <a:pt x="2" y="7"/>
                    <a:pt x="3" y="6"/>
                    <a:pt x="3" y="6"/>
                  </a:cubicBezTo>
                  <a:cubicBezTo>
                    <a:pt x="3" y="6"/>
                    <a:pt x="3" y="5"/>
                    <a:pt x="4" y="5"/>
                  </a:cubicBezTo>
                  <a:cubicBezTo>
                    <a:pt x="4" y="5"/>
                    <a:pt x="4" y="4"/>
                    <a:pt x="4" y="4"/>
                  </a:cubicBezTo>
                  <a:cubicBezTo>
                    <a:pt x="5" y="4"/>
                    <a:pt x="5" y="5"/>
                    <a:pt x="5" y="5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6" y="6"/>
                    <a:pt x="6" y="7"/>
                    <a:pt x="7" y="7"/>
                  </a:cubicBezTo>
                  <a:cubicBezTo>
                    <a:pt x="7" y="7"/>
                    <a:pt x="7" y="6"/>
                    <a:pt x="8" y="6"/>
                  </a:cubicBezTo>
                  <a:cubicBezTo>
                    <a:pt x="8" y="5"/>
                    <a:pt x="8" y="4"/>
                    <a:pt x="7" y="4"/>
                  </a:cubicBezTo>
                  <a:cubicBezTo>
                    <a:pt x="7" y="3"/>
                    <a:pt x="8" y="1"/>
                    <a:pt x="7" y="1"/>
                  </a:cubicBezTo>
                  <a:close/>
                  <a:moveTo>
                    <a:pt x="6" y="5"/>
                  </a:moveTo>
                  <a:cubicBezTo>
                    <a:pt x="6" y="5"/>
                    <a:pt x="6" y="5"/>
                    <a:pt x="5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4"/>
                    <a:pt x="5" y="3"/>
                    <a:pt x="6" y="3"/>
                  </a:cubicBezTo>
                  <a:cubicBezTo>
                    <a:pt x="6" y="2"/>
                    <a:pt x="6" y="3"/>
                    <a:pt x="6" y="4"/>
                  </a:cubicBezTo>
                  <a:cubicBezTo>
                    <a:pt x="6" y="4"/>
                    <a:pt x="6" y="4"/>
                    <a:pt x="6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Freeform 232"/>
            <p:cNvSpPr/>
            <p:nvPr userDrawn="1"/>
          </p:nvSpPr>
          <p:spPr bwMode="auto">
            <a:xfrm>
              <a:off x="836613" y="4743450"/>
              <a:ext cx="14288" cy="34925"/>
            </a:xfrm>
            <a:custGeom>
              <a:avLst/>
              <a:gdLst>
                <a:gd name="T0" fmla="*/ 0 w 2"/>
                <a:gd name="T1" fmla="*/ 0 h 5"/>
                <a:gd name="T2" fmla="*/ 0 w 2"/>
                <a:gd name="T3" fmla="*/ 1 h 5"/>
                <a:gd name="T4" fmla="*/ 0 w 2"/>
                <a:gd name="T5" fmla="*/ 4 h 5"/>
                <a:gd name="T6" fmla="*/ 1 w 2"/>
                <a:gd name="T7" fmla="*/ 5 h 5"/>
                <a:gd name="T8" fmla="*/ 2 w 2"/>
                <a:gd name="T9" fmla="*/ 4 h 5"/>
                <a:gd name="T10" fmla="*/ 2 w 2"/>
                <a:gd name="T11" fmla="*/ 1 h 5"/>
                <a:gd name="T12" fmla="*/ 0 w 2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5">
                  <a:moveTo>
                    <a:pt x="0" y="0"/>
                  </a:move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3"/>
                    <a:pt x="0" y="4"/>
                  </a:cubicBezTo>
                  <a:cubicBezTo>
                    <a:pt x="0" y="4"/>
                    <a:pt x="0" y="5"/>
                    <a:pt x="1" y="5"/>
                  </a:cubicBezTo>
                  <a:cubicBezTo>
                    <a:pt x="1" y="5"/>
                    <a:pt x="1" y="4"/>
                    <a:pt x="2" y="4"/>
                  </a:cubicBezTo>
                  <a:cubicBezTo>
                    <a:pt x="2" y="3"/>
                    <a:pt x="2" y="2"/>
                    <a:pt x="2" y="1"/>
                  </a:cubicBezTo>
                  <a:cubicBezTo>
                    <a:pt x="1" y="1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Freeform 233"/>
            <p:cNvSpPr>
              <a:spLocks noEditPoints="1"/>
            </p:cNvSpPr>
            <p:nvPr userDrawn="1"/>
          </p:nvSpPr>
          <p:spPr bwMode="auto">
            <a:xfrm>
              <a:off x="4686300" y="3575050"/>
              <a:ext cx="2784475" cy="1266825"/>
            </a:xfrm>
            <a:custGeom>
              <a:avLst/>
              <a:gdLst>
                <a:gd name="T0" fmla="*/ 384 w 403"/>
                <a:gd name="T1" fmla="*/ 114 h 181"/>
                <a:gd name="T2" fmla="*/ 315 w 403"/>
                <a:gd name="T3" fmla="*/ 64 h 181"/>
                <a:gd name="T4" fmla="*/ 233 w 403"/>
                <a:gd name="T5" fmla="*/ 25 h 181"/>
                <a:gd name="T6" fmla="*/ 225 w 403"/>
                <a:gd name="T7" fmla="*/ 16 h 181"/>
                <a:gd name="T8" fmla="*/ 201 w 403"/>
                <a:gd name="T9" fmla="*/ 0 h 181"/>
                <a:gd name="T10" fmla="*/ 167 w 403"/>
                <a:gd name="T11" fmla="*/ 17 h 181"/>
                <a:gd name="T12" fmla="*/ 176 w 403"/>
                <a:gd name="T13" fmla="*/ 25 h 181"/>
                <a:gd name="T14" fmla="*/ 62 w 403"/>
                <a:gd name="T15" fmla="*/ 87 h 181"/>
                <a:gd name="T16" fmla="*/ 19 w 403"/>
                <a:gd name="T17" fmla="*/ 115 h 181"/>
                <a:gd name="T18" fmla="*/ 18 w 403"/>
                <a:gd name="T19" fmla="*/ 181 h 181"/>
                <a:gd name="T20" fmla="*/ 225 w 403"/>
                <a:gd name="T21" fmla="*/ 181 h 181"/>
                <a:gd name="T22" fmla="*/ 220 w 403"/>
                <a:gd name="T23" fmla="*/ 5 h 181"/>
                <a:gd name="T24" fmla="*/ 182 w 403"/>
                <a:gd name="T25" fmla="*/ 5 h 181"/>
                <a:gd name="T26" fmla="*/ 182 w 403"/>
                <a:gd name="T27" fmla="*/ 5 h 181"/>
                <a:gd name="T28" fmla="*/ 219 w 403"/>
                <a:gd name="T29" fmla="*/ 18 h 181"/>
                <a:gd name="T30" fmla="*/ 168 w 403"/>
                <a:gd name="T31" fmla="*/ 19 h 181"/>
                <a:gd name="T32" fmla="*/ 187 w 403"/>
                <a:gd name="T33" fmla="*/ 33 h 181"/>
                <a:gd name="T34" fmla="*/ 178 w 403"/>
                <a:gd name="T35" fmla="*/ 25 h 181"/>
                <a:gd name="T36" fmla="*/ 189 w 403"/>
                <a:gd name="T37" fmla="*/ 44 h 181"/>
                <a:gd name="T38" fmla="*/ 197 w 403"/>
                <a:gd name="T39" fmla="*/ 92 h 181"/>
                <a:gd name="T40" fmla="*/ 206 w 403"/>
                <a:gd name="T41" fmla="*/ 75 h 181"/>
                <a:gd name="T42" fmla="*/ 197 w 403"/>
                <a:gd name="T43" fmla="*/ 101 h 181"/>
                <a:gd name="T44" fmla="*/ 197 w 403"/>
                <a:gd name="T45" fmla="*/ 62 h 181"/>
                <a:gd name="T46" fmla="*/ 206 w 403"/>
                <a:gd name="T47" fmla="*/ 114 h 181"/>
                <a:gd name="T48" fmla="*/ 197 w 403"/>
                <a:gd name="T49" fmla="*/ 53 h 181"/>
                <a:gd name="T50" fmla="*/ 206 w 403"/>
                <a:gd name="T51" fmla="*/ 123 h 181"/>
                <a:gd name="T52" fmla="*/ 197 w 403"/>
                <a:gd name="T53" fmla="*/ 49 h 181"/>
                <a:gd name="T54" fmla="*/ 195 w 403"/>
                <a:gd name="T55" fmla="*/ 52 h 181"/>
                <a:gd name="T56" fmla="*/ 195 w 403"/>
                <a:gd name="T57" fmla="*/ 61 h 181"/>
                <a:gd name="T58" fmla="*/ 195 w 403"/>
                <a:gd name="T59" fmla="*/ 83 h 181"/>
                <a:gd name="T60" fmla="*/ 195 w 403"/>
                <a:gd name="T61" fmla="*/ 102 h 181"/>
                <a:gd name="T62" fmla="*/ 195 w 403"/>
                <a:gd name="T63" fmla="*/ 115 h 181"/>
                <a:gd name="T64" fmla="*/ 189 w 403"/>
                <a:gd name="T65" fmla="*/ 140 h 181"/>
                <a:gd name="T66" fmla="*/ 197 w 403"/>
                <a:gd name="T67" fmla="*/ 140 h 181"/>
                <a:gd name="T68" fmla="*/ 208 w 403"/>
                <a:gd name="T69" fmla="*/ 140 h 181"/>
                <a:gd name="T70" fmla="*/ 214 w 403"/>
                <a:gd name="T71" fmla="*/ 33 h 181"/>
                <a:gd name="T72" fmla="*/ 189 w 403"/>
                <a:gd name="T73" fmla="*/ 145 h 181"/>
                <a:gd name="T74" fmla="*/ 216 w 403"/>
                <a:gd name="T75" fmla="*/ 179 h 181"/>
                <a:gd name="T76" fmla="*/ 227 w 403"/>
                <a:gd name="T77" fmla="*/ 179 h 181"/>
                <a:gd name="T78" fmla="*/ 382 w 403"/>
                <a:gd name="T79" fmla="*/ 115 h 181"/>
                <a:gd name="T80" fmla="*/ 227 w 403"/>
                <a:gd name="T81" fmla="*/ 72 h 181"/>
                <a:gd name="T82" fmla="*/ 384 w 403"/>
                <a:gd name="T83" fmla="*/ 113 h 181"/>
                <a:gd name="T84" fmla="*/ 341 w 403"/>
                <a:gd name="T85" fmla="*/ 89 h 181"/>
                <a:gd name="T86" fmla="*/ 315 w 403"/>
                <a:gd name="T87" fmla="*/ 70 h 181"/>
                <a:gd name="T88" fmla="*/ 310 w 403"/>
                <a:gd name="T89" fmla="*/ 67 h 181"/>
                <a:gd name="T90" fmla="*/ 93 w 403"/>
                <a:gd name="T91" fmla="*/ 67 h 181"/>
                <a:gd name="T92" fmla="*/ 65 w 403"/>
                <a:gd name="T93" fmla="*/ 90 h 181"/>
                <a:gd name="T94" fmla="*/ 8 w 403"/>
                <a:gd name="T95" fmla="*/ 107 h 181"/>
                <a:gd name="T96" fmla="*/ 176 w 403"/>
                <a:gd name="T97" fmla="*/ 113 h 181"/>
                <a:gd name="T98" fmla="*/ 21 w 403"/>
                <a:gd name="T99" fmla="*/ 117 h 181"/>
                <a:gd name="T100" fmla="*/ 176 w 403"/>
                <a:gd name="T101" fmla="*/ 179 h 181"/>
                <a:gd name="T102" fmla="*/ 214 w 403"/>
                <a:gd name="T103" fmla="*/ 147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03" h="181">
                  <a:moveTo>
                    <a:pt x="384" y="179"/>
                  </a:moveTo>
                  <a:cubicBezTo>
                    <a:pt x="384" y="179"/>
                    <a:pt x="384" y="179"/>
                    <a:pt x="384" y="179"/>
                  </a:cubicBezTo>
                  <a:cubicBezTo>
                    <a:pt x="384" y="115"/>
                    <a:pt x="384" y="115"/>
                    <a:pt x="384" y="115"/>
                  </a:cubicBezTo>
                  <a:cubicBezTo>
                    <a:pt x="384" y="115"/>
                    <a:pt x="384" y="115"/>
                    <a:pt x="384" y="115"/>
                  </a:cubicBezTo>
                  <a:cubicBezTo>
                    <a:pt x="384" y="115"/>
                    <a:pt x="384" y="115"/>
                    <a:pt x="384" y="114"/>
                  </a:cubicBezTo>
                  <a:cubicBezTo>
                    <a:pt x="403" y="105"/>
                    <a:pt x="403" y="105"/>
                    <a:pt x="403" y="105"/>
                  </a:cubicBezTo>
                  <a:cubicBezTo>
                    <a:pt x="403" y="104"/>
                    <a:pt x="403" y="104"/>
                    <a:pt x="403" y="104"/>
                  </a:cubicBezTo>
                  <a:cubicBezTo>
                    <a:pt x="403" y="103"/>
                    <a:pt x="403" y="103"/>
                    <a:pt x="403" y="103"/>
                  </a:cubicBezTo>
                  <a:cubicBezTo>
                    <a:pt x="341" y="87"/>
                    <a:pt x="341" y="87"/>
                    <a:pt x="341" y="87"/>
                  </a:cubicBezTo>
                  <a:cubicBezTo>
                    <a:pt x="315" y="64"/>
                    <a:pt x="315" y="64"/>
                    <a:pt x="315" y="64"/>
                  </a:cubicBezTo>
                  <a:cubicBezTo>
                    <a:pt x="315" y="63"/>
                    <a:pt x="315" y="63"/>
                    <a:pt x="314" y="63"/>
                  </a:cubicBezTo>
                  <a:cubicBezTo>
                    <a:pt x="310" y="65"/>
                    <a:pt x="310" y="65"/>
                    <a:pt x="310" y="65"/>
                  </a:cubicBezTo>
                  <a:cubicBezTo>
                    <a:pt x="227" y="65"/>
                    <a:pt x="227" y="65"/>
                    <a:pt x="227" y="65"/>
                  </a:cubicBezTo>
                  <a:cubicBezTo>
                    <a:pt x="227" y="25"/>
                    <a:pt x="227" y="25"/>
                    <a:pt x="227" y="25"/>
                  </a:cubicBezTo>
                  <a:cubicBezTo>
                    <a:pt x="233" y="25"/>
                    <a:pt x="233" y="25"/>
                    <a:pt x="233" y="25"/>
                  </a:cubicBezTo>
                  <a:cubicBezTo>
                    <a:pt x="233" y="25"/>
                    <a:pt x="234" y="25"/>
                    <a:pt x="234" y="24"/>
                  </a:cubicBezTo>
                  <a:cubicBezTo>
                    <a:pt x="237" y="17"/>
                    <a:pt x="237" y="17"/>
                    <a:pt x="237" y="17"/>
                  </a:cubicBezTo>
                  <a:cubicBezTo>
                    <a:pt x="237" y="17"/>
                    <a:pt x="237" y="17"/>
                    <a:pt x="237" y="16"/>
                  </a:cubicBezTo>
                  <a:cubicBezTo>
                    <a:pt x="237" y="16"/>
                    <a:pt x="237" y="16"/>
                    <a:pt x="236" y="16"/>
                  </a:cubicBezTo>
                  <a:cubicBezTo>
                    <a:pt x="225" y="16"/>
                    <a:pt x="225" y="16"/>
                    <a:pt x="225" y="16"/>
                  </a:cubicBezTo>
                  <a:cubicBezTo>
                    <a:pt x="222" y="4"/>
                    <a:pt x="222" y="4"/>
                    <a:pt x="222" y="4"/>
                  </a:cubicBezTo>
                  <a:cubicBezTo>
                    <a:pt x="222" y="4"/>
                    <a:pt x="222" y="3"/>
                    <a:pt x="221" y="3"/>
                  </a:cubicBezTo>
                  <a:cubicBezTo>
                    <a:pt x="206" y="3"/>
                    <a:pt x="206" y="3"/>
                    <a:pt x="206" y="3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202" y="0"/>
                    <a:pt x="202" y="0"/>
                    <a:pt x="201" y="0"/>
                  </a:cubicBezTo>
                  <a:cubicBezTo>
                    <a:pt x="198" y="3"/>
                    <a:pt x="198" y="3"/>
                    <a:pt x="198" y="3"/>
                  </a:cubicBezTo>
                  <a:cubicBezTo>
                    <a:pt x="181" y="3"/>
                    <a:pt x="181" y="3"/>
                    <a:pt x="181" y="3"/>
                  </a:cubicBezTo>
                  <a:cubicBezTo>
                    <a:pt x="181" y="3"/>
                    <a:pt x="180" y="4"/>
                    <a:pt x="180" y="4"/>
                  </a:cubicBezTo>
                  <a:cubicBezTo>
                    <a:pt x="178" y="17"/>
                    <a:pt x="178" y="17"/>
                    <a:pt x="178" y="17"/>
                  </a:cubicBezTo>
                  <a:cubicBezTo>
                    <a:pt x="167" y="17"/>
                    <a:pt x="167" y="17"/>
                    <a:pt x="167" y="17"/>
                  </a:cubicBezTo>
                  <a:cubicBezTo>
                    <a:pt x="166" y="17"/>
                    <a:pt x="166" y="17"/>
                    <a:pt x="166" y="17"/>
                  </a:cubicBezTo>
                  <a:cubicBezTo>
                    <a:pt x="165" y="17"/>
                    <a:pt x="165" y="18"/>
                    <a:pt x="166" y="18"/>
                  </a:cubicBezTo>
                  <a:cubicBezTo>
                    <a:pt x="169" y="25"/>
                    <a:pt x="169" y="25"/>
                    <a:pt x="169" y="25"/>
                  </a:cubicBezTo>
                  <a:cubicBezTo>
                    <a:pt x="169" y="25"/>
                    <a:pt x="170" y="25"/>
                    <a:pt x="170" y="25"/>
                  </a:cubicBezTo>
                  <a:cubicBezTo>
                    <a:pt x="176" y="25"/>
                    <a:pt x="176" y="25"/>
                    <a:pt x="176" y="25"/>
                  </a:cubicBezTo>
                  <a:cubicBezTo>
                    <a:pt x="176" y="65"/>
                    <a:pt x="176" y="65"/>
                    <a:pt x="176" y="65"/>
                  </a:cubicBezTo>
                  <a:cubicBezTo>
                    <a:pt x="93" y="65"/>
                    <a:pt x="93" y="65"/>
                    <a:pt x="93" y="65"/>
                  </a:cubicBezTo>
                  <a:cubicBezTo>
                    <a:pt x="89" y="63"/>
                    <a:pt x="89" y="63"/>
                    <a:pt x="89" y="63"/>
                  </a:cubicBezTo>
                  <a:cubicBezTo>
                    <a:pt x="88" y="63"/>
                    <a:pt x="88" y="63"/>
                    <a:pt x="88" y="64"/>
                  </a:cubicBezTo>
                  <a:cubicBezTo>
                    <a:pt x="62" y="87"/>
                    <a:pt x="62" y="87"/>
                    <a:pt x="62" y="87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0" y="103"/>
                    <a:pt x="0" y="103"/>
                    <a:pt x="0" y="104"/>
                  </a:cubicBezTo>
                  <a:cubicBezTo>
                    <a:pt x="0" y="104"/>
                    <a:pt x="0" y="104"/>
                    <a:pt x="0" y="105"/>
                  </a:cubicBezTo>
                  <a:cubicBezTo>
                    <a:pt x="18" y="114"/>
                    <a:pt x="18" y="114"/>
                    <a:pt x="18" y="114"/>
                  </a:cubicBezTo>
                  <a:cubicBezTo>
                    <a:pt x="19" y="115"/>
                    <a:pt x="19" y="115"/>
                    <a:pt x="19" y="115"/>
                  </a:cubicBezTo>
                  <a:cubicBezTo>
                    <a:pt x="19" y="115"/>
                    <a:pt x="19" y="115"/>
                    <a:pt x="19" y="115"/>
                  </a:cubicBezTo>
                  <a:cubicBezTo>
                    <a:pt x="19" y="179"/>
                    <a:pt x="19" y="179"/>
                    <a:pt x="19" y="179"/>
                  </a:cubicBezTo>
                  <a:cubicBezTo>
                    <a:pt x="18" y="179"/>
                    <a:pt x="18" y="179"/>
                    <a:pt x="18" y="179"/>
                  </a:cubicBezTo>
                  <a:cubicBezTo>
                    <a:pt x="18" y="179"/>
                    <a:pt x="17" y="179"/>
                    <a:pt x="17" y="180"/>
                  </a:cubicBezTo>
                  <a:cubicBezTo>
                    <a:pt x="17" y="181"/>
                    <a:pt x="18" y="181"/>
                    <a:pt x="18" y="181"/>
                  </a:cubicBezTo>
                  <a:cubicBezTo>
                    <a:pt x="178" y="181"/>
                    <a:pt x="178" y="181"/>
                    <a:pt x="178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88" y="181"/>
                    <a:pt x="188" y="181"/>
                    <a:pt x="188" y="181"/>
                  </a:cubicBezTo>
                  <a:cubicBezTo>
                    <a:pt x="215" y="181"/>
                    <a:pt x="215" y="181"/>
                    <a:pt x="215" y="181"/>
                  </a:cubicBezTo>
                  <a:cubicBezTo>
                    <a:pt x="225" y="181"/>
                    <a:pt x="225" y="181"/>
                    <a:pt x="225" y="181"/>
                  </a:cubicBezTo>
                  <a:cubicBezTo>
                    <a:pt x="225" y="181"/>
                    <a:pt x="225" y="181"/>
                    <a:pt x="225" y="181"/>
                  </a:cubicBezTo>
                  <a:cubicBezTo>
                    <a:pt x="384" y="181"/>
                    <a:pt x="384" y="181"/>
                    <a:pt x="384" y="181"/>
                  </a:cubicBezTo>
                  <a:cubicBezTo>
                    <a:pt x="384" y="181"/>
                    <a:pt x="385" y="181"/>
                    <a:pt x="385" y="180"/>
                  </a:cubicBezTo>
                  <a:cubicBezTo>
                    <a:pt x="385" y="179"/>
                    <a:pt x="384" y="179"/>
                    <a:pt x="384" y="179"/>
                  </a:cubicBezTo>
                  <a:close/>
                  <a:moveTo>
                    <a:pt x="220" y="5"/>
                  </a:moveTo>
                  <a:cubicBezTo>
                    <a:pt x="223" y="16"/>
                    <a:pt x="223" y="16"/>
                    <a:pt x="223" y="16"/>
                  </a:cubicBezTo>
                  <a:cubicBezTo>
                    <a:pt x="220" y="16"/>
                    <a:pt x="220" y="16"/>
                    <a:pt x="220" y="16"/>
                  </a:cubicBezTo>
                  <a:cubicBezTo>
                    <a:pt x="208" y="5"/>
                    <a:pt x="208" y="5"/>
                    <a:pt x="208" y="5"/>
                  </a:cubicBezTo>
                  <a:lnTo>
                    <a:pt x="220" y="5"/>
                  </a:lnTo>
                  <a:close/>
                  <a:moveTo>
                    <a:pt x="182" y="5"/>
                  </a:moveTo>
                  <a:cubicBezTo>
                    <a:pt x="196" y="5"/>
                    <a:pt x="196" y="5"/>
                    <a:pt x="196" y="5"/>
                  </a:cubicBezTo>
                  <a:cubicBezTo>
                    <a:pt x="185" y="16"/>
                    <a:pt x="185" y="16"/>
                    <a:pt x="185" y="16"/>
                  </a:cubicBezTo>
                  <a:cubicBezTo>
                    <a:pt x="185" y="16"/>
                    <a:pt x="185" y="16"/>
                    <a:pt x="185" y="16"/>
                  </a:cubicBezTo>
                  <a:cubicBezTo>
                    <a:pt x="180" y="16"/>
                    <a:pt x="180" y="16"/>
                    <a:pt x="180" y="16"/>
                  </a:cubicBezTo>
                  <a:lnTo>
                    <a:pt x="182" y="5"/>
                  </a:lnTo>
                  <a:close/>
                  <a:moveTo>
                    <a:pt x="168" y="19"/>
                  </a:moveTo>
                  <a:cubicBezTo>
                    <a:pt x="185" y="19"/>
                    <a:pt x="185" y="19"/>
                    <a:pt x="185" y="19"/>
                  </a:cubicBezTo>
                  <a:cubicBezTo>
                    <a:pt x="185" y="19"/>
                    <a:pt x="185" y="19"/>
                    <a:pt x="185" y="18"/>
                  </a:cubicBezTo>
                  <a:cubicBezTo>
                    <a:pt x="202" y="2"/>
                    <a:pt x="202" y="2"/>
                    <a:pt x="202" y="2"/>
                  </a:cubicBezTo>
                  <a:cubicBezTo>
                    <a:pt x="219" y="18"/>
                    <a:pt x="219" y="18"/>
                    <a:pt x="219" y="18"/>
                  </a:cubicBezTo>
                  <a:cubicBezTo>
                    <a:pt x="219" y="18"/>
                    <a:pt x="219" y="18"/>
                    <a:pt x="219" y="18"/>
                  </a:cubicBezTo>
                  <a:cubicBezTo>
                    <a:pt x="235" y="18"/>
                    <a:pt x="235" y="18"/>
                    <a:pt x="235" y="18"/>
                  </a:cubicBezTo>
                  <a:cubicBezTo>
                    <a:pt x="232" y="23"/>
                    <a:pt x="232" y="23"/>
                    <a:pt x="232" y="23"/>
                  </a:cubicBezTo>
                  <a:cubicBezTo>
                    <a:pt x="170" y="23"/>
                    <a:pt x="170" y="23"/>
                    <a:pt x="170" y="23"/>
                  </a:cubicBezTo>
                  <a:lnTo>
                    <a:pt x="168" y="19"/>
                  </a:lnTo>
                  <a:close/>
                  <a:moveTo>
                    <a:pt x="179" y="179"/>
                  </a:moveTo>
                  <a:cubicBezTo>
                    <a:pt x="179" y="179"/>
                    <a:pt x="179" y="179"/>
                    <a:pt x="178" y="179"/>
                  </a:cubicBezTo>
                  <a:cubicBezTo>
                    <a:pt x="178" y="179"/>
                    <a:pt x="178" y="179"/>
                    <a:pt x="178" y="179"/>
                  </a:cubicBezTo>
                  <a:cubicBezTo>
                    <a:pt x="178" y="33"/>
                    <a:pt x="178" y="33"/>
                    <a:pt x="178" y="33"/>
                  </a:cubicBezTo>
                  <a:cubicBezTo>
                    <a:pt x="187" y="33"/>
                    <a:pt x="187" y="33"/>
                    <a:pt x="187" y="33"/>
                  </a:cubicBezTo>
                  <a:cubicBezTo>
                    <a:pt x="187" y="179"/>
                    <a:pt x="187" y="179"/>
                    <a:pt x="187" y="179"/>
                  </a:cubicBezTo>
                  <a:lnTo>
                    <a:pt x="179" y="179"/>
                  </a:lnTo>
                  <a:close/>
                  <a:moveTo>
                    <a:pt x="225" y="31"/>
                  </a:moveTo>
                  <a:cubicBezTo>
                    <a:pt x="178" y="31"/>
                    <a:pt x="178" y="31"/>
                    <a:pt x="178" y="31"/>
                  </a:cubicBezTo>
                  <a:cubicBezTo>
                    <a:pt x="178" y="25"/>
                    <a:pt x="178" y="25"/>
                    <a:pt x="178" y="25"/>
                  </a:cubicBezTo>
                  <a:cubicBezTo>
                    <a:pt x="225" y="25"/>
                    <a:pt x="225" y="25"/>
                    <a:pt x="225" y="25"/>
                  </a:cubicBezTo>
                  <a:lnTo>
                    <a:pt x="225" y="31"/>
                  </a:lnTo>
                  <a:close/>
                  <a:moveTo>
                    <a:pt x="214" y="47"/>
                  </a:moveTo>
                  <a:cubicBezTo>
                    <a:pt x="189" y="47"/>
                    <a:pt x="189" y="47"/>
                    <a:pt x="189" y="47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214" y="44"/>
                    <a:pt x="214" y="44"/>
                    <a:pt x="214" y="44"/>
                  </a:cubicBezTo>
                  <a:lnTo>
                    <a:pt x="214" y="47"/>
                  </a:lnTo>
                  <a:close/>
                  <a:moveTo>
                    <a:pt x="206" y="84"/>
                  </a:moveTo>
                  <a:cubicBezTo>
                    <a:pt x="206" y="92"/>
                    <a:pt x="206" y="92"/>
                    <a:pt x="206" y="92"/>
                  </a:cubicBezTo>
                  <a:cubicBezTo>
                    <a:pt x="197" y="92"/>
                    <a:pt x="197" y="92"/>
                    <a:pt x="197" y="92"/>
                  </a:cubicBezTo>
                  <a:cubicBezTo>
                    <a:pt x="197" y="84"/>
                    <a:pt x="197" y="84"/>
                    <a:pt x="197" y="84"/>
                  </a:cubicBezTo>
                  <a:lnTo>
                    <a:pt x="206" y="84"/>
                  </a:lnTo>
                  <a:close/>
                  <a:moveTo>
                    <a:pt x="197" y="82"/>
                  </a:moveTo>
                  <a:cubicBezTo>
                    <a:pt x="197" y="75"/>
                    <a:pt x="197" y="75"/>
                    <a:pt x="197" y="75"/>
                  </a:cubicBezTo>
                  <a:cubicBezTo>
                    <a:pt x="206" y="75"/>
                    <a:pt x="206" y="75"/>
                    <a:pt x="206" y="75"/>
                  </a:cubicBezTo>
                  <a:cubicBezTo>
                    <a:pt x="206" y="82"/>
                    <a:pt x="206" y="82"/>
                    <a:pt x="206" y="82"/>
                  </a:cubicBezTo>
                  <a:lnTo>
                    <a:pt x="197" y="82"/>
                  </a:lnTo>
                  <a:close/>
                  <a:moveTo>
                    <a:pt x="206" y="94"/>
                  </a:moveTo>
                  <a:cubicBezTo>
                    <a:pt x="206" y="101"/>
                    <a:pt x="206" y="101"/>
                    <a:pt x="206" y="101"/>
                  </a:cubicBezTo>
                  <a:cubicBezTo>
                    <a:pt x="197" y="101"/>
                    <a:pt x="197" y="101"/>
                    <a:pt x="197" y="101"/>
                  </a:cubicBezTo>
                  <a:cubicBezTo>
                    <a:pt x="197" y="94"/>
                    <a:pt x="197" y="94"/>
                    <a:pt x="197" y="94"/>
                  </a:cubicBezTo>
                  <a:lnTo>
                    <a:pt x="206" y="94"/>
                  </a:lnTo>
                  <a:close/>
                  <a:moveTo>
                    <a:pt x="206" y="73"/>
                  </a:moveTo>
                  <a:cubicBezTo>
                    <a:pt x="197" y="73"/>
                    <a:pt x="197" y="73"/>
                    <a:pt x="197" y="73"/>
                  </a:cubicBezTo>
                  <a:cubicBezTo>
                    <a:pt x="197" y="62"/>
                    <a:pt x="197" y="62"/>
                    <a:pt x="197" y="62"/>
                  </a:cubicBezTo>
                  <a:cubicBezTo>
                    <a:pt x="206" y="62"/>
                    <a:pt x="206" y="62"/>
                    <a:pt x="206" y="62"/>
                  </a:cubicBezTo>
                  <a:lnTo>
                    <a:pt x="206" y="73"/>
                  </a:lnTo>
                  <a:close/>
                  <a:moveTo>
                    <a:pt x="197" y="103"/>
                  </a:moveTo>
                  <a:cubicBezTo>
                    <a:pt x="206" y="103"/>
                    <a:pt x="206" y="103"/>
                    <a:pt x="206" y="103"/>
                  </a:cubicBezTo>
                  <a:cubicBezTo>
                    <a:pt x="206" y="114"/>
                    <a:pt x="206" y="114"/>
                    <a:pt x="206" y="114"/>
                  </a:cubicBezTo>
                  <a:cubicBezTo>
                    <a:pt x="197" y="114"/>
                    <a:pt x="197" y="114"/>
                    <a:pt x="197" y="114"/>
                  </a:cubicBezTo>
                  <a:lnTo>
                    <a:pt x="197" y="103"/>
                  </a:lnTo>
                  <a:close/>
                  <a:moveTo>
                    <a:pt x="206" y="60"/>
                  </a:moveTo>
                  <a:cubicBezTo>
                    <a:pt x="197" y="60"/>
                    <a:pt x="197" y="60"/>
                    <a:pt x="197" y="60"/>
                  </a:cubicBezTo>
                  <a:cubicBezTo>
                    <a:pt x="197" y="53"/>
                    <a:pt x="197" y="53"/>
                    <a:pt x="197" y="53"/>
                  </a:cubicBezTo>
                  <a:cubicBezTo>
                    <a:pt x="206" y="53"/>
                    <a:pt x="206" y="53"/>
                    <a:pt x="206" y="53"/>
                  </a:cubicBezTo>
                  <a:lnTo>
                    <a:pt x="206" y="60"/>
                  </a:lnTo>
                  <a:close/>
                  <a:moveTo>
                    <a:pt x="197" y="116"/>
                  </a:moveTo>
                  <a:cubicBezTo>
                    <a:pt x="206" y="116"/>
                    <a:pt x="206" y="116"/>
                    <a:pt x="206" y="116"/>
                  </a:cubicBezTo>
                  <a:cubicBezTo>
                    <a:pt x="206" y="123"/>
                    <a:pt x="206" y="123"/>
                    <a:pt x="206" y="123"/>
                  </a:cubicBezTo>
                  <a:cubicBezTo>
                    <a:pt x="197" y="123"/>
                    <a:pt x="197" y="123"/>
                    <a:pt x="197" y="123"/>
                  </a:cubicBezTo>
                  <a:lnTo>
                    <a:pt x="197" y="116"/>
                  </a:lnTo>
                  <a:close/>
                  <a:moveTo>
                    <a:pt x="206" y="51"/>
                  </a:moveTo>
                  <a:cubicBezTo>
                    <a:pt x="197" y="51"/>
                    <a:pt x="197" y="51"/>
                    <a:pt x="197" y="51"/>
                  </a:cubicBezTo>
                  <a:cubicBezTo>
                    <a:pt x="197" y="49"/>
                    <a:pt x="197" y="49"/>
                    <a:pt x="197" y="49"/>
                  </a:cubicBezTo>
                  <a:cubicBezTo>
                    <a:pt x="206" y="49"/>
                    <a:pt x="206" y="49"/>
                    <a:pt x="206" y="49"/>
                  </a:cubicBezTo>
                  <a:lnTo>
                    <a:pt x="206" y="51"/>
                  </a:lnTo>
                  <a:close/>
                  <a:moveTo>
                    <a:pt x="189" y="49"/>
                  </a:moveTo>
                  <a:cubicBezTo>
                    <a:pt x="195" y="49"/>
                    <a:pt x="195" y="49"/>
                    <a:pt x="195" y="49"/>
                  </a:cubicBezTo>
                  <a:cubicBezTo>
                    <a:pt x="195" y="52"/>
                    <a:pt x="195" y="52"/>
                    <a:pt x="195" y="52"/>
                  </a:cubicBezTo>
                  <a:cubicBezTo>
                    <a:pt x="195" y="52"/>
                    <a:pt x="195" y="52"/>
                    <a:pt x="195" y="52"/>
                  </a:cubicBezTo>
                  <a:cubicBezTo>
                    <a:pt x="195" y="52"/>
                    <a:pt x="195" y="52"/>
                    <a:pt x="195" y="52"/>
                  </a:cubicBezTo>
                  <a:cubicBezTo>
                    <a:pt x="195" y="61"/>
                    <a:pt x="195" y="61"/>
                    <a:pt x="195" y="61"/>
                  </a:cubicBezTo>
                  <a:cubicBezTo>
                    <a:pt x="195" y="61"/>
                    <a:pt x="195" y="61"/>
                    <a:pt x="195" y="61"/>
                  </a:cubicBezTo>
                  <a:cubicBezTo>
                    <a:pt x="195" y="61"/>
                    <a:pt x="195" y="61"/>
                    <a:pt x="195" y="61"/>
                  </a:cubicBezTo>
                  <a:cubicBezTo>
                    <a:pt x="195" y="74"/>
                    <a:pt x="195" y="74"/>
                    <a:pt x="195" y="74"/>
                  </a:cubicBezTo>
                  <a:cubicBezTo>
                    <a:pt x="195" y="74"/>
                    <a:pt x="195" y="74"/>
                    <a:pt x="195" y="74"/>
                  </a:cubicBezTo>
                  <a:cubicBezTo>
                    <a:pt x="195" y="74"/>
                    <a:pt x="195" y="74"/>
                    <a:pt x="195" y="74"/>
                  </a:cubicBezTo>
                  <a:cubicBezTo>
                    <a:pt x="195" y="83"/>
                    <a:pt x="195" y="83"/>
                    <a:pt x="195" y="83"/>
                  </a:cubicBezTo>
                  <a:cubicBezTo>
                    <a:pt x="195" y="83"/>
                    <a:pt x="195" y="83"/>
                    <a:pt x="195" y="83"/>
                  </a:cubicBezTo>
                  <a:cubicBezTo>
                    <a:pt x="195" y="83"/>
                    <a:pt x="195" y="83"/>
                    <a:pt x="195" y="83"/>
                  </a:cubicBezTo>
                  <a:cubicBezTo>
                    <a:pt x="195" y="93"/>
                    <a:pt x="195" y="93"/>
                    <a:pt x="195" y="93"/>
                  </a:cubicBezTo>
                  <a:cubicBezTo>
                    <a:pt x="195" y="93"/>
                    <a:pt x="195" y="93"/>
                    <a:pt x="195" y="93"/>
                  </a:cubicBezTo>
                  <a:cubicBezTo>
                    <a:pt x="195" y="94"/>
                    <a:pt x="195" y="94"/>
                    <a:pt x="195" y="94"/>
                  </a:cubicBezTo>
                  <a:cubicBezTo>
                    <a:pt x="195" y="102"/>
                    <a:pt x="195" y="102"/>
                    <a:pt x="195" y="102"/>
                  </a:cubicBezTo>
                  <a:cubicBezTo>
                    <a:pt x="195" y="102"/>
                    <a:pt x="195" y="102"/>
                    <a:pt x="195" y="102"/>
                  </a:cubicBezTo>
                  <a:cubicBezTo>
                    <a:pt x="195" y="103"/>
                    <a:pt x="195" y="103"/>
                    <a:pt x="195" y="103"/>
                  </a:cubicBezTo>
                  <a:cubicBezTo>
                    <a:pt x="195" y="115"/>
                    <a:pt x="195" y="115"/>
                    <a:pt x="195" y="115"/>
                  </a:cubicBezTo>
                  <a:cubicBezTo>
                    <a:pt x="195" y="115"/>
                    <a:pt x="195" y="115"/>
                    <a:pt x="195" y="115"/>
                  </a:cubicBezTo>
                  <a:cubicBezTo>
                    <a:pt x="195" y="115"/>
                    <a:pt x="195" y="115"/>
                    <a:pt x="195" y="115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40"/>
                    <a:pt x="195" y="140"/>
                    <a:pt x="195" y="140"/>
                  </a:cubicBezTo>
                  <a:cubicBezTo>
                    <a:pt x="189" y="140"/>
                    <a:pt x="189" y="140"/>
                    <a:pt x="189" y="140"/>
                  </a:cubicBezTo>
                  <a:lnTo>
                    <a:pt x="189" y="49"/>
                  </a:lnTo>
                  <a:close/>
                  <a:moveTo>
                    <a:pt x="197" y="125"/>
                  </a:moveTo>
                  <a:cubicBezTo>
                    <a:pt x="206" y="125"/>
                    <a:pt x="206" y="125"/>
                    <a:pt x="206" y="125"/>
                  </a:cubicBezTo>
                  <a:cubicBezTo>
                    <a:pt x="206" y="140"/>
                    <a:pt x="206" y="140"/>
                    <a:pt x="206" y="140"/>
                  </a:cubicBezTo>
                  <a:cubicBezTo>
                    <a:pt x="197" y="140"/>
                    <a:pt x="197" y="140"/>
                    <a:pt x="197" y="140"/>
                  </a:cubicBezTo>
                  <a:lnTo>
                    <a:pt x="197" y="125"/>
                  </a:lnTo>
                  <a:close/>
                  <a:moveTo>
                    <a:pt x="208" y="49"/>
                  </a:moveTo>
                  <a:cubicBezTo>
                    <a:pt x="214" y="49"/>
                    <a:pt x="214" y="49"/>
                    <a:pt x="214" y="49"/>
                  </a:cubicBezTo>
                  <a:cubicBezTo>
                    <a:pt x="214" y="140"/>
                    <a:pt x="214" y="140"/>
                    <a:pt x="214" y="140"/>
                  </a:cubicBezTo>
                  <a:cubicBezTo>
                    <a:pt x="208" y="140"/>
                    <a:pt x="208" y="140"/>
                    <a:pt x="208" y="140"/>
                  </a:cubicBezTo>
                  <a:lnTo>
                    <a:pt x="208" y="49"/>
                  </a:lnTo>
                  <a:close/>
                  <a:moveTo>
                    <a:pt x="214" y="42"/>
                  </a:moveTo>
                  <a:cubicBezTo>
                    <a:pt x="189" y="42"/>
                    <a:pt x="189" y="42"/>
                    <a:pt x="189" y="42"/>
                  </a:cubicBezTo>
                  <a:cubicBezTo>
                    <a:pt x="189" y="33"/>
                    <a:pt x="189" y="33"/>
                    <a:pt x="189" y="33"/>
                  </a:cubicBezTo>
                  <a:cubicBezTo>
                    <a:pt x="214" y="33"/>
                    <a:pt x="214" y="33"/>
                    <a:pt x="214" y="33"/>
                  </a:cubicBezTo>
                  <a:lnTo>
                    <a:pt x="214" y="42"/>
                  </a:lnTo>
                  <a:close/>
                  <a:moveTo>
                    <a:pt x="189" y="142"/>
                  </a:moveTo>
                  <a:cubicBezTo>
                    <a:pt x="214" y="142"/>
                    <a:pt x="214" y="142"/>
                    <a:pt x="214" y="142"/>
                  </a:cubicBezTo>
                  <a:cubicBezTo>
                    <a:pt x="214" y="145"/>
                    <a:pt x="214" y="145"/>
                    <a:pt x="214" y="145"/>
                  </a:cubicBezTo>
                  <a:cubicBezTo>
                    <a:pt x="189" y="145"/>
                    <a:pt x="189" y="145"/>
                    <a:pt x="189" y="145"/>
                  </a:cubicBezTo>
                  <a:lnTo>
                    <a:pt x="189" y="142"/>
                  </a:lnTo>
                  <a:close/>
                  <a:moveTo>
                    <a:pt x="216" y="33"/>
                  </a:moveTo>
                  <a:cubicBezTo>
                    <a:pt x="225" y="33"/>
                    <a:pt x="225" y="33"/>
                    <a:pt x="225" y="33"/>
                  </a:cubicBezTo>
                  <a:cubicBezTo>
                    <a:pt x="225" y="179"/>
                    <a:pt x="225" y="179"/>
                    <a:pt x="225" y="179"/>
                  </a:cubicBezTo>
                  <a:cubicBezTo>
                    <a:pt x="216" y="179"/>
                    <a:pt x="216" y="179"/>
                    <a:pt x="216" y="179"/>
                  </a:cubicBezTo>
                  <a:lnTo>
                    <a:pt x="216" y="33"/>
                  </a:lnTo>
                  <a:close/>
                  <a:moveTo>
                    <a:pt x="227" y="119"/>
                  </a:moveTo>
                  <a:cubicBezTo>
                    <a:pt x="382" y="119"/>
                    <a:pt x="382" y="119"/>
                    <a:pt x="382" y="119"/>
                  </a:cubicBezTo>
                  <a:cubicBezTo>
                    <a:pt x="382" y="179"/>
                    <a:pt x="382" y="179"/>
                    <a:pt x="382" y="179"/>
                  </a:cubicBezTo>
                  <a:cubicBezTo>
                    <a:pt x="227" y="179"/>
                    <a:pt x="227" y="179"/>
                    <a:pt x="227" y="179"/>
                  </a:cubicBezTo>
                  <a:lnTo>
                    <a:pt x="227" y="119"/>
                  </a:lnTo>
                  <a:close/>
                  <a:moveTo>
                    <a:pt x="382" y="117"/>
                  </a:moveTo>
                  <a:cubicBezTo>
                    <a:pt x="227" y="117"/>
                    <a:pt x="227" y="117"/>
                    <a:pt x="227" y="117"/>
                  </a:cubicBezTo>
                  <a:cubicBezTo>
                    <a:pt x="227" y="115"/>
                    <a:pt x="227" y="115"/>
                    <a:pt x="227" y="115"/>
                  </a:cubicBezTo>
                  <a:cubicBezTo>
                    <a:pt x="382" y="115"/>
                    <a:pt x="382" y="115"/>
                    <a:pt x="382" y="115"/>
                  </a:cubicBezTo>
                  <a:lnTo>
                    <a:pt x="382" y="117"/>
                  </a:lnTo>
                  <a:close/>
                  <a:moveTo>
                    <a:pt x="384" y="113"/>
                  </a:moveTo>
                  <a:cubicBezTo>
                    <a:pt x="227" y="113"/>
                    <a:pt x="227" y="113"/>
                    <a:pt x="227" y="113"/>
                  </a:cubicBezTo>
                  <a:cubicBezTo>
                    <a:pt x="227" y="72"/>
                    <a:pt x="227" y="72"/>
                    <a:pt x="227" y="72"/>
                  </a:cubicBezTo>
                  <a:cubicBezTo>
                    <a:pt x="227" y="72"/>
                    <a:pt x="227" y="72"/>
                    <a:pt x="227" y="72"/>
                  </a:cubicBezTo>
                  <a:cubicBezTo>
                    <a:pt x="314" y="72"/>
                    <a:pt x="314" y="72"/>
                    <a:pt x="314" y="72"/>
                  </a:cubicBezTo>
                  <a:cubicBezTo>
                    <a:pt x="336" y="92"/>
                    <a:pt x="336" y="92"/>
                    <a:pt x="336" y="92"/>
                  </a:cubicBezTo>
                  <a:cubicBezTo>
                    <a:pt x="337" y="92"/>
                    <a:pt x="337" y="92"/>
                    <a:pt x="337" y="92"/>
                  </a:cubicBezTo>
                  <a:cubicBezTo>
                    <a:pt x="394" y="107"/>
                    <a:pt x="394" y="107"/>
                    <a:pt x="394" y="107"/>
                  </a:cubicBezTo>
                  <a:lnTo>
                    <a:pt x="384" y="113"/>
                  </a:lnTo>
                  <a:close/>
                  <a:moveTo>
                    <a:pt x="310" y="67"/>
                  </a:moveTo>
                  <a:cubicBezTo>
                    <a:pt x="310" y="67"/>
                    <a:pt x="310" y="67"/>
                    <a:pt x="310" y="67"/>
                  </a:cubicBezTo>
                  <a:cubicBezTo>
                    <a:pt x="314" y="66"/>
                    <a:pt x="314" y="66"/>
                    <a:pt x="314" y="66"/>
                  </a:cubicBezTo>
                  <a:cubicBezTo>
                    <a:pt x="340" y="89"/>
                    <a:pt x="340" y="89"/>
                    <a:pt x="340" y="89"/>
                  </a:cubicBezTo>
                  <a:cubicBezTo>
                    <a:pt x="340" y="89"/>
                    <a:pt x="340" y="89"/>
                    <a:pt x="341" y="89"/>
                  </a:cubicBezTo>
                  <a:cubicBezTo>
                    <a:pt x="400" y="104"/>
                    <a:pt x="400" y="104"/>
                    <a:pt x="400" y="104"/>
                  </a:cubicBezTo>
                  <a:cubicBezTo>
                    <a:pt x="397" y="105"/>
                    <a:pt x="397" y="105"/>
                    <a:pt x="397" y="105"/>
                  </a:cubicBezTo>
                  <a:cubicBezTo>
                    <a:pt x="397" y="105"/>
                    <a:pt x="397" y="105"/>
                    <a:pt x="397" y="105"/>
                  </a:cubicBezTo>
                  <a:cubicBezTo>
                    <a:pt x="338" y="90"/>
                    <a:pt x="338" y="90"/>
                    <a:pt x="338" y="90"/>
                  </a:cubicBezTo>
                  <a:cubicBezTo>
                    <a:pt x="315" y="70"/>
                    <a:pt x="315" y="70"/>
                    <a:pt x="315" y="70"/>
                  </a:cubicBezTo>
                  <a:cubicBezTo>
                    <a:pt x="315" y="70"/>
                    <a:pt x="315" y="70"/>
                    <a:pt x="314" y="70"/>
                  </a:cubicBezTo>
                  <a:cubicBezTo>
                    <a:pt x="227" y="70"/>
                    <a:pt x="227" y="70"/>
                    <a:pt x="227" y="70"/>
                  </a:cubicBezTo>
                  <a:cubicBezTo>
                    <a:pt x="227" y="70"/>
                    <a:pt x="227" y="70"/>
                    <a:pt x="227" y="70"/>
                  </a:cubicBezTo>
                  <a:cubicBezTo>
                    <a:pt x="227" y="67"/>
                    <a:pt x="227" y="67"/>
                    <a:pt x="227" y="67"/>
                  </a:cubicBezTo>
                  <a:lnTo>
                    <a:pt x="310" y="67"/>
                  </a:lnTo>
                  <a:close/>
                  <a:moveTo>
                    <a:pt x="62" y="89"/>
                  </a:moveTo>
                  <a:cubicBezTo>
                    <a:pt x="63" y="89"/>
                    <a:pt x="63" y="89"/>
                    <a:pt x="63" y="89"/>
                  </a:cubicBezTo>
                  <a:cubicBezTo>
                    <a:pt x="89" y="66"/>
                    <a:pt x="89" y="66"/>
                    <a:pt x="89" y="66"/>
                  </a:cubicBezTo>
                  <a:cubicBezTo>
                    <a:pt x="93" y="67"/>
                    <a:pt x="93" y="67"/>
                    <a:pt x="93" y="67"/>
                  </a:cubicBezTo>
                  <a:cubicBezTo>
                    <a:pt x="93" y="67"/>
                    <a:pt x="93" y="67"/>
                    <a:pt x="93" y="67"/>
                  </a:cubicBezTo>
                  <a:cubicBezTo>
                    <a:pt x="176" y="67"/>
                    <a:pt x="176" y="67"/>
                    <a:pt x="176" y="67"/>
                  </a:cubicBezTo>
                  <a:cubicBezTo>
                    <a:pt x="176" y="70"/>
                    <a:pt x="176" y="70"/>
                    <a:pt x="176" y="70"/>
                  </a:cubicBezTo>
                  <a:cubicBezTo>
                    <a:pt x="88" y="70"/>
                    <a:pt x="88" y="70"/>
                    <a:pt x="88" y="70"/>
                  </a:cubicBezTo>
                  <a:cubicBezTo>
                    <a:pt x="88" y="70"/>
                    <a:pt x="88" y="70"/>
                    <a:pt x="88" y="70"/>
                  </a:cubicBezTo>
                  <a:cubicBezTo>
                    <a:pt x="65" y="90"/>
                    <a:pt x="65" y="90"/>
                    <a:pt x="65" y="90"/>
                  </a:cubicBezTo>
                  <a:cubicBezTo>
                    <a:pt x="6" y="105"/>
                    <a:pt x="6" y="105"/>
                    <a:pt x="6" y="105"/>
                  </a:cubicBezTo>
                  <a:cubicBezTo>
                    <a:pt x="6" y="105"/>
                    <a:pt x="6" y="105"/>
                    <a:pt x="6" y="105"/>
                  </a:cubicBezTo>
                  <a:cubicBezTo>
                    <a:pt x="3" y="104"/>
                    <a:pt x="3" y="104"/>
                    <a:pt x="3" y="104"/>
                  </a:cubicBezTo>
                  <a:lnTo>
                    <a:pt x="62" y="89"/>
                  </a:lnTo>
                  <a:close/>
                  <a:moveTo>
                    <a:pt x="8" y="107"/>
                  </a:moveTo>
                  <a:cubicBezTo>
                    <a:pt x="66" y="92"/>
                    <a:pt x="66" y="92"/>
                    <a:pt x="66" y="92"/>
                  </a:cubicBezTo>
                  <a:cubicBezTo>
                    <a:pt x="66" y="92"/>
                    <a:pt x="66" y="92"/>
                    <a:pt x="66" y="92"/>
                  </a:cubicBezTo>
                  <a:cubicBezTo>
                    <a:pt x="89" y="72"/>
                    <a:pt x="89" y="72"/>
                    <a:pt x="89" y="72"/>
                  </a:cubicBezTo>
                  <a:cubicBezTo>
                    <a:pt x="176" y="72"/>
                    <a:pt x="176" y="72"/>
                    <a:pt x="176" y="72"/>
                  </a:cubicBezTo>
                  <a:cubicBezTo>
                    <a:pt x="176" y="113"/>
                    <a:pt x="176" y="113"/>
                    <a:pt x="176" y="113"/>
                  </a:cubicBezTo>
                  <a:cubicBezTo>
                    <a:pt x="19" y="113"/>
                    <a:pt x="19" y="113"/>
                    <a:pt x="19" y="113"/>
                  </a:cubicBezTo>
                  <a:lnTo>
                    <a:pt x="8" y="107"/>
                  </a:lnTo>
                  <a:close/>
                  <a:moveTo>
                    <a:pt x="176" y="115"/>
                  </a:moveTo>
                  <a:cubicBezTo>
                    <a:pt x="176" y="117"/>
                    <a:pt x="176" y="117"/>
                    <a:pt x="176" y="117"/>
                  </a:cubicBezTo>
                  <a:cubicBezTo>
                    <a:pt x="21" y="117"/>
                    <a:pt x="21" y="117"/>
                    <a:pt x="21" y="117"/>
                  </a:cubicBezTo>
                  <a:cubicBezTo>
                    <a:pt x="21" y="115"/>
                    <a:pt x="21" y="115"/>
                    <a:pt x="21" y="115"/>
                  </a:cubicBezTo>
                  <a:lnTo>
                    <a:pt x="176" y="115"/>
                  </a:lnTo>
                  <a:close/>
                  <a:moveTo>
                    <a:pt x="21" y="119"/>
                  </a:moveTo>
                  <a:cubicBezTo>
                    <a:pt x="176" y="119"/>
                    <a:pt x="176" y="119"/>
                    <a:pt x="176" y="119"/>
                  </a:cubicBezTo>
                  <a:cubicBezTo>
                    <a:pt x="176" y="179"/>
                    <a:pt x="176" y="179"/>
                    <a:pt x="176" y="179"/>
                  </a:cubicBezTo>
                  <a:cubicBezTo>
                    <a:pt x="21" y="179"/>
                    <a:pt x="21" y="179"/>
                    <a:pt x="21" y="179"/>
                  </a:cubicBezTo>
                  <a:lnTo>
                    <a:pt x="21" y="119"/>
                  </a:lnTo>
                  <a:close/>
                  <a:moveTo>
                    <a:pt x="189" y="179"/>
                  </a:moveTo>
                  <a:cubicBezTo>
                    <a:pt x="189" y="147"/>
                    <a:pt x="189" y="147"/>
                    <a:pt x="189" y="147"/>
                  </a:cubicBezTo>
                  <a:cubicBezTo>
                    <a:pt x="214" y="147"/>
                    <a:pt x="214" y="147"/>
                    <a:pt x="214" y="147"/>
                  </a:cubicBezTo>
                  <a:cubicBezTo>
                    <a:pt x="214" y="179"/>
                    <a:pt x="214" y="179"/>
                    <a:pt x="214" y="179"/>
                  </a:cubicBezTo>
                  <a:lnTo>
                    <a:pt x="189" y="1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4" name="Freeform 234"/>
            <p:cNvSpPr/>
            <p:nvPr userDrawn="1"/>
          </p:nvSpPr>
          <p:spPr bwMode="auto">
            <a:xfrm>
              <a:off x="6034088" y="3622675"/>
              <a:ext cx="96838" cy="92075"/>
            </a:xfrm>
            <a:custGeom>
              <a:avLst/>
              <a:gdLst>
                <a:gd name="T0" fmla="*/ 39 w 61"/>
                <a:gd name="T1" fmla="*/ 22 h 58"/>
                <a:gd name="T2" fmla="*/ 30 w 61"/>
                <a:gd name="T3" fmla="*/ 0 h 58"/>
                <a:gd name="T4" fmla="*/ 22 w 61"/>
                <a:gd name="T5" fmla="*/ 22 h 58"/>
                <a:gd name="T6" fmla="*/ 0 w 61"/>
                <a:gd name="T7" fmla="*/ 22 h 58"/>
                <a:gd name="T8" fmla="*/ 17 w 61"/>
                <a:gd name="T9" fmla="*/ 36 h 58"/>
                <a:gd name="T10" fmla="*/ 13 w 61"/>
                <a:gd name="T11" fmla="*/ 58 h 58"/>
                <a:gd name="T12" fmla="*/ 30 w 61"/>
                <a:gd name="T13" fmla="*/ 44 h 58"/>
                <a:gd name="T14" fmla="*/ 48 w 61"/>
                <a:gd name="T15" fmla="*/ 58 h 58"/>
                <a:gd name="T16" fmla="*/ 43 w 61"/>
                <a:gd name="T17" fmla="*/ 36 h 58"/>
                <a:gd name="T18" fmla="*/ 61 w 61"/>
                <a:gd name="T19" fmla="*/ 22 h 58"/>
                <a:gd name="T20" fmla="*/ 39 w 61"/>
                <a:gd name="T21" fmla="*/ 2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1" h="58">
                  <a:moveTo>
                    <a:pt x="39" y="22"/>
                  </a:moveTo>
                  <a:lnTo>
                    <a:pt x="30" y="0"/>
                  </a:lnTo>
                  <a:lnTo>
                    <a:pt x="22" y="22"/>
                  </a:lnTo>
                  <a:lnTo>
                    <a:pt x="0" y="22"/>
                  </a:lnTo>
                  <a:lnTo>
                    <a:pt x="17" y="36"/>
                  </a:lnTo>
                  <a:lnTo>
                    <a:pt x="13" y="58"/>
                  </a:lnTo>
                  <a:lnTo>
                    <a:pt x="30" y="44"/>
                  </a:lnTo>
                  <a:lnTo>
                    <a:pt x="48" y="58"/>
                  </a:lnTo>
                  <a:lnTo>
                    <a:pt x="43" y="36"/>
                  </a:lnTo>
                  <a:lnTo>
                    <a:pt x="61" y="22"/>
                  </a:lnTo>
                  <a:lnTo>
                    <a:pt x="39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235"/>
            <p:cNvSpPr/>
            <p:nvPr userDrawn="1"/>
          </p:nvSpPr>
          <p:spPr bwMode="auto">
            <a:xfrm>
              <a:off x="6034088" y="4630738"/>
              <a:ext cx="14288" cy="176213"/>
            </a:xfrm>
            <a:custGeom>
              <a:avLst/>
              <a:gdLst>
                <a:gd name="T0" fmla="*/ 1 w 2"/>
                <a:gd name="T1" fmla="*/ 0 h 25"/>
                <a:gd name="T2" fmla="*/ 0 w 2"/>
                <a:gd name="T3" fmla="*/ 1 h 25"/>
                <a:gd name="T4" fmla="*/ 0 w 2"/>
                <a:gd name="T5" fmla="*/ 24 h 25"/>
                <a:gd name="T6" fmla="*/ 1 w 2"/>
                <a:gd name="T7" fmla="*/ 25 h 25"/>
                <a:gd name="T8" fmla="*/ 2 w 2"/>
                <a:gd name="T9" fmla="*/ 24 h 25"/>
                <a:gd name="T10" fmla="*/ 2 w 2"/>
                <a:gd name="T11" fmla="*/ 1 h 25"/>
                <a:gd name="T12" fmla="*/ 1 w 2"/>
                <a:gd name="T13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5">
                  <a:moveTo>
                    <a:pt x="1" y="0"/>
                  </a:moveTo>
                  <a:cubicBezTo>
                    <a:pt x="0" y="0"/>
                    <a:pt x="0" y="0"/>
                    <a:pt x="0" y="1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5"/>
                    <a:pt x="0" y="25"/>
                    <a:pt x="1" y="25"/>
                  </a:cubicBezTo>
                  <a:cubicBezTo>
                    <a:pt x="2" y="25"/>
                    <a:pt x="2" y="25"/>
                    <a:pt x="2" y="24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Freeform 236"/>
            <p:cNvSpPr/>
            <p:nvPr userDrawn="1"/>
          </p:nvSpPr>
          <p:spPr bwMode="auto">
            <a:xfrm>
              <a:off x="6110288" y="4630738"/>
              <a:ext cx="12700" cy="176213"/>
            </a:xfrm>
            <a:custGeom>
              <a:avLst/>
              <a:gdLst>
                <a:gd name="T0" fmla="*/ 1 w 2"/>
                <a:gd name="T1" fmla="*/ 0 h 25"/>
                <a:gd name="T2" fmla="*/ 0 w 2"/>
                <a:gd name="T3" fmla="*/ 1 h 25"/>
                <a:gd name="T4" fmla="*/ 0 w 2"/>
                <a:gd name="T5" fmla="*/ 24 h 25"/>
                <a:gd name="T6" fmla="*/ 1 w 2"/>
                <a:gd name="T7" fmla="*/ 25 h 25"/>
                <a:gd name="T8" fmla="*/ 2 w 2"/>
                <a:gd name="T9" fmla="*/ 24 h 25"/>
                <a:gd name="T10" fmla="*/ 2 w 2"/>
                <a:gd name="T11" fmla="*/ 1 h 25"/>
                <a:gd name="T12" fmla="*/ 1 w 2"/>
                <a:gd name="T13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5">
                  <a:moveTo>
                    <a:pt x="1" y="0"/>
                  </a:moveTo>
                  <a:cubicBezTo>
                    <a:pt x="0" y="0"/>
                    <a:pt x="0" y="0"/>
                    <a:pt x="0" y="1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5"/>
                    <a:pt x="0" y="25"/>
                    <a:pt x="1" y="25"/>
                  </a:cubicBezTo>
                  <a:cubicBezTo>
                    <a:pt x="2" y="25"/>
                    <a:pt x="2" y="25"/>
                    <a:pt x="2" y="24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7" name="Freeform 237"/>
            <p:cNvSpPr/>
            <p:nvPr userDrawn="1"/>
          </p:nvSpPr>
          <p:spPr bwMode="auto">
            <a:xfrm>
              <a:off x="6069013" y="4630738"/>
              <a:ext cx="12700" cy="176213"/>
            </a:xfrm>
            <a:custGeom>
              <a:avLst/>
              <a:gdLst>
                <a:gd name="T0" fmla="*/ 1 w 2"/>
                <a:gd name="T1" fmla="*/ 0 h 25"/>
                <a:gd name="T2" fmla="*/ 0 w 2"/>
                <a:gd name="T3" fmla="*/ 1 h 25"/>
                <a:gd name="T4" fmla="*/ 0 w 2"/>
                <a:gd name="T5" fmla="*/ 24 h 25"/>
                <a:gd name="T6" fmla="*/ 1 w 2"/>
                <a:gd name="T7" fmla="*/ 25 h 25"/>
                <a:gd name="T8" fmla="*/ 2 w 2"/>
                <a:gd name="T9" fmla="*/ 24 h 25"/>
                <a:gd name="T10" fmla="*/ 2 w 2"/>
                <a:gd name="T11" fmla="*/ 1 h 25"/>
                <a:gd name="T12" fmla="*/ 1 w 2"/>
                <a:gd name="T13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5">
                  <a:moveTo>
                    <a:pt x="1" y="0"/>
                  </a:moveTo>
                  <a:cubicBezTo>
                    <a:pt x="1" y="0"/>
                    <a:pt x="0" y="0"/>
                    <a:pt x="0" y="1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5"/>
                    <a:pt x="1" y="25"/>
                    <a:pt x="1" y="25"/>
                  </a:cubicBezTo>
                  <a:cubicBezTo>
                    <a:pt x="2" y="25"/>
                    <a:pt x="2" y="25"/>
                    <a:pt x="2" y="24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8" name="Freeform 238"/>
            <p:cNvSpPr/>
            <p:nvPr userDrawn="1"/>
          </p:nvSpPr>
          <p:spPr bwMode="auto">
            <a:xfrm>
              <a:off x="6040438" y="3811588"/>
              <a:ext cx="14288" cy="42863"/>
            </a:xfrm>
            <a:custGeom>
              <a:avLst/>
              <a:gdLst>
                <a:gd name="T0" fmla="*/ 1 w 2"/>
                <a:gd name="T1" fmla="*/ 6 h 6"/>
                <a:gd name="T2" fmla="*/ 2 w 2"/>
                <a:gd name="T3" fmla="*/ 5 h 6"/>
                <a:gd name="T4" fmla="*/ 2 w 2"/>
                <a:gd name="T5" fmla="*/ 1 h 6"/>
                <a:gd name="T6" fmla="*/ 1 w 2"/>
                <a:gd name="T7" fmla="*/ 0 h 6"/>
                <a:gd name="T8" fmla="*/ 0 w 2"/>
                <a:gd name="T9" fmla="*/ 1 h 6"/>
                <a:gd name="T10" fmla="*/ 0 w 2"/>
                <a:gd name="T11" fmla="*/ 5 h 6"/>
                <a:gd name="T12" fmla="*/ 1 w 2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6">
                  <a:moveTo>
                    <a:pt x="1" y="6"/>
                  </a:moveTo>
                  <a:cubicBezTo>
                    <a:pt x="2" y="6"/>
                    <a:pt x="2" y="6"/>
                    <a:pt x="2" y="5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1" y="6"/>
                    <a:pt x="1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Freeform 239"/>
            <p:cNvSpPr/>
            <p:nvPr userDrawn="1"/>
          </p:nvSpPr>
          <p:spPr bwMode="auto">
            <a:xfrm>
              <a:off x="6102350" y="3811588"/>
              <a:ext cx="14288" cy="42863"/>
            </a:xfrm>
            <a:custGeom>
              <a:avLst/>
              <a:gdLst>
                <a:gd name="T0" fmla="*/ 1 w 2"/>
                <a:gd name="T1" fmla="*/ 6 h 6"/>
                <a:gd name="T2" fmla="*/ 2 w 2"/>
                <a:gd name="T3" fmla="*/ 5 h 6"/>
                <a:gd name="T4" fmla="*/ 2 w 2"/>
                <a:gd name="T5" fmla="*/ 1 h 6"/>
                <a:gd name="T6" fmla="*/ 1 w 2"/>
                <a:gd name="T7" fmla="*/ 0 h 6"/>
                <a:gd name="T8" fmla="*/ 0 w 2"/>
                <a:gd name="T9" fmla="*/ 1 h 6"/>
                <a:gd name="T10" fmla="*/ 0 w 2"/>
                <a:gd name="T11" fmla="*/ 5 h 6"/>
                <a:gd name="T12" fmla="*/ 1 w 2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6">
                  <a:moveTo>
                    <a:pt x="1" y="6"/>
                  </a:moveTo>
                  <a:cubicBezTo>
                    <a:pt x="1" y="6"/>
                    <a:pt x="2" y="6"/>
                    <a:pt x="2" y="5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1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0" name="Freeform 240"/>
            <p:cNvSpPr/>
            <p:nvPr userDrawn="1"/>
          </p:nvSpPr>
          <p:spPr bwMode="auto">
            <a:xfrm>
              <a:off x="5805488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Freeform 241"/>
            <p:cNvSpPr/>
            <p:nvPr userDrawn="1"/>
          </p:nvSpPr>
          <p:spPr bwMode="auto">
            <a:xfrm>
              <a:off x="5702300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242"/>
            <p:cNvSpPr/>
            <p:nvPr userDrawn="1"/>
          </p:nvSpPr>
          <p:spPr bwMode="auto">
            <a:xfrm>
              <a:off x="5599113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243"/>
            <p:cNvSpPr/>
            <p:nvPr userDrawn="1"/>
          </p:nvSpPr>
          <p:spPr bwMode="auto">
            <a:xfrm>
              <a:off x="5494338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244"/>
            <p:cNvSpPr/>
            <p:nvPr userDrawn="1"/>
          </p:nvSpPr>
          <p:spPr bwMode="auto">
            <a:xfrm>
              <a:off x="5391150" y="4435475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245"/>
            <p:cNvSpPr/>
            <p:nvPr userDrawn="1"/>
          </p:nvSpPr>
          <p:spPr bwMode="auto">
            <a:xfrm>
              <a:off x="5287963" y="4435475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246"/>
            <p:cNvSpPr/>
            <p:nvPr userDrawn="1"/>
          </p:nvSpPr>
          <p:spPr bwMode="auto">
            <a:xfrm>
              <a:off x="5183188" y="4435475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247"/>
            <p:cNvSpPr/>
            <p:nvPr userDrawn="1"/>
          </p:nvSpPr>
          <p:spPr bwMode="auto">
            <a:xfrm>
              <a:off x="5080000" y="4435475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248"/>
            <p:cNvSpPr/>
            <p:nvPr userDrawn="1"/>
          </p:nvSpPr>
          <p:spPr bwMode="auto">
            <a:xfrm>
              <a:off x="4976813" y="4435475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10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10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9" name="Freeform 249"/>
            <p:cNvSpPr/>
            <p:nvPr userDrawn="1"/>
          </p:nvSpPr>
          <p:spPr bwMode="auto">
            <a:xfrm>
              <a:off x="4879975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250"/>
            <p:cNvSpPr/>
            <p:nvPr userDrawn="1"/>
          </p:nvSpPr>
          <p:spPr bwMode="auto">
            <a:xfrm>
              <a:off x="5805488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251"/>
            <p:cNvSpPr/>
            <p:nvPr userDrawn="1"/>
          </p:nvSpPr>
          <p:spPr bwMode="auto">
            <a:xfrm>
              <a:off x="5702300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252"/>
            <p:cNvSpPr/>
            <p:nvPr userDrawn="1"/>
          </p:nvSpPr>
          <p:spPr bwMode="auto">
            <a:xfrm>
              <a:off x="5599113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253"/>
            <p:cNvSpPr/>
            <p:nvPr userDrawn="1"/>
          </p:nvSpPr>
          <p:spPr bwMode="auto">
            <a:xfrm>
              <a:off x="5494338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254"/>
            <p:cNvSpPr/>
            <p:nvPr userDrawn="1"/>
          </p:nvSpPr>
          <p:spPr bwMode="auto">
            <a:xfrm>
              <a:off x="5391150" y="4603750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255"/>
            <p:cNvSpPr/>
            <p:nvPr userDrawn="1"/>
          </p:nvSpPr>
          <p:spPr bwMode="auto">
            <a:xfrm>
              <a:off x="5287963" y="4603750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Freeform 256"/>
            <p:cNvSpPr/>
            <p:nvPr userDrawn="1"/>
          </p:nvSpPr>
          <p:spPr bwMode="auto">
            <a:xfrm>
              <a:off x="5183188" y="4603750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Freeform 257"/>
            <p:cNvSpPr/>
            <p:nvPr userDrawn="1"/>
          </p:nvSpPr>
          <p:spPr bwMode="auto">
            <a:xfrm>
              <a:off x="5080000" y="4603750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Freeform 258"/>
            <p:cNvSpPr/>
            <p:nvPr userDrawn="1"/>
          </p:nvSpPr>
          <p:spPr bwMode="auto">
            <a:xfrm>
              <a:off x="4976813" y="4603750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10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10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Freeform 259"/>
            <p:cNvSpPr/>
            <p:nvPr userDrawn="1"/>
          </p:nvSpPr>
          <p:spPr bwMode="auto">
            <a:xfrm>
              <a:off x="4879975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0" name="Freeform 260"/>
            <p:cNvSpPr/>
            <p:nvPr userDrawn="1"/>
          </p:nvSpPr>
          <p:spPr bwMode="auto">
            <a:xfrm>
              <a:off x="7223125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1" name="Freeform 261"/>
            <p:cNvSpPr/>
            <p:nvPr userDrawn="1"/>
          </p:nvSpPr>
          <p:spPr bwMode="auto">
            <a:xfrm>
              <a:off x="7118350" y="4435475"/>
              <a:ext cx="63500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2" name="Freeform 262"/>
            <p:cNvSpPr/>
            <p:nvPr userDrawn="1"/>
          </p:nvSpPr>
          <p:spPr bwMode="auto">
            <a:xfrm>
              <a:off x="7015163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3" name="Freeform 263"/>
            <p:cNvSpPr/>
            <p:nvPr userDrawn="1"/>
          </p:nvSpPr>
          <p:spPr bwMode="auto">
            <a:xfrm>
              <a:off x="6911975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4" name="Freeform 264"/>
            <p:cNvSpPr/>
            <p:nvPr userDrawn="1"/>
          </p:nvSpPr>
          <p:spPr bwMode="auto">
            <a:xfrm>
              <a:off x="6807200" y="4435475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5" name="Freeform 265"/>
            <p:cNvSpPr/>
            <p:nvPr userDrawn="1"/>
          </p:nvSpPr>
          <p:spPr bwMode="auto">
            <a:xfrm>
              <a:off x="6704013" y="4435475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6" name="Freeform 266"/>
            <p:cNvSpPr/>
            <p:nvPr userDrawn="1"/>
          </p:nvSpPr>
          <p:spPr bwMode="auto">
            <a:xfrm>
              <a:off x="6600825" y="4435475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7" name="Freeform 267"/>
            <p:cNvSpPr/>
            <p:nvPr userDrawn="1"/>
          </p:nvSpPr>
          <p:spPr bwMode="auto">
            <a:xfrm>
              <a:off x="6497638" y="4435475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8" name="Freeform 268"/>
            <p:cNvSpPr/>
            <p:nvPr userDrawn="1"/>
          </p:nvSpPr>
          <p:spPr bwMode="auto">
            <a:xfrm>
              <a:off x="6392863" y="4435475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10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10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9" name="Freeform 269"/>
            <p:cNvSpPr/>
            <p:nvPr userDrawn="1"/>
          </p:nvSpPr>
          <p:spPr bwMode="auto">
            <a:xfrm>
              <a:off x="6296025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0" name="Freeform 270"/>
            <p:cNvSpPr/>
            <p:nvPr userDrawn="1"/>
          </p:nvSpPr>
          <p:spPr bwMode="auto">
            <a:xfrm>
              <a:off x="7223125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1" name="Freeform 271"/>
            <p:cNvSpPr/>
            <p:nvPr userDrawn="1"/>
          </p:nvSpPr>
          <p:spPr bwMode="auto">
            <a:xfrm>
              <a:off x="7118350" y="4603750"/>
              <a:ext cx="63500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" name="Freeform 272"/>
            <p:cNvSpPr/>
            <p:nvPr userDrawn="1"/>
          </p:nvSpPr>
          <p:spPr bwMode="auto">
            <a:xfrm>
              <a:off x="7015163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3" name="Freeform 273"/>
            <p:cNvSpPr/>
            <p:nvPr userDrawn="1"/>
          </p:nvSpPr>
          <p:spPr bwMode="auto">
            <a:xfrm>
              <a:off x="6911975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4" name="Freeform 274"/>
            <p:cNvSpPr/>
            <p:nvPr userDrawn="1"/>
          </p:nvSpPr>
          <p:spPr bwMode="auto">
            <a:xfrm>
              <a:off x="6807200" y="4603750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5" name="Freeform 275"/>
            <p:cNvSpPr/>
            <p:nvPr userDrawn="1"/>
          </p:nvSpPr>
          <p:spPr bwMode="auto">
            <a:xfrm>
              <a:off x="6704013" y="4603750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6" name="Freeform 276"/>
            <p:cNvSpPr/>
            <p:nvPr userDrawn="1"/>
          </p:nvSpPr>
          <p:spPr bwMode="auto">
            <a:xfrm>
              <a:off x="6600825" y="4603750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7" name="Freeform 277"/>
            <p:cNvSpPr/>
            <p:nvPr userDrawn="1"/>
          </p:nvSpPr>
          <p:spPr bwMode="auto">
            <a:xfrm>
              <a:off x="6497638" y="4603750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8" name="Freeform 278"/>
            <p:cNvSpPr/>
            <p:nvPr userDrawn="1"/>
          </p:nvSpPr>
          <p:spPr bwMode="auto">
            <a:xfrm>
              <a:off x="6392863" y="4603750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10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10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9" name="Freeform 279"/>
            <p:cNvSpPr/>
            <p:nvPr userDrawn="1"/>
          </p:nvSpPr>
          <p:spPr bwMode="auto">
            <a:xfrm>
              <a:off x="6296025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0" name="Freeform 280"/>
            <p:cNvSpPr>
              <a:spLocks noEditPoints="1"/>
            </p:cNvSpPr>
            <p:nvPr userDrawn="1"/>
          </p:nvSpPr>
          <p:spPr bwMode="auto">
            <a:xfrm>
              <a:off x="2101850" y="4162425"/>
              <a:ext cx="2170113" cy="679450"/>
            </a:xfrm>
            <a:custGeom>
              <a:avLst/>
              <a:gdLst>
                <a:gd name="T0" fmla="*/ 164 w 314"/>
                <a:gd name="T1" fmla="*/ 68 h 97"/>
                <a:gd name="T2" fmla="*/ 111 w 314"/>
                <a:gd name="T3" fmla="*/ 20 h 97"/>
                <a:gd name="T4" fmla="*/ 83 w 314"/>
                <a:gd name="T5" fmla="*/ 60 h 97"/>
                <a:gd name="T6" fmla="*/ 64 w 314"/>
                <a:gd name="T7" fmla="*/ 72 h 97"/>
                <a:gd name="T8" fmla="*/ 44 w 314"/>
                <a:gd name="T9" fmla="*/ 60 h 97"/>
                <a:gd name="T10" fmla="*/ 36 w 314"/>
                <a:gd name="T11" fmla="*/ 60 h 97"/>
                <a:gd name="T12" fmla="*/ 21 w 314"/>
                <a:gd name="T13" fmla="*/ 79 h 97"/>
                <a:gd name="T14" fmla="*/ 113 w 314"/>
                <a:gd name="T15" fmla="*/ 87 h 97"/>
                <a:gd name="T16" fmla="*/ 163 w 314"/>
                <a:gd name="T17" fmla="*/ 86 h 97"/>
                <a:gd name="T18" fmla="*/ 261 w 314"/>
                <a:gd name="T19" fmla="*/ 40 h 97"/>
                <a:gd name="T20" fmla="*/ 261 w 314"/>
                <a:gd name="T21" fmla="*/ 59 h 97"/>
                <a:gd name="T22" fmla="*/ 261 w 314"/>
                <a:gd name="T23" fmla="*/ 87 h 97"/>
                <a:gd name="T24" fmla="*/ 313 w 314"/>
                <a:gd name="T25" fmla="*/ 97 h 97"/>
                <a:gd name="T26" fmla="*/ 73 w 314"/>
                <a:gd name="T27" fmla="*/ 95 h 97"/>
                <a:gd name="T28" fmla="*/ 67 w 314"/>
                <a:gd name="T29" fmla="*/ 77 h 97"/>
                <a:gd name="T30" fmla="*/ 84 w 314"/>
                <a:gd name="T31" fmla="*/ 58 h 97"/>
                <a:gd name="T32" fmla="*/ 75 w 314"/>
                <a:gd name="T33" fmla="*/ 94 h 97"/>
                <a:gd name="T34" fmla="*/ 48 w 314"/>
                <a:gd name="T35" fmla="*/ 58 h 97"/>
                <a:gd name="T36" fmla="*/ 62 w 314"/>
                <a:gd name="T37" fmla="*/ 73 h 97"/>
                <a:gd name="T38" fmla="*/ 39 w 314"/>
                <a:gd name="T39" fmla="*/ 74 h 97"/>
                <a:gd name="T40" fmla="*/ 22 w 314"/>
                <a:gd name="T41" fmla="*/ 64 h 97"/>
                <a:gd name="T42" fmla="*/ 32 w 314"/>
                <a:gd name="T43" fmla="*/ 64 h 97"/>
                <a:gd name="T44" fmla="*/ 23 w 314"/>
                <a:gd name="T45" fmla="*/ 77 h 97"/>
                <a:gd name="T46" fmla="*/ 28 w 314"/>
                <a:gd name="T47" fmla="*/ 95 h 97"/>
                <a:gd name="T48" fmla="*/ 132 w 314"/>
                <a:gd name="T49" fmla="*/ 53 h 97"/>
                <a:gd name="T50" fmla="*/ 144 w 314"/>
                <a:gd name="T51" fmla="*/ 63 h 97"/>
                <a:gd name="T52" fmla="*/ 113 w 314"/>
                <a:gd name="T53" fmla="*/ 43 h 97"/>
                <a:gd name="T54" fmla="*/ 145 w 314"/>
                <a:gd name="T55" fmla="*/ 32 h 97"/>
                <a:gd name="T56" fmla="*/ 163 w 314"/>
                <a:gd name="T57" fmla="*/ 37 h 97"/>
                <a:gd name="T58" fmla="*/ 163 w 314"/>
                <a:gd name="T59" fmla="*/ 45 h 97"/>
                <a:gd name="T60" fmla="*/ 113 w 314"/>
                <a:gd name="T61" fmla="*/ 30 h 97"/>
                <a:gd name="T62" fmla="*/ 154 w 314"/>
                <a:gd name="T63" fmla="*/ 68 h 97"/>
                <a:gd name="T64" fmla="*/ 163 w 314"/>
                <a:gd name="T65" fmla="*/ 20 h 97"/>
                <a:gd name="T66" fmla="*/ 113 w 314"/>
                <a:gd name="T67" fmla="*/ 79 h 97"/>
                <a:gd name="T68" fmla="*/ 113 w 314"/>
                <a:gd name="T69" fmla="*/ 79 h 97"/>
                <a:gd name="T70" fmla="*/ 287 w 314"/>
                <a:gd name="T71" fmla="*/ 48 h 97"/>
                <a:gd name="T72" fmla="*/ 288 w 314"/>
                <a:gd name="T73" fmla="*/ 41 h 97"/>
                <a:gd name="T74" fmla="*/ 312 w 314"/>
                <a:gd name="T75" fmla="*/ 41 h 97"/>
                <a:gd name="T76" fmla="*/ 288 w 314"/>
                <a:gd name="T77" fmla="*/ 60 h 97"/>
                <a:gd name="T78" fmla="*/ 297 w 314"/>
                <a:gd name="T79" fmla="*/ 60 h 97"/>
                <a:gd name="T80" fmla="*/ 272 w 314"/>
                <a:gd name="T81" fmla="*/ 67 h 97"/>
                <a:gd name="T82" fmla="*/ 272 w 314"/>
                <a:gd name="T83" fmla="*/ 69 h 97"/>
                <a:gd name="T84" fmla="*/ 288 w 314"/>
                <a:gd name="T85" fmla="*/ 69 h 97"/>
                <a:gd name="T86" fmla="*/ 304 w 314"/>
                <a:gd name="T87" fmla="*/ 77 h 97"/>
                <a:gd name="T88" fmla="*/ 305 w 314"/>
                <a:gd name="T89" fmla="*/ 69 h 97"/>
                <a:gd name="T90" fmla="*/ 305 w 314"/>
                <a:gd name="T91" fmla="*/ 50 h 97"/>
                <a:gd name="T92" fmla="*/ 304 w 314"/>
                <a:gd name="T93" fmla="*/ 50 h 97"/>
                <a:gd name="T94" fmla="*/ 287 w 314"/>
                <a:gd name="T95" fmla="*/ 58 h 97"/>
                <a:gd name="T96" fmla="*/ 272 w 314"/>
                <a:gd name="T97" fmla="*/ 50 h 97"/>
                <a:gd name="T98" fmla="*/ 270 w 314"/>
                <a:gd name="T99" fmla="*/ 58 h 97"/>
                <a:gd name="T100" fmla="*/ 270 w 314"/>
                <a:gd name="T101" fmla="*/ 77 h 97"/>
                <a:gd name="T102" fmla="*/ 263 w 314"/>
                <a:gd name="T103" fmla="*/ 79 h 97"/>
                <a:gd name="T104" fmla="*/ 280 w 314"/>
                <a:gd name="T105" fmla="*/ 79 h 97"/>
                <a:gd name="T106" fmla="*/ 295 w 314"/>
                <a:gd name="T107" fmla="*/ 86 h 97"/>
                <a:gd name="T108" fmla="*/ 297 w 314"/>
                <a:gd name="T109" fmla="*/ 79 h 97"/>
                <a:gd name="T110" fmla="*/ 263 w 314"/>
                <a:gd name="T111" fmla="*/ 48 h 97"/>
                <a:gd name="T112" fmla="*/ 263 w 314"/>
                <a:gd name="T113" fmla="*/ 95 h 97"/>
                <a:gd name="T114" fmla="*/ 280 w 314"/>
                <a:gd name="T115" fmla="*/ 88 h 97"/>
                <a:gd name="T116" fmla="*/ 295 w 314"/>
                <a:gd name="T117" fmla="*/ 95 h 97"/>
                <a:gd name="T118" fmla="*/ 297 w 314"/>
                <a:gd name="T119" fmla="*/ 88 h 97"/>
                <a:gd name="T120" fmla="*/ 312 w 314"/>
                <a:gd name="T121" fmla="*/ 39 h 97"/>
                <a:gd name="T122" fmla="*/ 288 w 314"/>
                <a:gd name="T123" fmla="*/ 39 h 97"/>
                <a:gd name="T124" fmla="*/ 271 w 314"/>
                <a:gd name="T125" fmla="*/ 39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14" h="97">
                  <a:moveTo>
                    <a:pt x="263" y="1"/>
                  </a:moveTo>
                  <a:cubicBezTo>
                    <a:pt x="263" y="0"/>
                    <a:pt x="262" y="0"/>
                    <a:pt x="262" y="1"/>
                  </a:cubicBezTo>
                  <a:cubicBezTo>
                    <a:pt x="173" y="63"/>
                    <a:pt x="173" y="63"/>
                    <a:pt x="173" y="63"/>
                  </a:cubicBezTo>
                  <a:cubicBezTo>
                    <a:pt x="172" y="63"/>
                    <a:pt x="172" y="63"/>
                    <a:pt x="172" y="64"/>
                  </a:cubicBezTo>
                  <a:cubicBezTo>
                    <a:pt x="172" y="84"/>
                    <a:pt x="172" y="84"/>
                    <a:pt x="172" y="84"/>
                  </a:cubicBezTo>
                  <a:cubicBezTo>
                    <a:pt x="164" y="84"/>
                    <a:pt x="164" y="84"/>
                    <a:pt x="164" y="84"/>
                  </a:cubicBezTo>
                  <a:cubicBezTo>
                    <a:pt x="164" y="68"/>
                    <a:pt x="164" y="68"/>
                    <a:pt x="164" y="68"/>
                  </a:cubicBezTo>
                  <a:cubicBezTo>
                    <a:pt x="164" y="68"/>
                    <a:pt x="164" y="68"/>
                    <a:pt x="164" y="68"/>
                  </a:cubicBezTo>
                  <a:cubicBezTo>
                    <a:pt x="164" y="19"/>
                    <a:pt x="164" y="19"/>
                    <a:pt x="164" y="19"/>
                  </a:cubicBezTo>
                  <a:cubicBezTo>
                    <a:pt x="164" y="19"/>
                    <a:pt x="164" y="18"/>
                    <a:pt x="164" y="18"/>
                  </a:cubicBezTo>
                  <a:cubicBezTo>
                    <a:pt x="146" y="7"/>
                    <a:pt x="146" y="7"/>
                    <a:pt x="146" y="7"/>
                  </a:cubicBezTo>
                  <a:cubicBezTo>
                    <a:pt x="145" y="7"/>
                    <a:pt x="145" y="7"/>
                    <a:pt x="145" y="7"/>
                  </a:cubicBezTo>
                  <a:cubicBezTo>
                    <a:pt x="112" y="19"/>
                    <a:pt x="112" y="19"/>
                    <a:pt x="112" y="19"/>
                  </a:cubicBezTo>
                  <a:cubicBezTo>
                    <a:pt x="111" y="19"/>
                    <a:pt x="111" y="20"/>
                    <a:pt x="111" y="20"/>
                  </a:cubicBezTo>
                  <a:cubicBezTo>
                    <a:pt x="111" y="95"/>
                    <a:pt x="111" y="95"/>
                    <a:pt x="111" y="95"/>
                  </a:cubicBezTo>
                  <a:cubicBezTo>
                    <a:pt x="80" y="95"/>
                    <a:pt x="80" y="95"/>
                    <a:pt x="80" y="95"/>
                  </a:cubicBezTo>
                  <a:cubicBezTo>
                    <a:pt x="80" y="79"/>
                    <a:pt x="80" y="79"/>
                    <a:pt x="80" y="79"/>
                  </a:cubicBezTo>
                  <a:cubicBezTo>
                    <a:pt x="96" y="79"/>
                    <a:pt x="96" y="79"/>
                    <a:pt x="96" y="79"/>
                  </a:cubicBezTo>
                  <a:cubicBezTo>
                    <a:pt x="83" y="66"/>
                    <a:pt x="83" y="66"/>
                    <a:pt x="83" y="66"/>
                  </a:cubicBezTo>
                  <a:cubicBezTo>
                    <a:pt x="89" y="66"/>
                    <a:pt x="89" y="66"/>
                    <a:pt x="89" y="66"/>
                  </a:cubicBezTo>
                  <a:cubicBezTo>
                    <a:pt x="83" y="60"/>
                    <a:pt x="83" y="60"/>
                    <a:pt x="83" y="60"/>
                  </a:cubicBezTo>
                  <a:cubicBezTo>
                    <a:pt x="89" y="60"/>
                    <a:pt x="89" y="60"/>
                    <a:pt x="89" y="60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60"/>
                    <a:pt x="70" y="60"/>
                    <a:pt x="70" y="60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70" y="66"/>
                    <a:pt x="70" y="66"/>
                    <a:pt x="70" y="66"/>
                  </a:cubicBezTo>
                  <a:cubicBezTo>
                    <a:pt x="64" y="72"/>
                    <a:pt x="64" y="72"/>
                    <a:pt x="64" y="72"/>
                  </a:cubicBezTo>
                  <a:cubicBezTo>
                    <a:pt x="58" y="66"/>
                    <a:pt x="58" y="66"/>
                    <a:pt x="58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58" y="60"/>
                    <a:pt x="58" y="60"/>
                    <a:pt x="58" y="60"/>
                  </a:cubicBezTo>
                  <a:cubicBezTo>
                    <a:pt x="63" y="60"/>
                    <a:pt x="63" y="60"/>
                    <a:pt x="63" y="60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44" y="60"/>
                    <a:pt x="44" y="60"/>
                    <a:pt x="44" y="60"/>
                  </a:cubicBezTo>
                  <a:cubicBezTo>
                    <a:pt x="39" y="66"/>
                    <a:pt x="39" y="66"/>
                    <a:pt x="39" y="66"/>
                  </a:cubicBezTo>
                  <a:cubicBezTo>
                    <a:pt x="44" y="66"/>
                    <a:pt x="44" y="66"/>
                    <a:pt x="44" y="66"/>
                  </a:cubicBezTo>
                  <a:cubicBezTo>
                    <a:pt x="38" y="72"/>
                    <a:pt x="38" y="72"/>
                    <a:pt x="38" y="72"/>
                  </a:cubicBezTo>
                  <a:cubicBezTo>
                    <a:pt x="31" y="66"/>
                    <a:pt x="31" y="66"/>
                    <a:pt x="31" y="66"/>
                  </a:cubicBezTo>
                  <a:cubicBezTo>
                    <a:pt x="36" y="66"/>
                    <a:pt x="36" y="66"/>
                    <a:pt x="36" y="66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24" y="48"/>
                    <a:pt x="24" y="48"/>
                    <a:pt x="24" y="48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7" y="60"/>
                    <a:pt x="17" y="60"/>
                    <a:pt x="17" y="60"/>
                  </a:cubicBezTo>
                  <a:cubicBezTo>
                    <a:pt x="12" y="66"/>
                    <a:pt x="12" y="66"/>
                    <a:pt x="12" y="66"/>
                  </a:cubicBezTo>
                  <a:cubicBezTo>
                    <a:pt x="17" y="66"/>
                    <a:pt x="17" y="66"/>
                    <a:pt x="17" y="66"/>
                  </a:cubicBezTo>
                  <a:cubicBezTo>
                    <a:pt x="4" y="79"/>
                    <a:pt x="4" y="79"/>
                    <a:pt x="4" y="79"/>
                  </a:cubicBezTo>
                  <a:cubicBezTo>
                    <a:pt x="21" y="79"/>
                    <a:pt x="21" y="79"/>
                    <a:pt x="21" y="79"/>
                  </a:cubicBezTo>
                  <a:cubicBezTo>
                    <a:pt x="21" y="95"/>
                    <a:pt x="21" y="95"/>
                    <a:pt x="21" y="95"/>
                  </a:cubicBezTo>
                  <a:cubicBezTo>
                    <a:pt x="1" y="95"/>
                    <a:pt x="1" y="95"/>
                    <a:pt x="1" y="95"/>
                  </a:cubicBezTo>
                  <a:cubicBezTo>
                    <a:pt x="1" y="95"/>
                    <a:pt x="0" y="96"/>
                    <a:pt x="0" y="96"/>
                  </a:cubicBezTo>
                  <a:cubicBezTo>
                    <a:pt x="0" y="97"/>
                    <a:pt x="1" y="97"/>
                    <a:pt x="1" y="97"/>
                  </a:cubicBezTo>
                  <a:cubicBezTo>
                    <a:pt x="112" y="97"/>
                    <a:pt x="112" y="97"/>
                    <a:pt x="112" y="97"/>
                  </a:cubicBezTo>
                  <a:cubicBezTo>
                    <a:pt x="113" y="97"/>
                    <a:pt x="113" y="97"/>
                    <a:pt x="113" y="96"/>
                  </a:cubicBezTo>
                  <a:cubicBezTo>
                    <a:pt x="113" y="87"/>
                    <a:pt x="113" y="87"/>
                    <a:pt x="113" y="87"/>
                  </a:cubicBezTo>
                  <a:cubicBezTo>
                    <a:pt x="143" y="79"/>
                    <a:pt x="143" y="79"/>
                    <a:pt x="143" y="79"/>
                  </a:cubicBezTo>
                  <a:cubicBezTo>
                    <a:pt x="143" y="96"/>
                    <a:pt x="143" y="96"/>
                    <a:pt x="143" y="96"/>
                  </a:cubicBezTo>
                  <a:cubicBezTo>
                    <a:pt x="143" y="97"/>
                    <a:pt x="144" y="97"/>
                    <a:pt x="144" y="97"/>
                  </a:cubicBezTo>
                  <a:cubicBezTo>
                    <a:pt x="145" y="97"/>
                    <a:pt x="145" y="97"/>
                    <a:pt x="145" y="96"/>
                  </a:cubicBezTo>
                  <a:cubicBezTo>
                    <a:pt x="145" y="79"/>
                    <a:pt x="145" y="79"/>
                    <a:pt x="145" y="79"/>
                  </a:cubicBezTo>
                  <a:cubicBezTo>
                    <a:pt x="163" y="86"/>
                    <a:pt x="163" y="86"/>
                    <a:pt x="163" y="86"/>
                  </a:cubicBezTo>
                  <a:cubicBezTo>
                    <a:pt x="163" y="86"/>
                    <a:pt x="163" y="86"/>
                    <a:pt x="163" y="86"/>
                  </a:cubicBezTo>
                  <a:cubicBezTo>
                    <a:pt x="163" y="86"/>
                    <a:pt x="163" y="86"/>
                    <a:pt x="163" y="86"/>
                  </a:cubicBezTo>
                  <a:cubicBezTo>
                    <a:pt x="173" y="86"/>
                    <a:pt x="173" y="86"/>
                    <a:pt x="173" y="86"/>
                  </a:cubicBezTo>
                  <a:cubicBezTo>
                    <a:pt x="174" y="86"/>
                    <a:pt x="174" y="85"/>
                    <a:pt x="174" y="85"/>
                  </a:cubicBezTo>
                  <a:cubicBezTo>
                    <a:pt x="174" y="64"/>
                    <a:pt x="174" y="64"/>
                    <a:pt x="174" y="64"/>
                  </a:cubicBezTo>
                  <a:cubicBezTo>
                    <a:pt x="261" y="4"/>
                    <a:pt x="261" y="4"/>
                    <a:pt x="261" y="4"/>
                  </a:cubicBezTo>
                  <a:cubicBezTo>
                    <a:pt x="261" y="40"/>
                    <a:pt x="261" y="40"/>
                    <a:pt x="261" y="40"/>
                  </a:cubicBezTo>
                  <a:cubicBezTo>
                    <a:pt x="261" y="40"/>
                    <a:pt x="261" y="40"/>
                    <a:pt x="261" y="40"/>
                  </a:cubicBezTo>
                  <a:cubicBezTo>
                    <a:pt x="261" y="40"/>
                    <a:pt x="261" y="40"/>
                    <a:pt x="261" y="40"/>
                  </a:cubicBezTo>
                  <a:cubicBezTo>
                    <a:pt x="261" y="49"/>
                    <a:pt x="261" y="49"/>
                    <a:pt x="261" y="49"/>
                  </a:cubicBezTo>
                  <a:cubicBezTo>
                    <a:pt x="261" y="49"/>
                    <a:pt x="261" y="49"/>
                    <a:pt x="261" y="49"/>
                  </a:cubicBezTo>
                  <a:cubicBezTo>
                    <a:pt x="261" y="49"/>
                    <a:pt x="261" y="49"/>
                    <a:pt x="261" y="50"/>
                  </a:cubicBezTo>
                  <a:cubicBezTo>
                    <a:pt x="261" y="59"/>
                    <a:pt x="261" y="59"/>
                    <a:pt x="261" y="59"/>
                  </a:cubicBezTo>
                  <a:cubicBezTo>
                    <a:pt x="261" y="59"/>
                    <a:pt x="261" y="59"/>
                    <a:pt x="261" y="59"/>
                  </a:cubicBezTo>
                  <a:cubicBezTo>
                    <a:pt x="261" y="59"/>
                    <a:pt x="261" y="59"/>
                    <a:pt x="261" y="59"/>
                  </a:cubicBezTo>
                  <a:cubicBezTo>
                    <a:pt x="261" y="68"/>
                    <a:pt x="261" y="68"/>
                    <a:pt x="261" y="68"/>
                  </a:cubicBezTo>
                  <a:cubicBezTo>
                    <a:pt x="261" y="68"/>
                    <a:pt x="261" y="68"/>
                    <a:pt x="261" y="68"/>
                  </a:cubicBezTo>
                  <a:cubicBezTo>
                    <a:pt x="261" y="68"/>
                    <a:pt x="261" y="68"/>
                    <a:pt x="261" y="68"/>
                  </a:cubicBezTo>
                  <a:cubicBezTo>
                    <a:pt x="261" y="77"/>
                    <a:pt x="261" y="77"/>
                    <a:pt x="261" y="77"/>
                  </a:cubicBezTo>
                  <a:cubicBezTo>
                    <a:pt x="261" y="77"/>
                    <a:pt x="261" y="77"/>
                    <a:pt x="261" y="78"/>
                  </a:cubicBezTo>
                  <a:cubicBezTo>
                    <a:pt x="261" y="78"/>
                    <a:pt x="261" y="78"/>
                    <a:pt x="261" y="78"/>
                  </a:cubicBezTo>
                  <a:cubicBezTo>
                    <a:pt x="261" y="87"/>
                    <a:pt x="261" y="87"/>
                    <a:pt x="261" y="87"/>
                  </a:cubicBezTo>
                  <a:cubicBezTo>
                    <a:pt x="261" y="87"/>
                    <a:pt x="261" y="87"/>
                    <a:pt x="261" y="87"/>
                  </a:cubicBezTo>
                  <a:cubicBezTo>
                    <a:pt x="261" y="87"/>
                    <a:pt x="261" y="87"/>
                    <a:pt x="261" y="87"/>
                  </a:cubicBezTo>
                  <a:cubicBezTo>
                    <a:pt x="261" y="96"/>
                    <a:pt x="261" y="96"/>
                    <a:pt x="261" y="96"/>
                  </a:cubicBezTo>
                  <a:cubicBezTo>
                    <a:pt x="261" y="96"/>
                    <a:pt x="261" y="96"/>
                    <a:pt x="261" y="96"/>
                  </a:cubicBezTo>
                  <a:cubicBezTo>
                    <a:pt x="261" y="97"/>
                    <a:pt x="261" y="97"/>
                    <a:pt x="262" y="97"/>
                  </a:cubicBezTo>
                  <a:cubicBezTo>
                    <a:pt x="312" y="97"/>
                    <a:pt x="312" y="97"/>
                    <a:pt x="312" y="97"/>
                  </a:cubicBezTo>
                  <a:cubicBezTo>
                    <a:pt x="313" y="97"/>
                    <a:pt x="313" y="97"/>
                    <a:pt x="313" y="97"/>
                  </a:cubicBezTo>
                  <a:cubicBezTo>
                    <a:pt x="314" y="96"/>
                    <a:pt x="314" y="96"/>
                    <a:pt x="314" y="96"/>
                  </a:cubicBezTo>
                  <a:cubicBezTo>
                    <a:pt x="314" y="35"/>
                    <a:pt x="314" y="35"/>
                    <a:pt x="314" y="35"/>
                  </a:cubicBezTo>
                  <a:cubicBezTo>
                    <a:pt x="314" y="35"/>
                    <a:pt x="314" y="34"/>
                    <a:pt x="313" y="34"/>
                  </a:cubicBezTo>
                  <a:lnTo>
                    <a:pt x="263" y="1"/>
                  </a:lnTo>
                  <a:close/>
                  <a:moveTo>
                    <a:pt x="71" y="79"/>
                  </a:moveTo>
                  <a:cubicBezTo>
                    <a:pt x="73" y="79"/>
                    <a:pt x="73" y="79"/>
                    <a:pt x="73" y="79"/>
                  </a:cubicBezTo>
                  <a:cubicBezTo>
                    <a:pt x="73" y="95"/>
                    <a:pt x="73" y="95"/>
                    <a:pt x="73" y="95"/>
                  </a:cubicBezTo>
                  <a:cubicBezTo>
                    <a:pt x="54" y="95"/>
                    <a:pt x="54" y="95"/>
                    <a:pt x="54" y="95"/>
                  </a:cubicBezTo>
                  <a:cubicBezTo>
                    <a:pt x="54" y="79"/>
                    <a:pt x="54" y="79"/>
                    <a:pt x="54" y="79"/>
                  </a:cubicBezTo>
                  <a:cubicBezTo>
                    <a:pt x="56" y="79"/>
                    <a:pt x="56" y="79"/>
                    <a:pt x="56" y="79"/>
                  </a:cubicBezTo>
                  <a:lnTo>
                    <a:pt x="71" y="79"/>
                  </a:lnTo>
                  <a:close/>
                  <a:moveTo>
                    <a:pt x="61" y="77"/>
                  </a:moveTo>
                  <a:cubicBezTo>
                    <a:pt x="64" y="74"/>
                    <a:pt x="64" y="74"/>
                    <a:pt x="64" y="74"/>
                  </a:cubicBezTo>
                  <a:cubicBezTo>
                    <a:pt x="67" y="77"/>
                    <a:pt x="67" y="77"/>
                    <a:pt x="67" y="77"/>
                  </a:cubicBezTo>
                  <a:lnTo>
                    <a:pt x="61" y="77"/>
                  </a:lnTo>
                  <a:close/>
                  <a:moveTo>
                    <a:pt x="74" y="64"/>
                  </a:moveTo>
                  <a:cubicBezTo>
                    <a:pt x="69" y="64"/>
                    <a:pt x="69" y="64"/>
                    <a:pt x="69" y="64"/>
                  </a:cubicBezTo>
                  <a:cubicBezTo>
                    <a:pt x="74" y="58"/>
                    <a:pt x="74" y="58"/>
                    <a:pt x="74" y="58"/>
                  </a:cubicBezTo>
                  <a:cubicBezTo>
                    <a:pt x="69" y="58"/>
                    <a:pt x="69" y="58"/>
                    <a:pt x="69" y="58"/>
                  </a:cubicBezTo>
                  <a:cubicBezTo>
                    <a:pt x="76" y="50"/>
                    <a:pt x="76" y="50"/>
                    <a:pt x="76" y="50"/>
                  </a:cubicBezTo>
                  <a:cubicBezTo>
                    <a:pt x="84" y="58"/>
                    <a:pt x="84" y="58"/>
                    <a:pt x="84" y="58"/>
                  </a:cubicBezTo>
                  <a:cubicBezTo>
                    <a:pt x="79" y="58"/>
                    <a:pt x="79" y="58"/>
                    <a:pt x="79" y="58"/>
                  </a:cubicBezTo>
                  <a:cubicBezTo>
                    <a:pt x="84" y="64"/>
                    <a:pt x="84" y="64"/>
                    <a:pt x="84" y="64"/>
                  </a:cubicBezTo>
                  <a:cubicBezTo>
                    <a:pt x="79" y="64"/>
                    <a:pt x="79" y="64"/>
                    <a:pt x="79" y="64"/>
                  </a:cubicBezTo>
                  <a:cubicBezTo>
                    <a:pt x="92" y="77"/>
                    <a:pt x="92" y="77"/>
                    <a:pt x="92" y="77"/>
                  </a:cubicBezTo>
                  <a:cubicBezTo>
                    <a:pt x="78" y="77"/>
                    <a:pt x="78" y="77"/>
                    <a:pt x="78" y="77"/>
                  </a:cubicBezTo>
                  <a:cubicBezTo>
                    <a:pt x="78" y="94"/>
                    <a:pt x="78" y="94"/>
                    <a:pt x="78" y="94"/>
                  </a:cubicBezTo>
                  <a:cubicBezTo>
                    <a:pt x="75" y="94"/>
                    <a:pt x="75" y="94"/>
                    <a:pt x="75" y="94"/>
                  </a:cubicBezTo>
                  <a:cubicBezTo>
                    <a:pt x="75" y="77"/>
                    <a:pt x="75" y="77"/>
                    <a:pt x="75" y="77"/>
                  </a:cubicBezTo>
                  <a:cubicBezTo>
                    <a:pt x="69" y="77"/>
                    <a:pt x="69" y="77"/>
                    <a:pt x="69" y="77"/>
                  </a:cubicBezTo>
                  <a:cubicBezTo>
                    <a:pt x="65" y="73"/>
                    <a:pt x="65" y="73"/>
                    <a:pt x="65" y="73"/>
                  </a:cubicBezTo>
                  <a:lnTo>
                    <a:pt x="74" y="64"/>
                  </a:lnTo>
                  <a:close/>
                  <a:moveTo>
                    <a:pt x="49" y="64"/>
                  </a:moveTo>
                  <a:cubicBezTo>
                    <a:pt x="43" y="64"/>
                    <a:pt x="43" y="64"/>
                    <a:pt x="43" y="64"/>
                  </a:cubicBezTo>
                  <a:cubicBezTo>
                    <a:pt x="48" y="58"/>
                    <a:pt x="48" y="58"/>
                    <a:pt x="48" y="58"/>
                  </a:cubicBezTo>
                  <a:cubicBezTo>
                    <a:pt x="43" y="58"/>
                    <a:pt x="43" y="58"/>
                    <a:pt x="43" y="58"/>
                  </a:cubicBezTo>
                  <a:cubicBezTo>
                    <a:pt x="51" y="50"/>
                    <a:pt x="51" y="50"/>
                    <a:pt x="51" y="50"/>
                  </a:cubicBezTo>
                  <a:cubicBezTo>
                    <a:pt x="59" y="58"/>
                    <a:pt x="59" y="58"/>
                    <a:pt x="59" y="58"/>
                  </a:cubicBezTo>
                  <a:cubicBezTo>
                    <a:pt x="53" y="58"/>
                    <a:pt x="53" y="58"/>
                    <a:pt x="53" y="58"/>
                  </a:cubicBezTo>
                  <a:cubicBezTo>
                    <a:pt x="59" y="64"/>
                    <a:pt x="59" y="64"/>
                    <a:pt x="59" y="64"/>
                  </a:cubicBezTo>
                  <a:cubicBezTo>
                    <a:pt x="54" y="64"/>
                    <a:pt x="54" y="64"/>
                    <a:pt x="54" y="64"/>
                  </a:cubicBezTo>
                  <a:cubicBezTo>
                    <a:pt x="62" y="73"/>
                    <a:pt x="62" y="73"/>
                    <a:pt x="62" y="73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52" y="77"/>
                    <a:pt x="52" y="77"/>
                    <a:pt x="52" y="77"/>
                  </a:cubicBezTo>
                  <a:cubicBezTo>
                    <a:pt x="52" y="94"/>
                    <a:pt x="52" y="94"/>
                    <a:pt x="52" y="94"/>
                  </a:cubicBezTo>
                  <a:cubicBezTo>
                    <a:pt x="49" y="94"/>
                    <a:pt x="49" y="94"/>
                    <a:pt x="49" y="94"/>
                  </a:cubicBezTo>
                  <a:cubicBezTo>
                    <a:pt x="49" y="77"/>
                    <a:pt x="49" y="77"/>
                    <a:pt x="49" y="77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39" y="74"/>
                    <a:pt x="39" y="74"/>
                    <a:pt x="39" y="74"/>
                  </a:cubicBezTo>
                  <a:lnTo>
                    <a:pt x="49" y="64"/>
                  </a:lnTo>
                  <a:close/>
                  <a:moveTo>
                    <a:pt x="40" y="77"/>
                  </a:moveTo>
                  <a:cubicBezTo>
                    <a:pt x="35" y="77"/>
                    <a:pt x="35" y="77"/>
                    <a:pt x="35" y="77"/>
                  </a:cubicBezTo>
                  <a:cubicBezTo>
                    <a:pt x="38" y="75"/>
                    <a:pt x="38" y="75"/>
                    <a:pt x="38" y="75"/>
                  </a:cubicBezTo>
                  <a:lnTo>
                    <a:pt x="40" y="77"/>
                  </a:lnTo>
                  <a:close/>
                  <a:moveTo>
                    <a:pt x="8" y="77"/>
                  </a:moveTo>
                  <a:cubicBezTo>
                    <a:pt x="22" y="64"/>
                    <a:pt x="22" y="64"/>
                    <a:pt x="22" y="64"/>
                  </a:cubicBezTo>
                  <a:cubicBezTo>
                    <a:pt x="16" y="64"/>
                    <a:pt x="16" y="64"/>
                    <a:pt x="16" y="64"/>
                  </a:cubicBezTo>
                  <a:cubicBezTo>
                    <a:pt x="22" y="58"/>
                    <a:pt x="22" y="58"/>
                    <a:pt x="22" y="58"/>
                  </a:cubicBezTo>
                  <a:cubicBezTo>
                    <a:pt x="16" y="58"/>
                    <a:pt x="16" y="58"/>
                    <a:pt x="16" y="58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32" y="58"/>
                    <a:pt x="32" y="58"/>
                    <a:pt x="32" y="58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32" y="64"/>
                    <a:pt x="32" y="64"/>
                    <a:pt x="32" y="64"/>
                  </a:cubicBezTo>
                  <a:cubicBezTo>
                    <a:pt x="27" y="64"/>
                    <a:pt x="27" y="64"/>
                    <a:pt x="27" y="64"/>
                  </a:cubicBezTo>
                  <a:cubicBezTo>
                    <a:pt x="36" y="74"/>
                    <a:pt x="36" y="74"/>
                    <a:pt x="36" y="74"/>
                  </a:cubicBezTo>
                  <a:cubicBezTo>
                    <a:pt x="33" y="77"/>
                    <a:pt x="33" y="77"/>
                    <a:pt x="33" y="77"/>
                  </a:cubicBezTo>
                  <a:cubicBezTo>
                    <a:pt x="26" y="77"/>
                    <a:pt x="26" y="77"/>
                    <a:pt x="26" y="77"/>
                  </a:cubicBezTo>
                  <a:cubicBezTo>
                    <a:pt x="26" y="94"/>
                    <a:pt x="26" y="94"/>
                    <a:pt x="26" y="94"/>
                  </a:cubicBezTo>
                  <a:cubicBezTo>
                    <a:pt x="23" y="94"/>
                    <a:pt x="23" y="94"/>
                    <a:pt x="23" y="94"/>
                  </a:cubicBezTo>
                  <a:cubicBezTo>
                    <a:pt x="23" y="77"/>
                    <a:pt x="23" y="77"/>
                    <a:pt x="23" y="77"/>
                  </a:cubicBezTo>
                  <a:lnTo>
                    <a:pt x="8" y="77"/>
                  </a:lnTo>
                  <a:close/>
                  <a:moveTo>
                    <a:pt x="28" y="79"/>
                  </a:moveTo>
                  <a:cubicBezTo>
                    <a:pt x="31" y="79"/>
                    <a:pt x="31" y="79"/>
                    <a:pt x="31" y="79"/>
                  </a:cubicBezTo>
                  <a:cubicBezTo>
                    <a:pt x="44" y="79"/>
                    <a:pt x="44" y="79"/>
                    <a:pt x="44" y="79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48" y="95"/>
                    <a:pt x="48" y="95"/>
                    <a:pt x="48" y="95"/>
                  </a:cubicBezTo>
                  <a:cubicBezTo>
                    <a:pt x="28" y="95"/>
                    <a:pt x="28" y="95"/>
                    <a:pt x="28" y="95"/>
                  </a:cubicBezTo>
                  <a:lnTo>
                    <a:pt x="28" y="79"/>
                  </a:lnTo>
                  <a:close/>
                  <a:moveTo>
                    <a:pt x="113" y="45"/>
                  </a:moveTo>
                  <a:cubicBezTo>
                    <a:pt x="129" y="51"/>
                    <a:pt x="129" y="51"/>
                    <a:pt x="129" y="51"/>
                  </a:cubicBezTo>
                  <a:cubicBezTo>
                    <a:pt x="113" y="56"/>
                    <a:pt x="113" y="56"/>
                    <a:pt x="113" y="56"/>
                  </a:cubicBezTo>
                  <a:lnTo>
                    <a:pt x="113" y="45"/>
                  </a:lnTo>
                  <a:close/>
                  <a:moveTo>
                    <a:pt x="113" y="58"/>
                  </a:moveTo>
                  <a:cubicBezTo>
                    <a:pt x="132" y="53"/>
                    <a:pt x="132" y="53"/>
                    <a:pt x="132" y="53"/>
                  </a:cubicBezTo>
                  <a:cubicBezTo>
                    <a:pt x="140" y="56"/>
                    <a:pt x="140" y="56"/>
                    <a:pt x="140" y="56"/>
                  </a:cubicBezTo>
                  <a:cubicBezTo>
                    <a:pt x="113" y="63"/>
                    <a:pt x="113" y="63"/>
                    <a:pt x="113" y="63"/>
                  </a:cubicBezTo>
                  <a:lnTo>
                    <a:pt x="113" y="58"/>
                  </a:lnTo>
                  <a:close/>
                  <a:moveTo>
                    <a:pt x="113" y="65"/>
                  </a:moveTo>
                  <a:cubicBezTo>
                    <a:pt x="142" y="57"/>
                    <a:pt x="142" y="57"/>
                    <a:pt x="142" y="57"/>
                  </a:cubicBezTo>
                  <a:cubicBezTo>
                    <a:pt x="151" y="65"/>
                    <a:pt x="151" y="65"/>
                    <a:pt x="151" y="65"/>
                  </a:cubicBezTo>
                  <a:cubicBezTo>
                    <a:pt x="144" y="63"/>
                    <a:pt x="144" y="63"/>
                    <a:pt x="144" y="63"/>
                  </a:cubicBezTo>
                  <a:cubicBezTo>
                    <a:pt x="144" y="63"/>
                    <a:pt x="144" y="63"/>
                    <a:pt x="144" y="63"/>
                  </a:cubicBezTo>
                  <a:cubicBezTo>
                    <a:pt x="113" y="71"/>
                    <a:pt x="113" y="71"/>
                    <a:pt x="113" y="71"/>
                  </a:cubicBezTo>
                  <a:lnTo>
                    <a:pt x="113" y="65"/>
                  </a:lnTo>
                  <a:close/>
                  <a:moveTo>
                    <a:pt x="143" y="55"/>
                  </a:moveTo>
                  <a:cubicBezTo>
                    <a:pt x="143" y="55"/>
                    <a:pt x="143" y="55"/>
                    <a:pt x="143" y="55"/>
                  </a:cubicBezTo>
                  <a:cubicBezTo>
                    <a:pt x="143" y="55"/>
                    <a:pt x="143" y="55"/>
                    <a:pt x="143" y="55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37"/>
                    <a:pt x="113" y="37"/>
                    <a:pt x="113" y="37"/>
                  </a:cubicBezTo>
                  <a:cubicBezTo>
                    <a:pt x="142" y="50"/>
                    <a:pt x="142" y="50"/>
                    <a:pt x="142" y="50"/>
                  </a:cubicBezTo>
                  <a:cubicBezTo>
                    <a:pt x="163" y="69"/>
                    <a:pt x="163" y="69"/>
                    <a:pt x="163" y="69"/>
                  </a:cubicBezTo>
                  <a:cubicBezTo>
                    <a:pt x="163" y="73"/>
                    <a:pt x="163" y="73"/>
                    <a:pt x="163" y="73"/>
                  </a:cubicBezTo>
                  <a:lnTo>
                    <a:pt x="143" y="55"/>
                  </a:lnTo>
                  <a:close/>
                  <a:moveTo>
                    <a:pt x="163" y="43"/>
                  </a:moveTo>
                  <a:cubicBezTo>
                    <a:pt x="145" y="32"/>
                    <a:pt x="145" y="32"/>
                    <a:pt x="145" y="32"/>
                  </a:cubicBezTo>
                  <a:cubicBezTo>
                    <a:pt x="144" y="32"/>
                    <a:pt x="144" y="32"/>
                    <a:pt x="144" y="32"/>
                  </a:cubicBezTo>
                  <a:cubicBezTo>
                    <a:pt x="122" y="39"/>
                    <a:pt x="122" y="39"/>
                    <a:pt x="122" y="39"/>
                  </a:cubicBezTo>
                  <a:cubicBezTo>
                    <a:pt x="122" y="39"/>
                    <a:pt x="122" y="39"/>
                    <a:pt x="122" y="39"/>
                  </a:cubicBezTo>
                  <a:cubicBezTo>
                    <a:pt x="115" y="36"/>
                    <a:pt x="115" y="36"/>
                    <a:pt x="115" y="36"/>
                  </a:cubicBezTo>
                  <a:cubicBezTo>
                    <a:pt x="144" y="25"/>
                    <a:pt x="144" y="25"/>
                    <a:pt x="144" y="25"/>
                  </a:cubicBezTo>
                  <a:cubicBezTo>
                    <a:pt x="162" y="37"/>
                    <a:pt x="162" y="37"/>
                    <a:pt x="162" y="37"/>
                  </a:cubicBezTo>
                  <a:cubicBezTo>
                    <a:pt x="162" y="37"/>
                    <a:pt x="163" y="37"/>
                    <a:pt x="163" y="37"/>
                  </a:cubicBezTo>
                  <a:lnTo>
                    <a:pt x="163" y="43"/>
                  </a:lnTo>
                  <a:close/>
                  <a:moveTo>
                    <a:pt x="144" y="48"/>
                  </a:moveTo>
                  <a:cubicBezTo>
                    <a:pt x="143" y="48"/>
                    <a:pt x="143" y="48"/>
                    <a:pt x="143" y="48"/>
                  </a:cubicBezTo>
                  <a:cubicBezTo>
                    <a:pt x="125" y="40"/>
                    <a:pt x="125" y="40"/>
                    <a:pt x="125" y="40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62" y="45"/>
                    <a:pt x="162" y="45"/>
                    <a:pt x="162" y="45"/>
                  </a:cubicBezTo>
                  <a:cubicBezTo>
                    <a:pt x="162" y="45"/>
                    <a:pt x="163" y="45"/>
                    <a:pt x="163" y="45"/>
                  </a:cubicBezTo>
                  <a:cubicBezTo>
                    <a:pt x="163" y="66"/>
                    <a:pt x="163" y="66"/>
                    <a:pt x="163" y="66"/>
                  </a:cubicBezTo>
                  <a:lnTo>
                    <a:pt x="144" y="48"/>
                  </a:lnTo>
                  <a:close/>
                  <a:moveTo>
                    <a:pt x="163" y="35"/>
                  </a:moveTo>
                  <a:cubicBezTo>
                    <a:pt x="145" y="23"/>
                    <a:pt x="145" y="23"/>
                    <a:pt x="145" y="23"/>
                  </a:cubicBezTo>
                  <a:cubicBezTo>
                    <a:pt x="144" y="23"/>
                    <a:pt x="144" y="23"/>
                    <a:pt x="144" y="23"/>
                  </a:cubicBezTo>
                  <a:cubicBezTo>
                    <a:pt x="113" y="35"/>
                    <a:pt x="113" y="35"/>
                    <a:pt x="113" y="35"/>
                  </a:cubicBezTo>
                  <a:cubicBezTo>
                    <a:pt x="113" y="30"/>
                    <a:pt x="113" y="30"/>
                    <a:pt x="113" y="30"/>
                  </a:cubicBezTo>
                  <a:cubicBezTo>
                    <a:pt x="144" y="18"/>
                    <a:pt x="144" y="18"/>
                    <a:pt x="144" y="18"/>
                  </a:cubicBezTo>
                  <a:cubicBezTo>
                    <a:pt x="162" y="30"/>
                    <a:pt x="162" y="30"/>
                    <a:pt x="162" y="30"/>
                  </a:cubicBezTo>
                  <a:cubicBezTo>
                    <a:pt x="162" y="30"/>
                    <a:pt x="163" y="30"/>
                    <a:pt x="163" y="30"/>
                  </a:cubicBezTo>
                  <a:lnTo>
                    <a:pt x="163" y="35"/>
                  </a:lnTo>
                  <a:close/>
                  <a:moveTo>
                    <a:pt x="113" y="73"/>
                  </a:moveTo>
                  <a:cubicBezTo>
                    <a:pt x="144" y="64"/>
                    <a:pt x="144" y="64"/>
                    <a:pt x="144" y="64"/>
                  </a:cubicBezTo>
                  <a:cubicBezTo>
                    <a:pt x="154" y="68"/>
                    <a:pt x="154" y="68"/>
                    <a:pt x="154" y="68"/>
                  </a:cubicBezTo>
                  <a:cubicBezTo>
                    <a:pt x="162" y="76"/>
                    <a:pt x="162" y="76"/>
                    <a:pt x="162" y="76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13" y="77"/>
                    <a:pt x="113" y="77"/>
                    <a:pt x="113" y="77"/>
                  </a:cubicBezTo>
                  <a:lnTo>
                    <a:pt x="113" y="73"/>
                  </a:lnTo>
                  <a:close/>
                  <a:moveTo>
                    <a:pt x="145" y="9"/>
                  </a:moveTo>
                  <a:cubicBezTo>
                    <a:pt x="163" y="20"/>
                    <a:pt x="163" y="20"/>
                    <a:pt x="163" y="20"/>
                  </a:cubicBezTo>
                  <a:cubicBezTo>
                    <a:pt x="163" y="28"/>
                    <a:pt x="163" y="28"/>
                    <a:pt x="163" y="28"/>
                  </a:cubicBezTo>
                  <a:cubicBezTo>
                    <a:pt x="145" y="17"/>
                    <a:pt x="145" y="17"/>
                    <a:pt x="145" y="17"/>
                  </a:cubicBezTo>
                  <a:cubicBezTo>
                    <a:pt x="144" y="16"/>
                    <a:pt x="144" y="16"/>
                    <a:pt x="144" y="16"/>
                  </a:cubicBezTo>
                  <a:cubicBezTo>
                    <a:pt x="113" y="28"/>
                    <a:pt x="113" y="28"/>
                    <a:pt x="113" y="28"/>
                  </a:cubicBezTo>
                  <a:cubicBezTo>
                    <a:pt x="113" y="21"/>
                    <a:pt x="113" y="21"/>
                    <a:pt x="113" y="21"/>
                  </a:cubicBezTo>
                  <a:lnTo>
                    <a:pt x="145" y="9"/>
                  </a:lnTo>
                  <a:close/>
                  <a:moveTo>
                    <a:pt x="113" y="79"/>
                  </a:moveTo>
                  <a:cubicBezTo>
                    <a:pt x="144" y="71"/>
                    <a:pt x="144" y="71"/>
                    <a:pt x="144" y="71"/>
                  </a:cubicBezTo>
                  <a:cubicBezTo>
                    <a:pt x="163" y="78"/>
                    <a:pt x="163" y="78"/>
                    <a:pt x="163" y="78"/>
                  </a:cubicBezTo>
                  <a:cubicBezTo>
                    <a:pt x="163" y="84"/>
                    <a:pt x="163" y="84"/>
                    <a:pt x="163" y="84"/>
                  </a:cubicBezTo>
                  <a:cubicBezTo>
                    <a:pt x="144" y="77"/>
                    <a:pt x="144" y="77"/>
                    <a:pt x="144" y="77"/>
                  </a:cubicBezTo>
                  <a:cubicBezTo>
                    <a:pt x="144" y="77"/>
                    <a:pt x="144" y="77"/>
                    <a:pt x="144" y="77"/>
                  </a:cubicBezTo>
                  <a:cubicBezTo>
                    <a:pt x="113" y="85"/>
                    <a:pt x="113" y="85"/>
                    <a:pt x="113" y="85"/>
                  </a:cubicBezTo>
                  <a:lnTo>
                    <a:pt x="113" y="79"/>
                  </a:lnTo>
                  <a:close/>
                  <a:moveTo>
                    <a:pt x="278" y="41"/>
                  </a:moveTo>
                  <a:cubicBezTo>
                    <a:pt x="278" y="48"/>
                    <a:pt x="278" y="48"/>
                    <a:pt x="278" y="48"/>
                  </a:cubicBezTo>
                  <a:cubicBezTo>
                    <a:pt x="272" y="48"/>
                    <a:pt x="272" y="48"/>
                    <a:pt x="272" y="48"/>
                  </a:cubicBezTo>
                  <a:cubicBezTo>
                    <a:pt x="272" y="41"/>
                    <a:pt x="272" y="41"/>
                    <a:pt x="272" y="41"/>
                  </a:cubicBezTo>
                  <a:lnTo>
                    <a:pt x="278" y="41"/>
                  </a:lnTo>
                  <a:close/>
                  <a:moveTo>
                    <a:pt x="287" y="41"/>
                  </a:moveTo>
                  <a:cubicBezTo>
                    <a:pt x="287" y="48"/>
                    <a:pt x="287" y="48"/>
                    <a:pt x="287" y="48"/>
                  </a:cubicBezTo>
                  <a:cubicBezTo>
                    <a:pt x="280" y="48"/>
                    <a:pt x="280" y="48"/>
                    <a:pt x="280" y="48"/>
                  </a:cubicBezTo>
                  <a:cubicBezTo>
                    <a:pt x="280" y="41"/>
                    <a:pt x="280" y="41"/>
                    <a:pt x="280" y="41"/>
                  </a:cubicBezTo>
                  <a:lnTo>
                    <a:pt x="287" y="41"/>
                  </a:lnTo>
                  <a:close/>
                  <a:moveTo>
                    <a:pt x="295" y="41"/>
                  </a:moveTo>
                  <a:cubicBezTo>
                    <a:pt x="295" y="48"/>
                    <a:pt x="295" y="48"/>
                    <a:pt x="295" y="48"/>
                  </a:cubicBezTo>
                  <a:cubicBezTo>
                    <a:pt x="288" y="48"/>
                    <a:pt x="288" y="48"/>
                    <a:pt x="288" y="48"/>
                  </a:cubicBezTo>
                  <a:cubicBezTo>
                    <a:pt x="288" y="41"/>
                    <a:pt x="288" y="41"/>
                    <a:pt x="288" y="41"/>
                  </a:cubicBezTo>
                  <a:lnTo>
                    <a:pt x="295" y="41"/>
                  </a:lnTo>
                  <a:close/>
                  <a:moveTo>
                    <a:pt x="304" y="41"/>
                  </a:moveTo>
                  <a:cubicBezTo>
                    <a:pt x="304" y="48"/>
                    <a:pt x="304" y="48"/>
                    <a:pt x="304" y="48"/>
                  </a:cubicBezTo>
                  <a:cubicBezTo>
                    <a:pt x="297" y="48"/>
                    <a:pt x="297" y="48"/>
                    <a:pt x="297" y="48"/>
                  </a:cubicBezTo>
                  <a:cubicBezTo>
                    <a:pt x="297" y="41"/>
                    <a:pt x="297" y="41"/>
                    <a:pt x="297" y="41"/>
                  </a:cubicBezTo>
                  <a:lnTo>
                    <a:pt x="304" y="41"/>
                  </a:lnTo>
                  <a:close/>
                  <a:moveTo>
                    <a:pt x="312" y="41"/>
                  </a:moveTo>
                  <a:cubicBezTo>
                    <a:pt x="312" y="48"/>
                    <a:pt x="312" y="48"/>
                    <a:pt x="312" y="48"/>
                  </a:cubicBezTo>
                  <a:cubicBezTo>
                    <a:pt x="305" y="48"/>
                    <a:pt x="305" y="48"/>
                    <a:pt x="305" y="48"/>
                  </a:cubicBezTo>
                  <a:cubicBezTo>
                    <a:pt x="305" y="41"/>
                    <a:pt x="305" y="41"/>
                    <a:pt x="305" y="41"/>
                  </a:cubicBezTo>
                  <a:lnTo>
                    <a:pt x="312" y="41"/>
                  </a:lnTo>
                  <a:close/>
                  <a:moveTo>
                    <a:pt x="295" y="67"/>
                  </a:moveTo>
                  <a:cubicBezTo>
                    <a:pt x="288" y="67"/>
                    <a:pt x="288" y="67"/>
                    <a:pt x="288" y="67"/>
                  </a:cubicBezTo>
                  <a:cubicBezTo>
                    <a:pt x="288" y="60"/>
                    <a:pt x="288" y="60"/>
                    <a:pt x="288" y="60"/>
                  </a:cubicBezTo>
                  <a:cubicBezTo>
                    <a:pt x="295" y="60"/>
                    <a:pt x="295" y="60"/>
                    <a:pt x="295" y="60"/>
                  </a:cubicBezTo>
                  <a:lnTo>
                    <a:pt x="295" y="67"/>
                  </a:lnTo>
                  <a:close/>
                  <a:moveTo>
                    <a:pt x="297" y="60"/>
                  </a:moveTo>
                  <a:cubicBezTo>
                    <a:pt x="304" y="60"/>
                    <a:pt x="304" y="60"/>
                    <a:pt x="304" y="60"/>
                  </a:cubicBezTo>
                  <a:cubicBezTo>
                    <a:pt x="304" y="67"/>
                    <a:pt x="304" y="67"/>
                    <a:pt x="304" y="67"/>
                  </a:cubicBezTo>
                  <a:cubicBezTo>
                    <a:pt x="297" y="67"/>
                    <a:pt x="297" y="67"/>
                    <a:pt x="297" y="67"/>
                  </a:cubicBezTo>
                  <a:lnTo>
                    <a:pt x="297" y="60"/>
                  </a:lnTo>
                  <a:close/>
                  <a:moveTo>
                    <a:pt x="287" y="67"/>
                  </a:moveTo>
                  <a:cubicBezTo>
                    <a:pt x="280" y="67"/>
                    <a:pt x="280" y="67"/>
                    <a:pt x="280" y="67"/>
                  </a:cubicBezTo>
                  <a:cubicBezTo>
                    <a:pt x="280" y="60"/>
                    <a:pt x="280" y="60"/>
                    <a:pt x="280" y="60"/>
                  </a:cubicBezTo>
                  <a:cubicBezTo>
                    <a:pt x="287" y="60"/>
                    <a:pt x="287" y="60"/>
                    <a:pt x="287" y="60"/>
                  </a:cubicBezTo>
                  <a:lnTo>
                    <a:pt x="287" y="67"/>
                  </a:lnTo>
                  <a:close/>
                  <a:moveTo>
                    <a:pt x="278" y="67"/>
                  </a:moveTo>
                  <a:cubicBezTo>
                    <a:pt x="272" y="67"/>
                    <a:pt x="272" y="67"/>
                    <a:pt x="272" y="67"/>
                  </a:cubicBezTo>
                  <a:cubicBezTo>
                    <a:pt x="272" y="60"/>
                    <a:pt x="272" y="60"/>
                    <a:pt x="272" y="60"/>
                  </a:cubicBezTo>
                  <a:cubicBezTo>
                    <a:pt x="278" y="60"/>
                    <a:pt x="278" y="60"/>
                    <a:pt x="278" y="60"/>
                  </a:cubicBezTo>
                  <a:lnTo>
                    <a:pt x="278" y="67"/>
                  </a:lnTo>
                  <a:close/>
                  <a:moveTo>
                    <a:pt x="278" y="69"/>
                  </a:moveTo>
                  <a:cubicBezTo>
                    <a:pt x="278" y="77"/>
                    <a:pt x="278" y="77"/>
                    <a:pt x="278" y="77"/>
                  </a:cubicBezTo>
                  <a:cubicBezTo>
                    <a:pt x="272" y="77"/>
                    <a:pt x="272" y="77"/>
                    <a:pt x="272" y="77"/>
                  </a:cubicBezTo>
                  <a:cubicBezTo>
                    <a:pt x="272" y="69"/>
                    <a:pt x="272" y="69"/>
                    <a:pt x="272" y="69"/>
                  </a:cubicBezTo>
                  <a:lnTo>
                    <a:pt x="278" y="69"/>
                  </a:lnTo>
                  <a:close/>
                  <a:moveTo>
                    <a:pt x="280" y="69"/>
                  </a:moveTo>
                  <a:cubicBezTo>
                    <a:pt x="287" y="69"/>
                    <a:pt x="287" y="69"/>
                    <a:pt x="287" y="69"/>
                  </a:cubicBezTo>
                  <a:cubicBezTo>
                    <a:pt x="287" y="77"/>
                    <a:pt x="287" y="77"/>
                    <a:pt x="287" y="77"/>
                  </a:cubicBezTo>
                  <a:cubicBezTo>
                    <a:pt x="280" y="77"/>
                    <a:pt x="280" y="77"/>
                    <a:pt x="280" y="77"/>
                  </a:cubicBezTo>
                  <a:lnTo>
                    <a:pt x="280" y="69"/>
                  </a:lnTo>
                  <a:close/>
                  <a:moveTo>
                    <a:pt x="288" y="69"/>
                  </a:moveTo>
                  <a:cubicBezTo>
                    <a:pt x="295" y="69"/>
                    <a:pt x="295" y="69"/>
                    <a:pt x="295" y="69"/>
                  </a:cubicBezTo>
                  <a:cubicBezTo>
                    <a:pt x="295" y="77"/>
                    <a:pt x="295" y="77"/>
                    <a:pt x="295" y="77"/>
                  </a:cubicBezTo>
                  <a:cubicBezTo>
                    <a:pt x="288" y="77"/>
                    <a:pt x="288" y="77"/>
                    <a:pt x="288" y="77"/>
                  </a:cubicBezTo>
                  <a:lnTo>
                    <a:pt x="288" y="69"/>
                  </a:lnTo>
                  <a:close/>
                  <a:moveTo>
                    <a:pt x="297" y="69"/>
                  </a:moveTo>
                  <a:cubicBezTo>
                    <a:pt x="304" y="69"/>
                    <a:pt x="304" y="69"/>
                    <a:pt x="304" y="69"/>
                  </a:cubicBezTo>
                  <a:cubicBezTo>
                    <a:pt x="304" y="77"/>
                    <a:pt x="304" y="77"/>
                    <a:pt x="304" y="77"/>
                  </a:cubicBezTo>
                  <a:cubicBezTo>
                    <a:pt x="297" y="77"/>
                    <a:pt x="297" y="77"/>
                    <a:pt x="297" y="77"/>
                  </a:cubicBezTo>
                  <a:lnTo>
                    <a:pt x="297" y="69"/>
                  </a:lnTo>
                  <a:close/>
                  <a:moveTo>
                    <a:pt x="305" y="69"/>
                  </a:moveTo>
                  <a:cubicBezTo>
                    <a:pt x="312" y="69"/>
                    <a:pt x="312" y="69"/>
                    <a:pt x="312" y="69"/>
                  </a:cubicBezTo>
                  <a:cubicBezTo>
                    <a:pt x="312" y="77"/>
                    <a:pt x="312" y="77"/>
                    <a:pt x="312" y="77"/>
                  </a:cubicBezTo>
                  <a:cubicBezTo>
                    <a:pt x="305" y="77"/>
                    <a:pt x="305" y="77"/>
                    <a:pt x="305" y="77"/>
                  </a:cubicBezTo>
                  <a:lnTo>
                    <a:pt x="305" y="69"/>
                  </a:lnTo>
                  <a:close/>
                  <a:moveTo>
                    <a:pt x="305" y="67"/>
                  </a:moveTo>
                  <a:cubicBezTo>
                    <a:pt x="305" y="60"/>
                    <a:pt x="305" y="60"/>
                    <a:pt x="305" y="60"/>
                  </a:cubicBezTo>
                  <a:cubicBezTo>
                    <a:pt x="312" y="60"/>
                    <a:pt x="312" y="60"/>
                    <a:pt x="312" y="60"/>
                  </a:cubicBezTo>
                  <a:cubicBezTo>
                    <a:pt x="312" y="67"/>
                    <a:pt x="312" y="67"/>
                    <a:pt x="312" y="67"/>
                  </a:cubicBezTo>
                  <a:lnTo>
                    <a:pt x="305" y="67"/>
                  </a:lnTo>
                  <a:close/>
                  <a:moveTo>
                    <a:pt x="305" y="58"/>
                  </a:moveTo>
                  <a:cubicBezTo>
                    <a:pt x="305" y="50"/>
                    <a:pt x="305" y="50"/>
                    <a:pt x="305" y="50"/>
                  </a:cubicBezTo>
                  <a:cubicBezTo>
                    <a:pt x="312" y="50"/>
                    <a:pt x="312" y="50"/>
                    <a:pt x="312" y="50"/>
                  </a:cubicBezTo>
                  <a:cubicBezTo>
                    <a:pt x="312" y="58"/>
                    <a:pt x="312" y="58"/>
                    <a:pt x="312" y="58"/>
                  </a:cubicBezTo>
                  <a:lnTo>
                    <a:pt x="305" y="58"/>
                  </a:lnTo>
                  <a:close/>
                  <a:moveTo>
                    <a:pt x="304" y="58"/>
                  </a:moveTo>
                  <a:cubicBezTo>
                    <a:pt x="297" y="58"/>
                    <a:pt x="297" y="58"/>
                    <a:pt x="297" y="58"/>
                  </a:cubicBezTo>
                  <a:cubicBezTo>
                    <a:pt x="297" y="50"/>
                    <a:pt x="297" y="50"/>
                    <a:pt x="297" y="50"/>
                  </a:cubicBezTo>
                  <a:cubicBezTo>
                    <a:pt x="304" y="50"/>
                    <a:pt x="304" y="50"/>
                    <a:pt x="304" y="50"/>
                  </a:cubicBezTo>
                  <a:lnTo>
                    <a:pt x="304" y="58"/>
                  </a:lnTo>
                  <a:close/>
                  <a:moveTo>
                    <a:pt x="295" y="58"/>
                  </a:moveTo>
                  <a:cubicBezTo>
                    <a:pt x="288" y="58"/>
                    <a:pt x="288" y="58"/>
                    <a:pt x="288" y="58"/>
                  </a:cubicBezTo>
                  <a:cubicBezTo>
                    <a:pt x="288" y="50"/>
                    <a:pt x="288" y="50"/>
                    <a:pt x="288" y="50"/>
                  </a:cubicBezTo>
                  <a:cubicBezTo>
                    <a:pt x="295" y="50"/>
                    <a:pt x="295" y="50"/>
                    <a:pt x="295" y="50"/>
                  </a:cubicBezTo>
                  <a:lnTo>
                    <a:pt x="295" y="58"/>
                  </a:lnTo>
                  <a:close/>
                  <a:moveTo>
                    <a:pt x="287" y="58"/>
                  </a:moveTo>
                  <a:cubicBezTo>
                    <a:pt x="280" y="58"/>
                    <a:pt x="280" y="58"/>
                    <a:pt x="280" y="58"/>
                  </a:cubicBezTo>
                  <a:cubicBezTo>
                    <a:pt x="280" y="50"/>
                    <a:pt x="280" y="50"/>
                    <a:pt x="280" y="50"/>
                  </a:cubicBezTo>
                  <a:cubicBezTo>
                    <a:pt x="287" y="50"/>
                    <a:pt x="287" y="50"/>
                    <a:pt x="287" y="50"/>
                  </a:cubicBezTo>
                  <a:lnTo>
                    <a:pt x="287" y="58"/>
                  </a:lnTo>
                  <a:close/>
                  <a:moveTo>
                    <a:pt x="278" y="58"/>
                  </a:moveTo>
                  <a:cubicBezTo>
                    <a:pt x="272" y="58"/>
                    <a:pt x="272" y="58"/>
                    <a:pt x="272" y="58"/>
                  </a:cubicBezTo>
                  <a:cubicBezTo>
                    <a:pt x="272" y="50"/>
                    <a:pt x="272" y="50"/>
                    <a:pt x="272" y="50"/>
                  </a:cubicBezTo>
                  <a:cubicBezTo>
                    <a:pt x="278" y="50"/>
                    <a:pt x="278" y="50"/>
                    <a:pt x="278" y="50"/>
                  </a:cubicBezTo>
                  <a:lnTo>
                    <a:pt x="278" y="58"/>
                  </a:lnTo>
                  <a:close/>
                  <a:moveTo>
                    <a:pt x="270" y="58"/>
                  </a:moveTo>
                  <a:cubicBezTo>
                    <a:pt x="263" y="58"/>
                    <a:pt x="263" y="58"/>
                    <a:pt x="263" y="58"/>
                  </a:cubicBezTo>
                  <a:cubicBezTo>
                    <a:pt x="263" y="50"/>
                    <a:pt x="263" y="50"/>
                    <a:pt x="263" y="50"/>
                  </a:cubicBezTo>
                  <a:cubicBezTo>
                    <a:pt x="270" y="50"/>
                    <a:pt x="270" y="50"/>
                    <a:pt x="270" y="50"/>
                  </a:cubicBezTo>
                  <a:lnTo>
                    <a:pt x="270" y="58"/>
                  </a:lnTo>
                  <a:close/>
                  <a:moveTo>
                    <a:pt x="270" y="60"/>
                  </a:moveTo>
                  <a:cubicBezTo>
                    <a:pt x="270" y="67"/>
                    <a:pt x="270" y="67"/>
                    <a:pt x="270" y="67"/>
                  </a:cubicBezTo>
                  <a:cubicBezTo>
                    <a:pt x="263" y="67"/>
                    <a:pt x="263" y="67"/>
                    <a:pt x="263" y="67"/>
                  </a:cubicBezTo>
                  <a:cubicBezTo>
                    <a:pt x="263" y="60"/>
                    <a:pt x="263" y="60"/>
                    <a:pt x="263" y="60"/>
                  </a:cubicBezTo>
                  <a:lnTo>
                    <a:pt x="270" y="60"/>
                  </a:lnTo>
                  <a:close/>
                  <a:moveTo>
                    <a:pt x="270" y="69"/>
                  </a:moveTo>
                  <a:cubicBezTo>
                    <a:pt x="270" y="77"/>
                    <a:pt x="270" y="77"/>
                    <a:pt x="270" y="77"/>
                  </a:cubicBezTo>
                  <a:cubicBezTo>
                    <a:pt x="263" y="77"/>
                    <a:pt x="263" y="77"/>
                    <a:pt x="263" y="77"/>
                  </a:cubicBezTo>
                  <a:cubicBezTo>
                    <a:pt x="263" y="69"/>
                    <a:pt x="263" y="69"/>
                    <a:pt x="263" y="69"/>
                  </a:cubicBezTo>
                  <a:lnTo>
                    <a:pt x="270" y="69"/>
                  </a:lnTo>
                  <a:close/>
                  <a:moveTo>
                    <a:pt x="270" y="79"/>
                  </a:moveTo>
                  <a:cubicBezTo>
                    <a:pt x="270" y="86"/>
                    <a:pt x="270" y="86"/>
                    <a:pt x="270" y="86"/>
                  </a:cubicBezTo>
                  <a:cubicBezTo>
                    <a:pt x="263" y="86"/>
                    <a:pt x="263" y="86"/>
                    <a:pt x="263" y="86"/>
                  </a:cubicBezTo>
                  <a:cubicBezTo>
                    <a:pt x="263" y="79"/>
                    <a:pt x="263" y="79"/>
                    <a:pt x="263" y="79"/>
                  </a:cubicBezTo>
                  <a:lnTo>
                    <a:pt x="270" y="79"/>
                  </a:lnTo>
                  <a:close/>
                  <a:moveTo>
                    <a:pt x="272" y="79"/>
                  </a:moveTo>
                  <a:cubicBezTo>
                    <a:pt x="278" y="79"/>
                    <a:pt x="278" y="79"/>
                    <a:pt x="278" y="79"/>
                  </a:cubicBezTo>
                  <a:cubicBezTo>
                    <a:pt x="278" y="86"/>
                    <a:pt x="278" y="86"/>
                    <a:pt x="278" y="86"/>
                  </a:cubicBezTo>
                  <a:cubicBezTo>
                    <a:pt x="272" y="86"/>
                    <a:pt x="272" y="86"/>
                    <a:pt x="272" y="86"/>
                  </a:cubicBezTo>
                  <a:lnTo>
                    <a:pt x="272" y="79"/>
                  </a:lnTo>
                  <a:close/>
                  <a:moveTo>
                    <a:pt x="280" y="79"/>
                  </a:moveTo>
                  <a:cubicBezTo>
                    <a:pt x="287" y="79"/>
                    <a:pt x="287" y="79"/>
                    <a:pt x="287" y="79"/>
                  </a:cubicBezTo>
                  <a:cubicBezTo>
                    <a:pt x="287" y="86"/>
                    <a:pt x="287" y="86"/>
                    <a:pt x="287" y="86"/>
                  </a:cubicBezTo>
                  <a:cubicBezTo>
                    <a:pt x="280" y="86"/>
                    <a:pt x="280" y="86"/>
                    <a:pt x="280" y="86"/>
                  </a:cubicBezTo>
                  <a:lnTo>
                    <a:pt x="280" y="79"/>
                  </a:lnTo>
                  <a:close/>
                  <a:moveTo>
                    <a:pt x="288" y="79"/>
                  </a:moveTo>
                  <a:cubicBezTo>
                    <a:pt x="295" y="79"/>
                    <a:pt x="295" y="79"/>
                    <a:pt x="295" y="79"/>
                  </a:cubicBezTo>
                  <a:cubicBezTo>
                    <a:pt x="295" y="86"/>
                    <a:pt x="295" y="86"/>
                    <a:pt x="295" y="86"/>
                  </a:cubicBezTo>
                  <a:cubicBezTo>
                    <a:pt x="288" y="86"/>
                    <a:pt x="288" y="86"/>
                    <a:pt x="288" y="86"/>
                  </a:cubicBezTo>
                  <a:lnTo>
                    <a:pt x="288" y="79"/>
                  </a:lnTo>
                  <a:close/>
                  <a:moveTo>
                    <a:pt x="297" y="79"/>
                  </a:moveTo>
                  <a:cubicBezTo>
                    <a:pt x="304" y="79"/>
                    <a:pt x="304" y="79"/>
                    <a:pt x="304" y="79"/>
                  </a:cubicBezTo>
                  <a:cubicBezTo>
                    <a:pt x="304" y="86"/>
                    <a:pt x="304" y="86"/>
                    <a:pt x="304" y="86"/>
                  </a:cubicBezTo>
                  <a:cubicBezTo>
                    <a:pt x="297" y="86"/>
                    <a:pt x="297" y="86"/>
                    <a:pt x="297" y="86"/>
                  </a:cubicBezTo>
                  <a:lnTo>
                    <a:pt x="297" y="79"/>
                  </a:lnTo>
                  <a:close/>
                  <a:moveTo>
                    <a:pt x="305" y="79"/>
                  </a:moveTo>
                  <a:cubicBezTo>
                    <a:pt x="312" y="79"/>
                    <a:pt x="312" y="79"/>
                    <a:pt x="312" y="79"/>
                  </a:cubicBezTo>
                  <a:cubicBezTo>
                    <a:pt x="312" y="86"/>
                    <a:pt x="312" y="86"/>
                    <a:pt x="312" y="86"/>
                  </a:cubicBezTo>
                  <a:cubicBezTo>
                    <a:pt x="305" y="86"/>
                    <a:pt x="305" y="86"/>
                    <a:pt x="305" y="86"/>
                  </a:cubicBezTo>
                  <a:lnTo>
                    <a:pt x="305" y="79"/>
                  </a:lnTo>
                  <a:close/>
                  <a:moveTo>
                    <a:pt x="270" y="48"/>
                  </a:moveTo>
                  <a:cubicBezTo>
                    <a:pt x="263" y="48"/>
                    <a:pt x="263" y="48"/>
                    <a:pt x="263" y="48"/>
                  </a:cubicBezTo>
                  <a:cubicBezTo>
                    <a:pt x="263" y="41"/>
                    <a:pt x="263" y="41"/>
                    <a:pt x="263" y="41"/>
                  </a:cubicBezTo>
                  <a:cubicBezTo>
                    <a:pt x="270" y="41"/>
                    <a:pt x="270" y="41"/>
                    <a:pt x="270" y="41"/>
                  </a:cubicBezTo>
                  <a:lnTo>
                    <a:pt x="270" y="48"/>
                  </a:lnTo>
                  <a:close/>
                  <a:moveTo>
                    <a:pt x="263" y="88"/>
                  </a:moveTo>
                  <a:cubicBezTo>
                    <a:pt x="270" y="88"/>
                    <a:pt x="270" y="88"/>
                    <a:pt x="270" y="88"/>
                  </a:cubicBezTo>
                  <a:cubicBezTo>
                    <a:pt x="270" y="95"/>
                    <a:pt x="270" y="95"/>
                    <a:pt x="270" y="95"/>
                  </a:cubicBezTo>
                  <a:cubicBezTo>
                    <a:pt x="263" y="95"/>
                    <a:pt x="263" y="95"/>
                    <a:pt x="263" y="95"/>
                  </a:cubicBezTo>
                  <a:lnTo>
                    <a:pt x="263" y="88"/>
                  </a:lnTo>
                  <a:close/>
                  <a:moveTo>
                    <a:pt x="272" y="88"/>
                  </a:moveTo>
                  <a:cubicBezTo>
                    <a:pt x="278" y="88"/>
                    <a:pt x="278" y="88"/>
                    <a:pt x="278" y="88"/>
                  </a:cubicBezTo>
                  <a:cubicBezTo>
                    <a:pt x="278" y="95"/>
                    <a:pt x="278" y="95"/>
                    <a:pt x="278" y="95"/>
                  </a:cubicBezTo>
                  <a:cubicBezTo>
                    <a:pt x="272" y="95"/>
                    <a:pt x="272" y="95"/>
                    <a:pt x="272" y="95"/>
                  </a:cubicBezTo>
                  <a:lnTo>
                    <a:pt x="272" y="88"/>
                  </a:lnTo>
                  <a:close/>
                  <a:moveTo>
                    <a:pt x="280" y="88"/>
                  </a:moveTo>
                  <a:cubicBezTo>
                    <a:pt x="287" y="88"/>
                    <a:pt x="287" y="88"/>
                    <a:pt x="287" y="88"/>
                  </a:cubicBezTo>
                  <a:cubicBezTo>
                    <a:pt x="287" y="95"/>
                    <a:pt x="287" y="95"/>
                    <a:pt x="287" y="95"/>
                  </a:cubicBezTo>
                  <a:cubicBezTo>
                    <a:pt x="280" y="95"/>
                    <a:pt x="280" y="95"/>
                    <a:pt x="280" y="95"/>
                  </a:cubicBezTo>
                  <a:lnTo>
                    <a:pt x="280" y="88"/>
                  </a:lnTo>
                  <a:close/>
                  <a:moveTo>
                    <a:pt x="288" y="88"/>
                  </a:moveTo>
                  <a:cubicBezTo>
                    <a:pt x="295" y="88"/>
                    <a:pt x="295" y="88"/>
                    <a:pt x="295" y="88"/>
                  </a:cubicBezTo>
                  <a:cubicBezTo>
                    <a:pt x="295" y="95"/>
                    <a:pt x="295" y="95"/>
                    <a:pt x="295" y="95"/>
                  </a:cubicBezTo>
                  <a:cubicBezTo>
                    <a:pt x="288" y="95"/>
                    <a:pt x="288" y="95"/>
                    <a:pt x="288" y="95"/>
                  </a:cubicBezTo>
                  <a:lnTo>
                    <a:pt x="288" y="88"/>
                  </a:lnTo>
                  <a:close/>
                  <a:moveTo>
                    <a:pt x="297" y="88"/>
                  </a:moveTo>
                  <a:cubicBezTo>
                    <a:pt x="304" y="88"/>
                    <a:pt x="304" y="88"/>
                    <a:pt x="304" y="88"/>
                  </a:cubicBezTo>
                  <a:cubicBezTo>
                    <a:pt x="304" y="95"/>
                    <a:pt x="304" y="95"/>
                    <a:pt x="304" y="95"/>
                  </a:cubicBezTo>
                  <a:cubicBezTo>
                    <a:pt x="297" y="95"/>
                    <a:pt x="297" y="95"/>
                    <a:pt x="297" y="95"/>
                  </a:cubicBezTo>
                  <a:lnTo>
                    <a:pt x="297" y="88"/>
                  </a:lnTo>
                  <a:close/>
                  <a:moveTo>
                    <a:pt x="305" y="88"/>
                  </a:moveTo>
                  <a:cubicBezTo>
                    <a:pt x="312" y="88"/>
                    <a:pt x="312" y="88"/>
                    <a:pt x="312" y="88"/>
                  </a:cubicBezTo>
                  <a:cubicBezTo>
                    <a:pt x="312" y="95"/>
                    <a:pt x="312" y="95"/>
                    <a:pt x="312" y="95"/>
                  </a:cubicBezTo>
                  <a:cubicBezTo>
                    <a:pt x="305" y="95"/>
                    <a:pt x="305" y="95"/>
                    <a:pt x="305" y="95"/>
                  </a:cubicBezTo>
                  <a:lnTo>
                    <a:pt x="305" y="88"/>
                  </a:lnTo>
                  <a:close/>
                  <a:moveTo>
                    <a:pt x="312" y="36"/>
                  </a:moveTo>
                  <a:cubicBezTo>
                    <a:pt x="312" y="39"/>
                    <a:pt x="312" y="39"/>
                    <a:pt x="312" y="39"/>
                  </a:cubicBezTo>
                  <a:cubicBezTo>
                    <a:pt x="305" y="39"/>
                    <a:pt x="305" y="39"/>
                    <a:pt x="305" y="39"/>
                  </a:cubicBezTo>
                  <a:cubicBezTo>
                    <a:pt x="305" y="39"/>
                    <a:pt x="304" y="39"/>
                    <a:pt x="304" y="39"/>
                  </a:cubicBezTo>
                  <a:cubicBezTo>
                    <a:pt x="304" y="39"/>
                    <a:pt x="304" y="39"/>
                    <a:pt x="304" y="39"/>
                  </a:cubicBezTo>
                  <a:cubicBezTo>
                    <a:pt x="296" y="39"/>
                    <a:pt x="296" y="39"/>
                    <a:pt x="296" y="39"/>
                  </a:cubicBezTo>
                  <a:cubicBezTo>
                    <a:pt x="296" y="39"/>
                    <a:pt x="296" y="39"/>
                    <a:pt x="296" y="39"/>
                  </a:cubicBezTo>
                  <a:cubicBezTo>
                    <a:pt x="296" y="39"/>
                    <a:pt x="296" y="39"/>
                    <a:pt x="296" y="39"/>
                  </a:cubicBezTo>
                  <a:cubicBezTo>
                    <a:pt x="288" y="39"/>
                    <a:pt x="288" y="39"/>
                    <a:pt x="288" y="39"/>
                  </a:cubicBezTo>
                  <a:cubicBezTo>
                    <a:pt x="288" y="39"/>
                    <a:pt x="288" y="39"/>
                    <a:pt x="288" y="39"/>
                  </a:cubicBezTo>
                  <a:cubicBezTo>
                    <a:pt x="287" y="39"/>
                    <a:pt x="287" y="39"/>
                    <a:pt x="287" y="39"/>
                  </a:cubicBezTo>
                  <a:cubicBezTo>
                    <a:pt x="279" y="39"/>
                    <a:pt x="279" y="39"/>
                    <a:pt x="279" y="39"/>
                  </a:cubicBezTo>
                  <a:cubicBezTo>
                    <a:pt x="279" y="39"/>
                    <a:pt x="279" y="39"/>
                    <a:pt x="279" y="39"/>
                  </a:cubicBezTo>
                  <a:cubicBezTo>
                    <a:pt x="279" y="39"/>
                    <a:pt x="279" y="39"/>
                    <a:pt x="279" y="39"/>
                  </a:cubicBezTo>
                  <a:cubicBezTo>
                    <a:pt x="271" y="39"/>
                    <a:pt x="271" y="39"/>
                    <a:pt x="271" y="39"/>
                  </a:cubicBezTo>
                  <a:cubicBezTo>
                    <a:pt x="271" y="39"/>
                    <a:pt x="271" y="39"/>
                    <a:pt x="271" y="39"/>
                  </a:cubicBezTo>
                  <a:cubicBezTo>
                    <a:pt x="271" y="39"/>
                    <a:pt x="271" y="39"/>
                    <a:pt x="270" y="39"/>
                  </a:cubicBezTo>
                  <a:cubicBezTo>
                    <a:pt x="263" y="39"/>
                    <a:pt x="263" y="39"/>
                    <a:pt x="263" y="39"/>
                  </a:cubicBezTo>
                  <a:cubicBezTo>
                    <a:pt x="263" y="3"/>
                    <a:pt x="263" y="3"/>
                    <a:pt x="263" y="3"/>
                  </a:cubicBezTo>
                  <a:lnTo>
                    <a:pt x="312" y="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1" name="Freeform 281"/>
            <p:cNvSpPr>
              <a:spLocks noEditPoints="1"/>
            </p:cNvSpPr>
            <p:nvPr userDrawn="1"/>
          </p:nvSpPr>
          <p:spPr bwMode="auto">
            <a:xfrm>
              <a:off x="4313238" y="4302125"/>
              <a:ext cx="434975" cy="531813"/>
            </a:xfrm>
            <a:custGeom>
              <a:avLst/>
              <a:gdLst>
                <a:gd name="T0" fmla="*/ 217 w 274"/>
                <a:gd name="T1" fmla="*/ 119 h 335"/>
                <a:gd name="T2" fmla="*/ 178 w 274"/>
                <a:gd name="T3" fmla="*/ 80 h 335"/>
                <a:gd name="T4" fmla="*/ 217 w 274"/>
                <a:gd name="T5" fmla="*/ 80 h 335"/>
                <a:gd name="T6" fmla="*/ 139 w 274"/>
                <a:gd name="T7" fmla="*/ 0 h 335"/>
                <a:gd name="T8" fmla="*/ 56 w 274"/>
                <a:gd name="T9" fmla="*/ 80 h 335"/>
                <a:gd name="T10" fmla="*/ 96 w 274"/>
                <a:gd name="T11" fmla="*/ 80 h 335"/>
                <a:gd name="T12" fmla="*/ 56 w 274"/>
                <a:gd name="T13" fmla="*/ 119 h 335"/>
                <a:gd name="T14" fmla="*/ 96 w 274"/>
                <a:gd name="T15" fmla="*/ 119 h 335"/>
                <a:gd name="T16" fmla="*/ 0 w 274"/>
                <a:gd name="T17" fmla="*/ 216 h 335"/>
                <a:gd name="T18" fmla="*/ 117 w 274"/>
                <a:gd name="T19" fmla="*/ 216 h 335"/>
                <a:gd name="T20" fmla="*/ 117 w 274"/>
                <a:gd name="T21" fmla="*/ 335 h 335"/>
                <a:gd name="T22" fmla="*/ 156 w 274"/>
                <a:gd name="T23" fmla="*/ 335 h 335"/>
                <a:gd name="T24" fmla="*/ 156 w 274"/>
                <a:gd name="T25" fmla="*/ 216 h 335"/>
                <a:gd name="T26" fmla="*/ 274 w 274"/>
                <a:gd name="T27" fmla="*/ 216 h 335"/>
                <a:gd name="T28" fmla="*/ 183 w 274"/>
                <a:gd name="T29" fmla="*/ 119 h 335"/>
                <a:gd name="T30" fmla="*/ 217 w 274"/>
                <a:gd name="T31" fmla="*/ 119 h 335"/>
                <a:gd name="T32" fmla="*/ 252 w 274"/>
                <a:gd name="T33" fmla="*/ 207 h 335"/>
                <a:gd name="T34" fmla="*/ 152 w 274"/>
                <a:gd name="T35" fmla="*/ 207 h 335"/>
                <a:gd name="T36" fmla="*/ 152 w 274"/>
                <a:gd name="T37" fmla="*/ 331 h 335"/>
                <a:gd name="T38" fmla="*/ 122 w 274"/>
                <a:gd name="T39" fmla="*/ 331 h 335"/>
                <a:gd name="T40" fmla="*/ 122 w 274"/>
                <a:gd name="T41" fmla="*/ 207 h 335"/>
                <a:gd name="T42" fmla="*/ 21 w 274"/>
                <a:gd name="T43" fmla="*/ 207 h 335"/>
                <a:gd name="T44" fmla="*/ 113 w 274"/>
                <a:gd name="T45" fmla="*/ 110 h 335"/>
                <a:gd name="T46" fmla="*/ 78 w 274"/>
                <a:gd name="T47" fmla="*/ 110 h 335"/>
                <a:gd name="T48" fmla="*/ 113 w 274"/>
                <a:gd name="T49" fmla="*/ 75 h 335"/>
                <a:gd name="T50" fmla="*/ 78 w 274"/>
                <a:gd name="T51" fmla="*/ 75 h 335"/>
                <a:gd name="T52" fmla="*/ 139 w 274"/>
                <a:gd name="T53" fmla="*/ 9 h 335"/>
                <a:gd name="T54" fmla="*/ 200 w 274"/>
                <a:gd name="T55" fmla="*/ 75 h 335"/>
                <a:gd name="T56" fmla="*/ 161 w 274"/>
                <a:gd name="T57" fmla="*/ 75 h 335"/>
                <a:gd name="T58" fmla="*/ 200 w 274"/>
                <a:gd name="T59" fmla="*/ 110 h 335"/>
                <a:gd name="T60" fmla="*/ 161 w 274"/>
                <a:gd name="T61" fmla="*/ 110 h 335"/>
                <a:gd name="T62" fmla="*/ 252 w 274"/>
                <a:gd name="T63" fmla="*/ 207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74" h="335">
                  <a:moveTo>
                    <a:pt x="217" y="119"/>
                  </a:moveTo>
                  <a:lnTo>
                    <a:pt x="178" y="80"/>
                  </a:lnTo>
                  <a:lnTo>
                    <a:pt x="217" y="80"/>
                  </a:lnTo>
                  <a:lnTo>
                    <a:pt x="139" y="0"/>
                  </a:lnTo>
                  <a:lnTo>
                    <a:pt x="56" y="80"/>
                  </a:lnTo>
                  <a:lnTo>
                    <a:pt x="96" y="80"/>
                  </a:lnTo>
                  <a:lnTo>
                    <a:pt x="56" y="119"/>
                  </a:lnTo>
                  <a:lnTo>
                    <a:pt x="96" y="119"/>
                  </a:lnTo>
                  <a:lnTo>
                    <a:pt x="0" y="216"/>
                  </a:lnTo>
                  <a:lnTo>
                    <a:pt x="117" y="216"/>
                  </a:lnTo>
                  <a:lnTo>
                    <a:pt x="117" y="335"/>
                  </a:lnTo>
                  <a:lnTo>
                    <a:pt x="156" y="335"/>
                  </a:lnTo>
                  <a:lnTo>
                    <a:pt x="156" y="216"/>
                  </a:lnTo>
                  <a:lnTo>
                    <a:pt x="274" y="216"/>
                  </a:lnTo>
                  <a:lnTo>
                    <a:pt x="183" y="119"/>
                  </a:lnTo>
                  <a:lnTo>
                    <a:pt x="217" y="119"/>
                  </a:lnTo>
                  <a:close/>
                  <a:moveTo>
                    <a:pt x="252" y="207"/>
                  </a:moveTo>
                  <a:lnTo>
                    <a:pt x="152" y="207"/>
                  </a:lnTo>
                  <a:lnTo>
                    <a:pt x="152" y="331"/>
                  </a:lnTo>
                  <a:lnTo>
                    <a:pt x="122" y="331"/>
                  </a:lnTo>
                  <a:lnTo>
                    <a:pt x="122" y="207"/>
                  </a:lnTo>
                  <a:lnTo>
                    <a:pt x="21" y="207"/>
                  </a:lnTo>
                  <a:lnTo>
                    <a:pt x="113" y="110"/>
                  </a:lnTo>
                  <a:lnTo>
                    <a:pt x="78" y="110"/>
                  </a:lnTo>
                  <a:lnTo>
                    <a:pt x="113" y="75"/>
                  </a:lnTo>
                  <a:lnTo>
                    <a:pt x="78" y="75"/>
                  </a:lnTo>
                  <a:lnTo>
                    <a:pt x="139" y="9"/>
                  </a:lnTo>
                  <a:lnTo>
                    <a:pt x="200" y="75"/>
                  </a:lnTo>
                  <a:lnTo>
                    <a:pt x="161" y="75"/>
                  </a:lnTo>
                  <a:lnTo>
                    <a:pt x="200" y="110"/>
                  </a:lnTo>
                  <a:lnTo>
                    <a:pt x="161" y="110"/>
                  </a:lnTo>
                  <a:lnTo>
                    <a:pt x="252" y="2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2" name="Freeform 282"/>
            <p:cNvSpPr>
              <a:spLocks noEditPoints="1"/>
            </p:cNvSpPr>
            <p:nvPr userDrawn="1"/>
          </p:nvSpPr>
          <p:spPr bwMode="auto">
            <a:xfrm>
              <a:off x="7381875" y="4302125"/>
              <a:ext cx="428625" cy="531813"/>
            </a:xfrm>
            <a:custGeom>
              <a:avLst/>
              <a:gdLst>
                <a:gd name="T0" fmla="*/ 217 w 270"/>
                <a:gd name="T1" fmla="*/ 119 h 335"/>
                <a:gd name="T2" fmla="*/ 178 w 270"/>
                <a:gd name="T3" fmla="*/ 80 h 335"/>
                <a:gd name="T4" fmla="*/ 217 w 270"/>
                <a:gd name="T5" fmla="*/ 80 h 335"/>
                <a:gd name="T6" fmla="*/ 139 w 270"/>
                <a:gd name="T7" fmla="*/ 0 h 335"/>
                <a:gd name="T8" fmla="*/ 56 w 270"/>
                <a:gd name="T9" fmla="*/ 80 h 335"/>
                <a:gd name="T10" fmla="*/ 96 w 270"/>
                <a:gd name="T11" fmla="*/ 80 h 335"/>
                <a:gd name="T12" fmla="*/ 56 w 270"/>
                <a:gd name="T13" fmla="*/ 119 h 335"/>
                <a:gd name="T14" fmla="*/ 96 w 270"/>
                <a:gd name="T15" fmla="*/ 119 h 335"/>
                <a:gd name="T16" fmla="*/ 0 w 270"/>
                <a:gd name="T17" fmla="*/ 216 h 335"/>
                <a:gd name="T18" fmla="*/ 113 w 270"/>
                <a:gd name="T19" fmla="*/ 216 h 335"/>
                <a:gd name="T20" fmla="*/ 113 w 270"/>
                <a:gd name="T21" fmla="*/ 335 h 335"/>
                <a:gd name="T22" fmla="*/ 157 w 270"/>
                <a:gd name="T23" fmla="*/ 335 h 335"/>
                <a:gd name="T24" fmla="*/ 157 w 270"/>
                <a:gd name="T25" fmla="*/ 216 h 335"/>
                <a:gd name="T26" fmla="*/ 270 w 270"/>
                <a:gd name="T27" fmla="*/ 216 h 335"/>
                <a:gd name="T28" fmla="*/ 178 w 270"/>
                <a:gd name="T29" fmla="*/ 119 h 335"/>
                <a:gd name="T30" fmla="*/ 217 w 270"/>
                <a:gd name="T31" fmla="*/ 119 h 335"/>
                <a:gd name="T32" fmla="*/ 252 w 270"/>
                <a:gd name="T33" fmla="*/ 207 h 335"/>
                <a:gd name="T34" fmla="*/ 148 w 270"/>
                <a:gd name="T35" fmla="*/ 207 h 335"/>
                <a:gd name="T36" fmla="*/ 148 w 270"/>
                <a:gd name="T37" fmla="*/ 331 h 335"/>
                <a:gd name="T38" fmla="*/ 122 w 270"/>
                <a:gd name="T39" fmla="*/ 331 h 335"/>
                <a:gd name="T40" fmla="*/ 122 w 270"/>
                <a:gd name="T41" fmla="*/ 207 h 335"/>
                <a:gd name="T42" fmla="*/ 22 w 270"/>
                <a:gd name="T43" fmla="*/ 207 h 335"/>
                <a:gd name="T44" fmla="*/ 113 w 270"/>
                <a:gd name="T45" fmla="*/ 110 h 335"/>
                <a:gd name="T46" fmla="*/ 74 w 270"/>
                <a:gd name="T47" fmla="*/ 110 h 335"/>
                <a:gd name="T48" fmla="*/ 113 w 270"/>
                <a:gd name="T49" fmla="*/ 75 h 335"/>
                <a:gd name="T50" fmla="*/ 74 w 270"/>
                <a:gd name="T51" fmla="*/ 75 h 335"/>
                <a:gd name="T52" fmla="*/ 139 w 270"/>
                <a:gd name="T53" fmla="*/ 9 h 335"/>
                <a:gd name="T54" fmla="*/ 196 w 270"/>
                <a:gd name="T55" fmla="*/ 75 h 335"/>
                <a:gd name="T56" fmla="*/ 161 w 270"/>
                <a:gd name="T57" fmla="*/ 75 h 335"/>
                <a:gd name="T58" fmla="*/ 196 w 270"/>
                <a:gd name="T59" fmla="*/ 110 h 335"/>
                <a:gd name="T60" fmla="*/ 161 w 270"/>
                <a:gd name="T61" fmla="*/ 110 h 335"/>
                <a:gd name="T62" fmla="*/ 252 w 270"/>
                <a:gd name="T63" fmla="*/ 207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70" h="335">
                  <a:moveTo>
                    <a:pt x="217" y="119"/>
                  </a:moveTo>
                  <a:lnTo>
                    <a:pt x="178" y="80"/>
                  </a:lnTo>
                  <a:lnTo>
                    <a:pt x="217" y="80"/>
                  </a:lnTo>
                  <a:lnTo>
                    <a:pt x="139" y="0"/>
                  </a:lnTo>
                  <a:lnTo>
                    <a:pt x="56" y="80"/>
                  </a:lnTo>
                  <a:lnTo>
                    <a:pt x="96" y="80"/>
                  </a:lnTo>
                  <a:lnTo>
                    <a:pt x="56" y="119"/>
                  </a:lnTo>
                  <a:lnTo>
                    <a:pt x="96" y="119"/>
                  </a:lnTo>
                  <a:lnTo>
                    <a:pt x="0" y="216"/>
                  </a:lnTo>
                  <a:lnTo>
                    <a:pt x="113" y="216"/>
                  </a:lnTo>
                  <a:lnTo>
                    <a:pt x="113" y="335"/>
                  </a:lnTo>
                  <a:lnTo>
                    <a:pt x="157" y="335"/>
                  </a:lnTo>
                  <a:lnTo>
                    <a:pt x="157" y="216"/>
                  </a:lnTo>
                  <a:lnTo>
                    <a:pt x="270" y="216"/>
                  </a:lnTo>
                  <a:lnTo>
                    <a:pt x="178" y="119"/>
                  </a:lnTo>
                  <a:lnTo>
                    <a:pt x="217" y="119"/>
                  </a:lnTo>
                  <a:close/>
                  <a:moveTo>
                    <a:pt x="252" y="207"/>
                  </a:moveTo>
                  <a:lnTo>
                    <a:pt x="148" y="207"/>
                  </a:lnTo>
                  <a:lnTo>
                    <a:pt x="148" y="331"/>
                  </a:lnTo>
                  <a:lnTo>
                    <a:pt x="122" y="331"/>
                  </a:lnTo>
                  <a:lnTo>
                    <a:pt x="122" y="207"/>
                  </a:lnTo>
                  <a:lnTo>
                    <a:pt x="22" y="207"/>
                  </a:lnTo>
                  <a:lnTo>
                    <a:pt x="113" y="110"/>
                  </a:lnTo>
                  <a:lnTo>
                    <a:pt x="74" y="110"/>
                  </a:lnTo>
                  <a:lnTo>
                    <a:pt x="113" y="75"/>
                  </a:lnTo>
                  <a:lnTo>
                    <a:pt x="74" y="75"/>
                  </a:lnTo>
                  <a:lnTo>
                    <a:pt x="139" y="9"/>
                  </a:lnTo>
                  <a:lnTo>
                    <a:pt x="196" y="75"/>
                  </a:lnTo>
                  <a:lnTo>
                    <a:pt x="161" y="75"/>
                  </a:lnTo>
                  <a:lnTo>
                    <a:pt x="196" y="110"/>
                  </a:lnTo>
                  <a:lnTo>
                    <a:pt x="161" y="110"/>
                  </a:lnTo>
                  <a:lnTo>
                    <a:pt x="252" y="2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3" name="Freeform 283"/>
            <p:cNvSpPr>
              <a:spLocks noEditPoints="1"/>
            </p:cNvSpPr>
            <p:nvPr userDrawn="1"/>
          </p:nvSpPr>
          <p:spPr bwMode="auto">
            <a:xfrm>
              <a:off x="11722100" y="4714875"/>
              <a:ext cx="26988" cy="34925"/>
            </a:xfrm>
            <a:custGeom>
              <a:avLst/>
              <a:gdLst>
                <a:gd name="T0" fmla="*/ 2 w 4"/>
                <a:gd name="T1" fmla="*/ 0 h 5"/>
                <a:gd name="T2" fmla="*/ 0 w 4"/>
                <a:gd name="T3" fmla="*/ 1 h 5"/>
                <a:gd name="T4" fmla="*/ 1 w 4"/>
                <a:gd name="T5" fmla="*/ 4 h 5"/>
                <a:gd name="T6" fmla="*/ 2 w 4"/>
                <a:gd name="T7" fmla="*/ 5 h 5"/>
                <a:gd name="T8" fmla="*/ 3 w 4"/>
                <a:gd name="T9" fmla="*/ 4 h 5"/>
                <a:gd name="T10" fmla="*/ 3 w 4"/>
                <a:gd name="T11" fmla="*/ 1 h 5"/>
                <a:gd name="T12" fmla="*/ 2 w 4"/>
                <a:gd name="T13" fmla="*/ 0 h 5"/>
                <a:gd name="T14" fmla="*/ 2 w 4"/>
                <a:gd name="T15" fmla="*/ 4 h 5"/>
                <a:gd name="T16" fmla="*/ 1 w 4"/>
                <a:gd name="T17" fmla="*/ 3 h 5"/>
                <a:gd name="T18" fmla="*/ 1 w 4"/>
                <a:gd name="T19" fmla="*/ 1 h 5"/>
                <a:gd name="T20" fmla="*/ 2 w 4"/>
                <a:gd name="T21" fmla="*/ 1 h 5"/>
                <a:gd name="T22" fmla="*/ 2 w 4"/>
                <a:gd name="T23" fmla="*/ 1 h 5"/>
                <a:gd name="T24" fmla="*/ 2 w 4"/>
                <a:gd name="T25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cubicBezTo>
                    <a:pt x="1" y="0"/>
                    <a:pt x="1" y="0"/>
                    <a:pt x="0" y="1"/>
                  </a:cubicBezTo>
                  <a:cubicBezTo>
                    <a:pt x="0" y="1"/>
                    <a:pt x="0" y="4"/>
                    <a:pt x="1" y="4"/>
                  </a:cubicBezTo>
                  <a:cubicBezTo>
                    <a:pt x="1" y="4"/>
                    <a:pt x="2" y="5"/>
                    <a:pt x="2" y="5"/>
                  </a:cubicBezTo>
                  <a:cubicBezTo>
                    <a:pt x="2" y="5"/>
                    <a:pt x="2" y="4"/>
                    <a:pt x="3" y="4"/>
                  </a:cubicBezTo>
                  <a:cubicBezTo>
                    <a:pt x="4" y="4"/>
                    <a:pt x="4" y="2"/>
                    <a:pt x="3" y="1"/>
                  </a:cubicBezTo>
                  <a:cubicBezTo>
                    <a:pt x="3" y="0"/>
                    <a:pt x="2" y="0"/>
                    <a:pt x="2" y="0"/>
                  </a:cubicBezTo>
                  <a:close/>
                  <a:moveTo>
                    <a:pt x="2" y="4"/>
                  </a:moveTo>
                  <a:cubicBezTo>
                    <a:pt x="2" y="4"/>
                    <a:pt x="2" y="4"/>
                    <a:pt x="1" y="3"/>
                  </a:cubicBezTo>
                  <a:cubicBezTo>
                    <a:pt x="1" y="3"/>
                    <a:pt x="1" y="2"/>
                    <a:pt x="1" y="1"/>
                  </a:cubicBezTo>
                  <a:cubicBezTo>
                    <a:pt x="1" y="1"/>
                    <a:pt x="1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2"/>
                    <a:pt x="3" y="3"/>
                    <a:pt x="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4" name="Freeform 284"/>
            <p:cNvSpPr>
              <a:spLocks noEditPoints="1"/>
            </p:cNvSpPr>
            <p:nvPr userDrawn="1"/>
          </p:nvSpPr>
          <p:spPr bwMode="auto">
            <a:xfrm>
              <a:off x="11798300" y="4778375"/>
              <a:ext cx="20638" cy="34925"/>
            </a:xfrm>
            <a:custGeom>
              <a:avLst/>
              <a:gdLst>
                <a:gd name="T0" fmla="*/ 0 w 3"/>
                <a:gd name="T1" fmla="*/ 3 h 5"/>
                <a:gd name="T2" fmla="*/ 1 w 3"/>
                <a:gd name="T3" fmla="*/ 5 h 5"/>
                <a:gd name="T4" fmla="*/ 2 w 3"/>
                <a:gd name="T5" fmla="*/ 5 h 5"/>
                <a:gd name="T6" fmla="*/ 3 w 3"/>
                <a:gd name="T7" fmla="*/ 4 h 5"/>
                <a:gd name="T8" fmla="*/ 3 w 3"/>
                <a:gd name="T9" fmla="*/ 1 h 5"/>
                <a:gd name="T10" fmla="*/ 1 w 3"/>
                <a:gd name="T11" fmla="*/ 0 h 5"/>
                <a:gd name="T12" fmla="*/ 0 w 3"/>
                <a:gd name="T13" fmla="*/ 3 h 5"/>
                <a:gd name="T14" fmla="*/ 2 w 3"/>
                <a:gd name="T15" fmla="*/ 1 h 5"/>
                <a:gd name="T16" fmla="*/ 2 w 3"/>
                <a:gd name="T17" fmla="*/ 2 h 5"/>
                <a:gd name="T18" fmla="*/ 2 w 3"/>
                <a:gd name="T19" fmla="*/ 4 h 5"/>
                <a:gd name="T20" fmla="*/ 2 w 3"/>
                <a:gd name="T21" fmla="*/ 4 h 5"/>
                <a:gd name="T22" fmla="*/ 1 w 3"/>
                <a:gd name="T23" fmla="*/ 4 h 5"/>
                <a:gd name="T24" fmla="*/ 1 w 3"/>
                <a:gd name="T25" fmla="*/ 3 h 5"/>
                <a:gd name="T26" fmla="*/ 1 w 3"/>
                <a:gd name="T27" fmla="*/ 1 h 5"/>
                <a:gd name="T28" fmla="*/ 2 w 3"/>
                <a:gd name="T29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" h="5">
                  <a:moveTo>
                    <a:pt x="0" y="3"/>
                  </a:moveTo>
                  <a:cubicBezTo>
                    <a:pt x="0" y="4"/>
                    <a:pt x="1" y="5"/>
                    <a:pt x="1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2" y="5"/>
                    <a:pt x="3" y="4"/>
                  </a:cubicBezTo>
                  <a:cubicBezTo>
                    <a:pt x="3" y="4"/>
                    <a:pt x="3" y="2"/>
                    <a:pt x="3" y="1"/>
                  </a:cubicBezTo>
                  <a:cubicBezTo>
                    <a:pt x="3" y="1"/>
                    <a:pt x="2" y="0"/>
                    <a:pt x="1" y="0"/>
                  </a:cubicBezTo>
                  <a:cubicBezTo>
                    <a:pt x="0" y="1"/>
                    <a:pt x="0" y="2"/>
                    <a:pt x="0" y="3"/>
                  </a:cubicBezTo>
                  <a:close/>
                  <a:moveTo>
                    <a:pt x="2" y="1"/>
                  </a:moveTo>
                  <a:cubicBezTo>
                    <a:pt x="2" y="1"/>
                    <a:pt x="2" y="1"/>
                    <a:pt x="2" y="2"/>
                  </a:cubicBezTo>
                  <a:cubicBezTo>
                    <a:pt x="2" y="2"/>
                    <a:pt x="2" y="3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1" y="4"/>
                    <a:pt x="1" y="4"/>
                  </a:cubicBezTo>
                  <a:cubicBezTo>
                    <a:pt x="1" y="4"/>
                    <a:pt x="1" y="3"/>
                    <a:pt x="1" y="3"/>
                  </a:cubicBezTo>
                  <a:cubicBezTo>
                    <a:pt x="1" y="2"/>
                    <a:pt x="1" y="1"/>
                    <a:pt x="1" y="1"/>
                  </a:cubicBezTo>
                  <a:cubicBezTo>
                    <a:pt x="1" y="1"/>
                    <a:pt x="1" y="1"/>
                    <a:pt x="2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5" name="Freeform 285"/>
            <p:cNvSpPr>
              <a:spLocks noEditPoints="1"/>
            </p:cNvSpPr>
            <p:nvPr userDrawn="1"/>
          </p:nvSpPr>
          <p:spPr bwMode="auto">
            <a:xfrm>
              <a:off x="10941050" y="4232275"/>
              <a:ext cx="1244600" cy="615950"/>
            </a:xfrm>
            <a:custGeom>
              <a:avLst/>
              <a:gdLst>
                <a:gd name="T0" fmla="*/ 175 w 180"/>
                <a:gd name="T1" fmla="*/ 84 h 88"/>
                <a:gd name="T2" fmla="*/ 168 w 180"/>
                <a:gd name="T3" fmla="*/ 84 h 88"/>
                <a:gd name="T4" fmla="*/ 168 w 180"/>
                <a:gd name="T5" fmla="*/ 3 h 88"/>
                <a:gd name="T6" fmla="*/ 165 w 180"/>
                <a:gd name="T7" fmla="*/ 0 h 88"/>
                <a:gd name="T8" fmla="*/ 56 w 180"/>
                <a:gd name="T9" fmla="*/ 0 h 88"/>
                <a:gd name="T10" fmla="*/ 52 w 180"/>
                <a:gd name="T11" fmla="*/ 5 h 88"/>
                <a:gd name="T12" fmla="*/ 52 w 180"/>
                <a:gd name="T13" fmla="*/ 42 h 88"/>
                <a:gd name="T14" fmla="*/ 125 w 180"/>
                <a:gd name="T15" fmla="*/ 43 h 88"/>
                <a:gd name="T16" fmla="*/ 127 w 180"/>
                <a:gd name="T17" fmla="*/ 65 h 88"/>
                <a:gd name="T18" fmla="*/ 165 w 180"/>
                <a:gd name="T19" fmla="*/ 66 h 88"/>
                <a:gd name="T20" fmla="*/ 107 w 180"/>
                <a:gd name="T21" fmla="*/ 85 h 88"/>
                <a:gd name="T22" fmla="*/ 126 w 180"/>
                <a:gd name="T23" fmla="*/ 66 h 88"/>
                <a:gd name="T24" fmla="*/ 126 w 180"/>
                <a:gd name="T25" fmla="*/ 45 h 88"/>
                <a:gd name="T26" fmla="*/ 21 w 180"/>
                <a:gd name="T27" fmla="*/ 43 h 88"/>
                <a:gd name="T28" fmla="*/ 17 w 180"/>
                <a:gd name="T29" fmla="*/ 44 h 88"/>
                <a:gd name="T30" fmla="*/ 16 w 180"/>
                <a:gd name="T31" fmla="*/ 49 h 88"/>
                <a:gd name="T32" fmla="*/ 15 w 180"/>
                <a:gd name="T33" fmla="*/ 65 h 88"/>
                <a:gd name="T34" fmla="*/ 13 w 180"/>
                <a:gd name="T35" fmla="*/ 64 h 88"/>
                <a:gd name="T36" fmla="*/ 10 w 180"/>
                <a:gd name="T37" fmla="*/ 62 h 88"/>
                <a:gd name="T38" fmla="*/ 6 w 180"/>
                <a:gd name="T39" fmla="*/ 62 h 88"/>
                <a:gd name="T40" fmla="*/ 5 w 180"/>
                <a:gd name="T41" fmla="*/ 68 h 88"/>
                <a:gd name="T42" fmla="*/ 5 w 180"/>
                <a:gd name="T43" fmla="*/ 84 h 88"/>
                <a:gd name="T44" fmla="*/ 0 w 180"/>
                <a:gd name="T45" fmla="*/ 86 h 88"/>
                <a:gd name="T46" fmla="*/ 3 w 180"/>
                <a:gd name="T47" fmla="*/ 88 h 88"/>
                <a:gd name="T48" fmla="*/ 6 w 180"/>
                <a:gd name="T49" fmla="*/ 88 h 88"/>
                <a:gd name="T50" fmla="*/ 172 w 180"/>
                <a:gd name="T51" fmla="*/ 88 h 88"/>
                <a:gd name="T52" fmla="*/ 180 w 180"/>
                <a:gd name="T53" fmla="*/ 87 h 88"/>
                <a:gd name="T54" fmla="*/ 178 w 180"/>
                <a:gd name="T55" fmla="*/ 87 h 88"/>
                <a:gd name="T56" fmla="*/ 169 w 180"/>
                <a:gd name="T57" fmla="*/ 87 h 88"/>
                <a:gd name="T58" fmla="*/ 5 w 180"/>
                <a:gd name="T59" fmla="*/ 87 h 88"/>
                <a:gd name="T60" fmla="*/ 1 w 180"/>
                <a:gd name="T61" fmla="*/ 86 h 88"/>
                <a:gd name="T62" fmla="*/ 4 w 180"/>
                <a:gd name="T63" fmla="*/ 85 h 88"/>
                <a:gd name="T64" fmla="*/ 6 w 180"/>
                <a:gd name="T65" fmla="*/ 85 h 88"/>
                <a:gd name="T66" fmla="*/ 6 w 180"/>
                <a:gd name="T67" fmla="*/ 68 h 88"/>
                <a:gd name="T68" fmla="*/ 7 w 180"/>
                <a:gd name="T69" fmla="*/ 63 h 88"/>
                <a:gd name="T70" fmla="*/ 10 w 180"/>
                <a:gd name="T71" fmla="*/ 63 h 88"/>
                <a:gd name="T72" fmla="*/ 12 w 180"/>
                <a:gd name="T73" fmla="*/ 64 h 88"/>
                <a:gd name="T74" fmla="*/ 13 w 180"/>
                <a:gd name="T75" fmla="*/ 66 h 88"/>
                <a:gd name="T76" fmla="*/ 17 w 180"/>
                <a:gd name="T77" fmla="*/ 66 h 88"/>
                <a:gd name="T78" fmla="*/ 17 w 180"/>
                <a:gd name="T79" fmla="*/ 66 h 88"/>
                <a:gd name="T80" fmla="*/ 17 w 180"/>
                <a:gd name="T81" fmla="*/ 48 h 88"/>
                <a:gd name="T82" fmla="*/ 20 w 180"/>
                <a:gd name="T83" fmla="*/ 44 h 88"/>
                <a:gd name="T84" fmla="*/ 125 w 180"/>
                <a:gd name="T85" fmla="*/ 44 h 88"/>
                <a:gd name="T86" fmla="*/ 126 w 180"/>
                <a:gd name="T87" fmla="*/ 65 h 88"/>
                <a:gd name="T88" fmla="*/ 106 w 180"/>
                <a:gd name="T89" fmla="*/ 66 h 88"/>
                <a:gd name="T90" fmla="*/ 107 w 180"/>
                <a:gd name="T91" fmla="*/ 85 h 88"/>
                <a:gd name="T92" fmla="*/ 166 w 180"/>
                <a:gd name="T93" fmla="*/ 85 h 88"/>
                <a:gd name="T94" fmla="*/ 166 w 180"/>
                <a:gd name="T95" fmla="*/ 65 h 88"/>
                <a:gd name="T96" fmla="*/ 128 w 180"/>
                <a:gd name="T97" fmla="*/ 45 h 88"/>
                <a:gd name="T98" fmla="*/ 53 w 180"/>
                <a:gd name="T99" fmla="*/ 42 h 88"/>
                <a:gd name="T100" fmla="*/ 53 w 180"/>
                <a:gd name="T101" fmla="*/ 5 h 88"/>
                <a:gd name="T102" fmla="*/ 56 w 180"/>
                <a:gd name="T103" fmla="*/ 1 h 88"/>
                <a:gd name="T104" fmla="*/ 165 w 180"/>
                <a:gd name="T105" fmla="*/ 1 h 88"/>
                <a:gd name="T106" fmla="*/ 167 w 180"/>
                <a:gd name="T107" fmla="*/ 3 h 88"/>
                <a:gd name="T108" fmla="*/ 167 w 180"/>
                <a:gd name="T109" fmla="*/ 85 h 88"/>
                <a:gd name="T110" fmla="*/ 174 w 180"/>
                <a:gd name="T111" fmla="*/ 85 h 88"/>
                <a:gd name="T112" fmla="*/ 179 w 180"/>
                <a:gd name="T113" fmla="*/ 86 h 88"/>
                <a:gd name="T114" fmla="*/ 178 w 180"/>
                <a:gd name="T115" fmla="*/ 87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80" h="88">
                  <a:moveTo>
                    <a:pt x="180" y="85"/>
                  </a:moveTo>
                  <a:cubicBezTo>
                    <a:pt x="179" y="84"/>
                    <a:pt x="177" y="84"/>
                    <a:pt x="175" y="84"/>
                  </a:cubicBezTo>
                  <a:cubicBezTo>
                    <a:pt x="175" y="84"/>
                    <a:pt x="175" y="84"/>
                    <a:pt x="174" y="84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8" y="80"/>
                    <a:pt x="168" y="73"/>
                    <a:pt x="168" y="64"/>
                  </a:cubicBezTo>
                  <a:cubicBezTo>
                    <a:pt x="168" y="40"/>
                    <a:pt x="168" y="4"/>
                    <a:pt x="168" y="3"/>
                  </a:cubicBezTo>
                  <a:cubicBezTo>
                    <a:pt x="168" y="3"/>
                    <a:pt x="168" y="2"/>
                    <a:pt x="167" y="1"/>
                  </a:cubicBezTo>
                  <a:cubicBezTo>
                    <a:pt x="167" y="0"/>
                    <a:pt x="166" y="0"/>
                    <a:pt x="165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57" y="0"/>
                    <a:pt x="56" y="0"/>
                    <a:pt x="56" y="0"/>
                  </a:cubicBezTo>
                  <a:cubicBezTo>
                    <a:pt x="55" y="0"/>
                    <a:pt x="54" y="0"/>
                    <a:pt x="53" y="0"/>
                  </a:cubicBezTo>
                  <a:cubicBezTo>
                    <a:pt x="52" y="0"/>
                    <a:pt x="52" y="3"/>
                    <a:pt x="52" y="5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2" y="42"/>
                    <a:pt x="52" y="42"/>
                    <a:pt x="52" y="42"/>
                  </a:cubicBezTo>
                  <a:cubicBezTo>
                    <a:pt x="52" y="43"/>
                    <a:pt x="52" y="43"/>
                    <a:pt x="52" y="43"/>
                  </a:cubicBezTo>
                  <a:cubicBezTo>
                    <a:pt x="125" y="43"/>
                    <a:pt x="125" y="43"/>
                    <a:pt x="125" y="43"/>
                  </a:cubicBezTo>
                  <a:cubicBezTo>
                    <a:pt x="126" y="43"/>
                    <a:pt x="127" y="44"/>
                    <a:pt x="127" y="45"/>
                  </a:cubicBezTo>
                  <a:cubicBezTo>
                    <a:pt x="127" y="65"/>
                    <a:pt x="127" y="65"/>
                    <a:pt x="127" y="65"/>
                  </a:cubicBezTo>
                  <a:cubicBezTo>
                    <a:pt x="127" y="66"/>
                    <a:pt x="127" y="66"/>
                    <a:pt x="127" y="66"/>
                  </a:cubicBezTo>
                  <a:cubicBezTo>
                    <a:pt x="165" y="66"/>
                    <a:pt x="165" y="66"/>
                    <a:pt x="165" y="66"/>
                  </a:cubicBezTo>
                  <a:cubicBezTo>
                    <a:pt x="165" y="85"/>
                    <a:pt x="165" y="85"/>
                    <a:pt x="165" y="85"/>
                  </a:cubicBezTo>
                  <a:cubicBezTo>
                    <a:pt x="107" y="85"/>
                    <a:pt x="107" y="85"/>
                    <a:pt x="107" y="85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26" y="66"/>
                    <a:pt x="126" y="66"/>
                    <a:pt x="126" y="66"/>
                  </a:cubicBezTo>
                  <a:cubicBezTo>
                    <a:pt x="126" y="66"/>
                    <a:pt x="126" y="66"/>
                    <a:pt x="126" y="6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4"/>
                    <a:pt x="126" y="43"/>
                    <a:pt x="125" y="43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3"/>
                    <a:pt x="21" y="43"/>
                    <a:pt x="20" y="43"/>
                  </a:cubicBezTo>
                  <a:cubicBezTo>
                    <a:pt x="19" y="43"/>
                    <a:pt x="18" y="43"/>
                    <a:pt x="17" y="44"/>
                  </a:cubicBezTo>
                  <a:cubicBezTo>
                    <a:pt x="16" y="44"/>
                    <a:pt x="16" y="46"/>
                    <a:pt x="16" y="48"/>
                  </a:cubicBezTo>
                  <a:cubicBezTo>
                    <a:pt x="16" y="48"/>
                    <a:pt x="16" y="49"/>
                    <a:pt x="16" y="49"/>
                  </a:cubicBezTo>
                  <a:cubicBezTo>
                    <a:pt x="16" y="65"/>
                    <a:pt x="16" y="65"/>
                    <a:pt x="16" y="65"/>
                  </a:cubicBezTo>
                  <a:cubicBezTo>
                    <a:pt x="16" y="65"/>
                    <a:pt x="16" y="65"/>
                    <a:pt x="15" y="65"/>
                  </a:cubicBezTo>
                  <a:cubicBezTo>
                    <a:pt x="15" y="65"/>
                    <a:pt x="14" y="65"/>
                    <a:pt x="13" y="65"/>
                  </a:cubicBezTo>
                  <a:cubicBezTo>
                    <a:pt x="13" y="65"/>
                    <a:pt x="13" y="65"/>
                    <a:pt x="13" y="64"/>
                  </a:cubicBezTo>
                  <a:cubicBezTo>
                    <a:pt x="13" y="64"/>
                    <a:pt x="13" y="63"/>
                    <a:pt x="13" y="62"/>
                  </a:cubicBezTo>
                  <a:cubicBezTo>
                    <a:pt x="12" y="62"/>
                    <a:pt x="11" y="62"/>
                    <a:pt x="10" y="62"/>
                  </a:cubicBezTo>
                  <a:cubicBezTo>
                    <a:pt x="10" y="62"/>
                    <a:pt x="9" y="62"/>
                    <a:pt x="9" y="62"/>
                  </a:cubicBezTo>
                  <a:cubicBezTo>
                    <a:pt x="8" y="62"/>
                    <a:pt x="7" y="62"/>
                    <a:pt x="6" y="62"/>
                  </a:cubicBezTo>
                  <a:cubicBezTo>
                    <a:pt x="5" y="63"/>
                    <a:pt x="5" y="64"/>
                    <a:pt x="5" y="66"/>
                  </a:cubicBezTo>
                  <a:cubicBezTo>
                    <a:pt x="5" y="67"/>
                    <a:pt x="5" y="67"/>
                    <a:pt x="5" y="68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5" y="76"/>
                    <a:pt x="5" y="81"/>
                    <a:pt x="5" y="84"/>
                  </a:cubicBezTo>
                  <a:cubicBezTo>
                    <a:pt x="5" y="84"/>
                    <a:pt x="5" y="84"/>
                    <a:pt x="4" y="84"/>
                  </a:cubicBezTo>
                  <a:cubicBezTo>
                    <a:pt x="3" y="84"/>
                    <a:pt x="0" y="84"/>
                    <a:pt x="0" y="86"/>
                  </a:cubicBezTo>
                  <a:cubicBezTo>
                    <a:pt x="0" y="87"/>
                    <a:pt x="0" y="87"/>
                    <a:pt x="1" y="87"/>
                  </a:cubicBezTo>
                  <a:cubicBezTo>
                    <a:pt x="1" y="88"/>
                    <a:pt x="2" y="88"/>
                    <a:pt x="3" y="88"/>
                  </a:cubicBezTo>
                  <a:cubicBezTo>
                    <a:pt x="4" y="88"/>
                    <a:pt x="4" y="88"/>
                    <a:pt x="5" y="88"/>
                  </a:cubicBezTo>
                  <a:cubicBezTo>
                    <a:pt x="5" y="88"/>
                    <a:pt x="6" y="88"/>
                    <a:pt x="6" y="88"/>
                  </a:cubicBezTo>
                  <a:cubicBezTo>
                    <a:pt x="169" y="88"/>
                    <a:pt x="169" y="88"/>
                    <a:pt x="169" y="88"/>
                  </a:cubicBezTo>
                  <a:cubicBezTo>
                    <a:pt x="170" y="88"/>
                    <a:pt x="171" y="88"/>
                    <a:pt x="172" y="88"/>
                  </a:cubicBezTo>
                  <a:cubicBezTo>
                    <a:pt x="174" y="88"/>
                    <a:pt x="176" y="88"/>
                    <a:pt x="178" y="88"/>
                  </a:cubicBezTo>
                  <a:cubicBezTo>
                    <a:pt x="180" y="88"/>
                    <a:pt x="180" y="87"/>
                    <a:pt x="180" y="87"/>
                  </a:cubicBezTo>
                  <a:cubicBezTo>
                    <a:pt x="180" y="86"/>
                    <a:pt x="180" y="85"/>
                    <a:pt x="180" y="85"/>
                  </a:cubicBezTo>
                  <a:close/>
                  <a:moveTo>
                    <a:pt x="178" y="87"/>
                  </a:moveTo>
                  <a:cubicBezTo>
                    <a:pt x="176" y="87"/>
                    <a:pt x="174" y="87"/>
                    <a:pt x="172" y="87"/>
                  </a:cubicBezTo>
                  <a:cubicBezTo>
                    <a:pt x="171" y="87"/>
                    <a:pt x="170" y="87"/>
                    <a:pt x="169" y="87"/>
                  </a:cubicBezTo>
                  <a:cubicBezTo>
                    <a:pt x="6" y="87"/>
                    <a:pt x="6" y="87"/>
                    <a:pt x="6" y="87"/>
                  </a:cubicBezTo>
                  <a:cubicBezTo>
                    <a:pt x="6" y="87"/>
                    <a:pt x="5" y="87"/>
                    <a:pt x="5" y="87"/>
                  </a:cubicBezTo>
                  <a:cubicBezTo>
                    <a:pt x="3" y="87"/>
                    <a:pt x="2" y="87"/>
                    <a:pt x="1" y="87"/>
                  </a:cubicBezTo>
                  <a:cubicBezTo>
                    <a:pt x="1" y="87"/>
                    <a:pt x="1" y="87"/>
                    <a:pt x="1" y="86"/>
                  </a:cubicBezTo>
                  <a:cubicBezTo>
                    <a:pt x="1" y="85"/>
                    <a:pt x="2" y="85"/>
                    <a:pt x="3" y="85"/>
                  </a:cubicBezTo>
                  <a:cubicBezTo>
                    <a:pt x="3" y="85"/>
                    <a:pt x="4" y="85"/>
                    <a:pt x="4" y="85"/>
                  </a:cubicBezTo>
                  <a:cubicBezTo>
                    <a:pt x="5" y="85"/>
                    <a:pt x="5" y="85"/>
                    <a:pt x="6" y="85"/>
                  </a:cubicBezTo>
                  <a:cubicBezTo>
                    <a:pt x="6" y="85"/>
                    <a:pt x="6" y="85"/>
                    <a:pt x="6" y="85"/>
                  </a:cubicBezTo>
                  <a:cubicBezTo>
                    <a:pt x="6" y="81"/>
                    <a:pt x="6" y="76"/>
                    <a:pt x="6" y="72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7"/>
                    <a:pt x="6" y="67"/>
                    <a:pt x="6" y="66"/>
                  </a:cubicBezTo>
                  <a:cubicBezTo>
                    <a:pt x="6" y="65"/>
                    <a:pt x="6" y="63"/>
                    <a:pt x="7" y="63"/>
                  </a:cubicBezTo>
                  <a:cubicBezTo>
                    <a:pt x="7" y="62"/>
                    <a:pt x="8" y="63"/>
                    <a:pt x="9" y="63"/>
                  </a:cubicBezTo>
                  <a:cubicBezTo>
                    <a:pt x="9" y="63"/>
                    <a:pt x="10" y="63"/>
                    <a:pt x="10" y="63"/>
                  </a:cubicBezTo>
                  <a:cubicBezTo>
                    <a:pt x="11" y="62"/>
                    <a:pt x="12" y="62"/>
                    <a:pt x="12" y="63"/>
                  </a:cubicBezTo>
                  <a:cubicBezTo>
                    <a:pt x="12" y="63"/>
                    <a:pt x="12" y="64"/>
                    <a:pt x="12" y="64"/>
                  </a:cubicBezTo>
                  <a:cubicBezTo>
                    <a:pt x="12" y="65"/>
                    <a:pt x="12" y="65"/>
                    <a:pt x="12" y="66"/>
                  </a:cubicBezTo>
                  <a:cubicBezTo>
                    <a:pt x="12" y="66"/>
                    <a:pt x="12" y="66"/>
                    <a:pt x="13" y="66"/>
                  </a:cubicBezTo>
                  <a:cubicBezTo>
                    <a:pt x="13" y="66"/>
                    <a:pt x="14" y="66"/>
                    <a:pt x="15" y="66"/>
                  </a:cubicBezTo>
                  <a:cubicBezTo>
                    <a:pt x="16" y="66"/>
                    <a:pt x="16" y="66"/>
                    <a:pt x="17" y="66"/>
                  </a:cubicBezTo>
                  <a:cubicBezTo>
                    <a:pt x="17" y="66"/>
                    <a:pt x="17" y="66"/>
                    <a:pt x="17" y="66"/>
                  </a:cubicBezTo>
                  <a:cubicBezTo>
                    <a:pt x="17" y="66"/>
                    <a:pt x="17" y="66"/>
                    <a:pt x="17" y="66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7" y="49"/>
                    <a:pt x="17" y="48"/>
                    <a:pt x="17" y="48"/>
                  </a:cubicBezTo>
                  <a:cubicBezTo>
                    <a:pt x="17" y="47"/>
                    <a:pt x="17" y="45"/>
                    <a:pt x="18" y="44"/>
                  </a:cubicBezTo>
                  <a:cubicBezTo>
                    <a:pt x="18" y="44"/>
                    <a:pt x="19" y="44"/>
                    <a:pt x="20" y="44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125" y="44"/>
                    <a:pt x="125" y="44"/>
                    <a:pt x="125" y="44"/>
                  </a:cubicBezTo>
                  <a:cubicBezTo>
                    <a:pt x="125" y="44"/>
                    <a:pt x="126" y="44"/>
                    <a:pt x="126" y="45"/>
                  </a:cubicBezTo>
                  <a:cubicBezTo>
                    <a:pt x="126" y="65"/>
                    <a:pt x="126" y="65"/>
                    <a:pt x="126" y="65"/>
                  </a:cubicBezTo>
                  <a:cubicBezTo>
                    <a:pt x="107" y="65"/>
                    <a:pt x="107" y="65"/>
                    <a:pt x="107" y="65"/>
                  </a:cubicBezTo>
                  <a:cubicBezTo>
                    <a:pt x="107" y="65"/>
                    <a:pt x="106" y="65"/>
                    <a:pt x="106" y="66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06" y="85"/>
                    <a:pt x="107" y="85"/>
                    <a:pt x="107" y="85"/>
                  </a:cubicBezTo>
                  <a:cubicBezTo>
                    <a:pt x="166" y="85"/>
                    <a:pt x="166" y="85"/>
                    <a:pt x="166" y="85"/>
                  </a:cubicBezTo>
                  <a:cubicBezTo>
                    <a:pt x="166" y="85"/>
                    <a:pt x="166" y="85"/>
                    <a:pt x="166" y="85"/>
                  </a:cubicBezTo>
                  <a:cubicBezTo>
                    <a:pt x="166" y="65"/>
                    <a:pt x="166" y="65"/>
                    <a:pt x="166" y="65"/>
                  </a:cubicBezTo>
                  <a:cubicBezTo>
                    <a:pt x="166" y="65"/>
                    <a:pt x="166" y="65"/>
                    <a:pt x="166" y="65"/>
                  </a:cubicBezTo>
                  <a:cubicBezTo>
                    <a:pt x="128" y="65"/>
                    <a:pt x="128" y="65"/>
                    <a:pt x="128" y="65"/>
                  </a:cubicBezTo>
                  <a:cubicBezTo>
                    <a:pt x="128" y="45"/>
                    <a:pt x="128" y="45"/>
                    <a:pt x="128" y="45"/>
                  </a:cubicBezTo>
                  <a:cubicBezTo>
                    <a:pt x="128" y="43"/>
                    <a:pt x="126" y="42"/>
                    <a:pt x="125" y="42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3" y="6"/>
                    <a:pt x="53" y="6"/>
                    <a:pt x="53" y="5"/>
                  </a:cubicBezTo>
                  <a:cubicBezTo>
                    <a:pt x="53" y="3"/>
                    <a:pt x="53" y="1"/>
                    <a:pt x="54" y="1"/>
                  </a:cubicBezTo>
                  <a:cubicBezTo>
                    <a:pt x="54" y="1"/>
                    <a:pt x="55" y="1"/>
                    <a:pt x="56" y="1"/>
                  </a:cubicBezTo>
                  <a:cubicBezTo>
                    <a:pt x="56" y="1"/>
                    <a:pt x="57" y="1"/>
                    <a:pt x="57" y="1"/>
                  </a:cubicBezTo>
                  <a:cubicBezTo>
                    <a:pt x="165" y="1"/>
                    <a:pt x="165" y="1"/>
                    <a:pt x="165" y="1"/>
                  </a:cubicBezTo>
                  <a:cubicBezTo>
                    <a:pt x="166" y="1"/>
                    <a:pt x="166" y="1"/>
                    <a:pt x="167" y="2"/>
                  </a:cubicBezTo>
                  <a:cubicBezTo>
                    <a:pt x="167" y="2"/>
                    <a:pt x="167" y="3"/>
                    <a:pt x="167" y="3"/>
                  </a:cubicBezTo>
                  <a:cubicBezTo>
                    <a:pt x="167" y="4"/>
                    <a:pt x="167" y="31"/>
                    <a:pt x="167" y="64"/>
                  </a:cubicBezTo>
                  <a:cubicBezTo>
                    <a:pt x="167" y="73"/>
                    <a:pt x="167" y="81"/>
                    <a:pt x="167" y="85"/>
                  </a:cubicBezTo>
                  <a:cubicBezTo>
                    <a:pt x="167" y="85"/>
                    <a:pt x="167" y="85"/>
                    <a:pt x="168" y="85"/>
                  </a:cubicBezTo>
                  <a:cubicBezTo>
                    <a:pt x="174" y="85"/>
                    <a:pt x="174" y="85"/>
                    <a:pt x="174" y="85"/>
                  </a:cubicBezTo>
                  <a:cubicBezTo>
                    <a:pt x="175" y="85"/>
                    <a:pt x="175" y="85"/>
                    <a:pt x="175" y="85"/>
                  </a:cubicBezTo>
                  <a:cubicBezTo>
                    <a:pt x="177" y="85"/>
                    <a:pt x="178" y="85"/>
                    <a:pt x="179" y="86"/>
                  </a:cubicBezTo>
                  <a:cubicBezTo>
                    <a:pt x="179" y="86"/>
                    <a:pt x="179" y="86"/>
                    <a:pt x="179" y="86"/>
                  </a:cubicBezTo>
                  <a:cubicBezTo>
                    <a:pt x="179" y="87"/>
                    <a:pt x="179" y="87"/>
                    <a:pt x="178" y="8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6" name="Freeform 286"/>
            <p:cNvSpPr>
              <a:spLocks noEditPoints="1"/>
            </p:cNvSpPr>
            <p:nvPr userDrawn="1"/>
          </p:nvSpPr>
          <p:spPr bwMode="auto">
            <a:xfrm>
              <a:off x="11915775" y="4275138"/>
              <a:ext cx="14288" cy="160338"/>
            </a:xfrm>
            <a:custGeom>
              <a:avLst/>
              <a:gdLst>
                <a:gd name="T0" fmla="*/ 1 w 2"/>
                <a:gd name="T1" fmla="*/ 23 h 23"/>
                <a:gd name="T2" fmla="*/ 2 w 2"/>
                <a:gd name="T3" fmla="*/ 22 h 23"/>
                <a:gd name="T4" fmla="*/ 2 w 2"/>
                <a:gd name="T5" fmla="*/ 1 h 23"/>
                <a:gd name="T6" fmla="*/ 1 w 2"/>
                <a:gd name="T7" fmla="*/ 0 h 23"/>
                <a:gd name="T8" fmla="*/ 0 w 2"/>
                <a:gd name="T9" fmla="*/ 1 h 23"/>
                <a:gd name="T10" fmla="*/ 0 w 2"/>
                <a:gd name="T11" fmla="*/ 22 h 23"/>
                <a:gd name="T12" fmla="*/ 1 w 2"/>
                <a:gd name="T13" fmla="*/ 23 h 23"/>
                <a:gd name="T14" fmla="*/ 1 w 2"/>
                <a:gd name="T15" fmla="*/ 1 h 23"/>
                <a:gd name="T16" fmla="*/ 1 w 2"/>
                <a:gd name="T17" fmla="*/ 1 h 23"/>
                <a:gd name="T18" fmla="*/ 1 w 2"/>
                <a:gd name="T19" fmla="*/ 1 h 23"/>
                <a:gd name="T20" fmla="*/ 1 w 2"/>
                <a:gd name="T21" fmla="*/ 22 h 23"/>
                <a:gd name="T22" fmla="*/ 1 w 2"/>
                <a:gd name="T23" fmla="*/ 22 h 23"/>
                <a:gd name="T24" fmla="*/ 1 w 2"/>
                <a:gd name="T25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23">
                  <a:moveTo>
                    <a:pt x="1" y="23"/>
                  </a:moveTo>
                  <a:cubicBezTo>
                    <a:pt x="1" y="23"/>
                    <a:pt x="2" y="23"/>
                    <a:pt x="2" y="2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3"/>
                    <a:pt x="0" y="23"/>
                    <a:pt x="1" y="23"/>
                  </a:cubicBezTo>
                  <a:close/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22"/>
                    <a:pt x="1" y="22"/>
                    <a:pt x="1" y="22"/>
                  </a:cubicBezTo>
                  <a:cubicBezTo>
                    <a:pt x="1" y="22"/>
                    <a:pt x="1" y="22"/>
                    <a:pt x="1" y="22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7" name="Freeform 287"/>
            <p:cNvSpPr>
              <a:spLocks noEditPoints="1"/>
            </p:cNvSpPr>
            <p:nvPr userDrawn="1"/>
          </p:nvSpPr>
          <p:spPr bwMode="auto">
            <a:xfrm>
              <a:off x="11736388" y="4568825"/>
              <a:ext cx="12700" cy="90488"/>
            </a:xfrm>
            <a:custGeom>
              <a:avLst/>
              <a:gdLst>
                <a:gd name="T0" fmla="*/ 1 w 2"/>
                <a:gd name="T1" fmla="*/ 13 h 13"/>
                <a:gd name="T2" fmla="*/ 2 w 2"/>
                <a:gd name="T3" fmla="*/ 12 h 13"/>
                <a:gd name="T4" fmla="*/ 2 w 2"/>
                <a:gd name="T5" fmla="*/ 1 h 13"/>
                <a:gd name="T6" fmla="*/ 1 w 2"/>
                <a:gd name="T7" fmla="*/ 0 h 13"/>
                <a:gd name="T8" fmla="*/ 0 w 2"/>
                <a:gd name="T9" fmla="*/ 1 h 13"/>
                <a:gd name="T10" fmla="*/ 0 w 2"/>
                <a:gd name="T11" fmla="*/ 12 h 13"/>
                <a:gd name="T12" fmla="*/ 1 w 2"/>
                <a:gd name="T13" fmla="*/ 13 h 13"/>
                <a:gd name="T14" fmla="*/ 1 w 2"/>
                <a:gd name="T15" fmla="*/ 1 h 13"/>
                <a:gd name="T16" fmla="*/ 1 w 2"/>
                <a:gd name="T17" fmla="*/ 1 h 13"/>
                <a:gd name="T18" fmla="*/ 1 w 2"/>
                <a:gd name="T19" fmla="*/ 1 h 13"/>
                <a:gd name="T20" fmla="*/ 1 w 2"/>
                <a:gd name="T21" fmla="*/ 12 h 13"/>
                <a:gd name="T22" fmla="*/ 1 w 2"/>
                <a:gd name="T23" fmla="*/ 12 h 13"/>
                <a:gd name="T24" fmla="*/ 1 w 2"/>
                <a:gd name="T25" fmla="*/ 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13">
                  <a:moveTo>
                    <a:pt x="1" y="13"/>
                  </a:moveTo>
                  <a:cubicBezTo>
                    <a:pt x="2" y="13"/>
                    <a:pt x="2" y="13"/>
                    <a:pt x="2" y="1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3"/>
                    <a:pt x="0" y="13"/>
                    <a:pt x="1" y="13"/>
                  </a:cubicBezTo>
                  <a:close/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" name="Freeform 288"/>
            <p:cNvSpPr>
              <a:spLocks noEditPoints="1"/>
            </p:cNvSpPr>
            <p:nvPr userDrawn="1"/>
          </p:nvSpPr>
          <p:spPr bwMode="auto">
            <a:xfrm>
              <a:off x="11845925" y="4476750"/>
              <a:ext cx="242888" cy="182563"/>
            </a:xfrm>
            <a:custGeom>
              <a:avLst/>
              <a:gdLst>
                <a:gd name="T0" fmla="*/ 35 w 35"/>
                <a:gd name="T1" fmla="*/ 0 h 26"/>
                <a:gd name="T2" fmla="*/ 0 w 35"/>
                <a:gd name="T3" fmla="*/ 0 h 26"/>
                <a:gd name="T4" fmla="*/ 0 w 35"/>
                <a:gd name="T5" fmla="*/ 1 h 26"/>
                <a:gd name="T6" fmla="*/ 0 w 35"/>
                <a:gd name="T7" fmla="*/ 25 h 26"/>
                <a:gd name="T8" fmla="*/ 0 w 35"/>
                <a:gd name="T9" fmla="*/ 26 h 26"/>
                <a:gd name="T10" fmla="*/ 35 w 35"/>
                <a:gd name="T11" fmla="*/ 26 h 26"/>
                <a:gd name="T12" fmla="*/ 35 w 35"/>
                <a:gd name="T13" fmla="*/ 25 h 26"/>
                <a:gd name="T14" fmla="*/ 35 w 35"/>
                <a:gd name="T15" fmla="*/ 1 h 26"/>
                <a:gd name="T16" fmla="*/ 35 w 35"/>
                <a:gd name="T17" fmla="*/ 0 h 26"/>
                <a:gd name="T18" fmla="*/ 34 w 35"/>
                <a:gd name="T19" fmla="*/ 25 h 26"/>
                <a:gd name="T20" fmla="*/ 1 w 35"/>
                <a:gd name="T21" fmla="*/ 25 h 26"/>
                <a:gd name="T22" fmla="*/ 1 w 35"/>
                <a:gd name="T23" fmla="*/ 1 h 26"/>
                <a:gd name="T24" fmla="*/ 34 w 35"/>
                <a:gd name="T25" fmla="*/ 1 h 26"/>
                <a:gd name="T26" fmla="*/ 34 w 35"/>
                <a:gd name="T27" fmla="*/ 25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5" h="26">
                  <a:moveTo>
                    <a:pt x="3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6"/>
                    <a:pt x="35" y="26"/>
                    <a:pt x="35" y="25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35" y="0"/>
                    <a:pt x="35" y="0"/>
                    <a:pt x="35" y="0"/>
                  </a:cubicBezTo>
                  <a:close/>
                  <a:moveTo>
                    <a:pt x="34" y="25"/>
                  </a:moveTo>
                  <a:cubicBezTo>
                    <a:pt x="1" y="25"/>
                    <a:pt x="1" y="25"/>
                    <a:pt x="1" y="25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34" y="1"/>
                    <a:pt x="34" y="1"/>
                    <a:pt x="34" y="1"/>
                  </a:cubicBezTo>
                  <a:lnTo>
                    <a:pt x="34" y="2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" name="Freeform 289"/>
            <p:cNvSpPr>
              <a:spLocks noEditPoints="1"/>
            </p:cNvSpPr>
            <p:nvPr userDrawn="1"/>
          </p:nvSpPr>
          <p:spPr bwMode="auto">
            <a:xfrm>
              <a:off x="11804650" y="4275138"/>
              <a:ext cx="14288" cy="215900"/>
            </a:xfrm>
            <a:custGeom>
              <a:avLst/>
              <a:gdLst>
                <a:gd name="T0" fmla="*/ 1 w 2"/>
                <a:gd name="T1" fmla="*/ 0 h 31"/>
                <a:gd name="T2" fmla="*/ 0 w 2"/>
                <a:gd name="T3" fmla="*/ 2 h 31"/>
                <a:gd name="T4" fmla="*/ 0 w 2"/>
                <a:gd name="T5" fmla="*/ 30 h 31"/>
                <a:gd name="T6" fmla="*/ 1 w 2"/>
                <a:gd name="T7" fmla="*/ 31 h 31"/>
                <a:gd name="T8" fmla="*/ 2 w 2"/>
                <a:gd name="T9" fmla="*/ 30 h 31"/>
                <a:gd name="T10" fmla="*/ 2 w 2"/>
                <a:gd name="T11" fmla="*/ 2 h 31"/>
                <a:gd name="T12" fmla="*/ 1 w 2"/>
                <a:gd name="T13" fmla="*/ 0 h 31"/>
                <a:gd name="T14" fmla="*/ 1 w 2"/>
                <a:gd name="T15" fmla="*/ 30 h 31"/>
                <a:gd name="T16" fmla="*/ 1 w 2"/>
                <a:gd name="T17" fmla="*/ 30 h 31"/>
                <a:gd name="T18" fmla="*/ 1 w 2"/>
                <a:gd name="T19" fmla="*/ 2 h 31"/>
                <a:gd name="T20" fmla="*/ 1 w 2"/>
                <a:gd name="T21" fmla="*/ 1 h 31"/>
                <a:gd name="T22" fmla="*/ 1 w 2"/>
                <a:gd name="T23" fmla="*/ 2 h 31"/>
                <a:gd name="T24" fmla="*/ 1 w 2"/>
                <a:gd name="T25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31">
                  <a:moveTo>
                    <a:pt x="1" y="0"/>
                  </a:moveTo>
                  <a:cubicBezTo>
                    <a:pt x="0" y="0"/>
                    <a:pt x="0" y="1"/>
                    <a:pt x="0" y="2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1"/>
                    <a:pt x="0" y="31"/>
                    <a:pt x="1" y="31"/>
                  </a:cubicBezTo>
                  <a:cubicBezTo>
                    <a:pt x="2" y="31"/>
                    <a:pt x="2" y="31"/>
                    <a:pt x="2" y="30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0"/>
                    <a:pt x="1" y="0"/>
                  </a:cubicBezTo>
                  <a:close/>
                  <a:moveTo>
                    <a:pt x="1" y="30"/>
                  </a:moveTo>
                  <a:cubicBezTo>
                    <a:pt x="1" y="30"/>
                    <a:pt x="1" y="30"/>
                    <a:pt x="1" y="3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2"/>
                  </a:cubicBezTo>
                  <a:lnTo>
                    <a:pt x="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0" name="Freeform 290"/>
            <p:cNvSpPr>
              <a:spLocks noEditPoints="1"/>
            </p:cNvSpPr>
            <p:nvPr userDrawn="1"/>
          </p:nvSpPr>
          <p:spPr bwMode="auto">
            <a:xfrm>
              <a:off x="11542713" y="4568825"/>
              <a:ext cx="20638" cy="133350"/>
            </a:xfrm>
            <a:custGeom>
              <a:avLst/>
              <a:gdLst>
                <a:gd name="T0" fmla="*/ 2 w 3"/>
                <a:gd name="T1" fmla="*/ 19 h 19"/>
                <a:gd name="T2" fmla="*/ 3 w 3"/>
                <a:gd name="T3" fmla="*/ 18 h 19"/>
                <a:gd name="T4" fmla="*/ 3 w 3"/>
                <a:gd name="T5" fmla="*/ 1 h 19"/>
                <a:gd name="T6" fmla="*/ 2 w 3"/>
                <a:gd name="T7" fmla="*/ 0 h 19"/>
                <a:gd name="T8" fmla="*/ 0 w 3"/>
                <a:gd name="T9" fmla="*/ 1 h 19"/>
                <a:gd name="T10" fmla="*/ 0 w 3"/>
                <a:gd name="T11" fmla="*/ 18 h 19"/>
                <a:gd name="T12" fmla="*/ 2 w 3"/>
                <a:gd name="T13" fmla="*/ 19 h 19"/>
                <a:gd name="T14" fmla="*/ 1 w 3"/>
                <a:gd name="T15" fmla="*/ 1 h 19"/>
                <a:gd name="T16" fmla="*/ 2 w 3"/>
                <a:gd name="T17" fmla="*/ 1 h 19"/>
                <a:gd name="T18" fmla="*/ 2 w 3"/>
                <a:gd name="T19" fmla="*/ 1 h 19"/>
                <a:gd name="T20" fmla="*/ 2 w 3"/>
                <a:gd name="T21" fmla="*/ 18 h 19"/>
                <a:gd name="T22" fmla="*/ 1 w 3"/>
                <a:gd name="T23" fmla="*/ 18 h 19"/>
                <a:gd name="T24" fmla="*/ 1 w 3"/>
                <a:gd name="T25" fmla="*/ 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" h="19">
                  <a:moveTo>
                    <a:pt x="2" y="19"/>
                  </a:moveTo>
                  <a:cubicBezTo>
                    <a:pt x="2" y="19"/>
                    <a:pt x="3" y="19"/>
                    <a:pt x="3" y="18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9"/>
                    <a:pt x="1" y="19"/>
                    <a:pt x="2" y="19"/>
                  </a:cubicBezTo>
                  <a:close/>
                  <a:moveTo>
                    <a:pt x="1" y="1"/>
                  </a:moveTo>
                  <a:cubicBezTo>
                    <a:pt x="1" y="1"/>
                    <a:pt x="1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2" y="18"/>
                    <a:pt x="1" y="18"/>
                    <a:pt x="1" y="18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1" name="Freeform 291"/>
            <p:cNvSpPr>
              <a:spLocks noEditPoints="1"/>
            </p:cNvSpPr>
            <p:nvPr userDrawn="1"/>
          </p:nvSpPr>
          <p:spPr bwMode="auto">
            <a:xfrm>
              <a:off x="11363325" y="4275138"/>
              <a:ext cx="12700" cy="215900"/>
            </a:xfrm>
            <a:custGeom>
              <a:avLst/>
              <a:gdLst>
                <a:gd name="T0" fmla="*/ 1 w 2"/>
                <a:gd name="T1" fmla="*/ 0 h 31"/>
                <a:gd name="T2" fmla="*/ 0 w 2"/>
                <a:gd name="T3" fmla="*/ 2 h 31"/>
                <a:gd name="T4" fmla="*/ 0 w 2"/>
                <a:gd name="T5" fmla="*/ 30 h 31"/>
                <a:gd name="T6" fmla="*/ 1 w 2"/>
                <a:gd name="T7" fmla="*/ 31 h 31"/>
                <a:gd name="T8" fmla="*/ 2 w 2"/>
                <a:gd name="T9" fmla="*/ 30 h 31"/>
                <a:gd name="T10" fmla="*/ 2 w 2"/>
                <a:gd name="T11" fmla="*/ 2 h 31"/>
                <a:gd name="T12" fmla="*/ 1 w 2"/>
                <a:gd name="T13" fmla="*/ 0 h 31"/>
                <a:gd name="T14" fmla="*/ 2 w 2"/>
                <a:gd name="T15" fmla="*/ 30 h 31"/>
                <a:gd name="T16" fmla="*/ 1 w 2"/>
                <a:gd name="T17" fmla="*/ 30 h 31"/>
                <a:gd name="T18" fmla="*/ 1 w 2"/>
                <a:gd name="T19" fmla="*/ 2 h 31"/>
                <a:gd name="T20" fmla="*/ 1 w 2"/>
                <a:gd name="T21" fmla="*/ 1 h 31"/>
                <a:gd name="T22" fmla="*/ 2 w 2"/>
                <a:gd name="T23" fmla="*/ 2 h 31"/>
                <a:gd name="T24" fmla="*/ 2 w 2"/>
                <a:gd name="T25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31">
                  <a:moveTo>
                    <a:pt x="1" y="0"/>
                  </a:moveTo>
                  <a:cubicBezTo>
                    <a:pt x="1" y="0"/>
                    <a:pt x="0" y="1"/>
                    <a:pt x="0" y="2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1"/>
                    <a:pt x="1" y="31"/>
                    <a:pt x="1" y="31"/>
                  </a:cubicBezTo>
                  <a:cubicBezTo>
                    <a:pt x="2" y="31"/>
                    <a:pt x="2" y="31"/>
                    <a:pt x="2" y="30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0"/>
                    <a:pt x="1" y="0"/>
                  </a:cubicBezTo>
                  <a:close/>
                  <a:moveTo>
                    <a:pt x="2" y="30"/>
                  </a:moveTo>
                  <a:cubicBezTo>
                    <a:pt x="2" y="30"/>
                    <a:pt x="1" y="30"/>
                    <a:pt x="1" y="3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2" y="1"/>
                    <a:pt x="2" y="2"/>
                  </a:cubicBezTo>
                  <a:lnTo>
                    <a:pt x="2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2" name="Freeform 292"/>
            <p:cNvSpPr>
              <a:spLocks noEditPoints="1"/>
            </p:cNvSpPr>
            <p:nvPr userDrawn="1"/>
          </p:nvSpPr>
          <p:spPr bwMode="auto">
            <a:xfrm>
              <a:off x="11425238" y="4589463"/>
              <a:ext cx="61913" cy="112713"/>
            </a:xfrm>
            <a:custGeom>
              <a:avLst/>
              <a:gdLst>
                <a:gd name="T0" fmla="*/ 1 w 9"/>
                <a:gd name="T1" fmla="*/ 16 h 16"/>
                <a:gd name="T2" fmla="*/ 8 w 9"/>
                <a:gd name="T3" fmla="*/ 16 h 16"/>
                <a:gd name="T4" fmla="*/ 9 w 9"/>
                <a:gd name="T5" fmla="*/ 15 h 16"/>
                <a:gd name="T6" fmla="*/ 9 w 9"/>
                <a:gd name="T7" fmla="*/ 1 h 16"/>
                <a:gd name="T8" fmla="*/ 8 w 9"/>
                <a:gd name="T9" fmla="*/ 0 h 16"/>
                <a:gd name="T10" fmla="*/ 1 w 9"/>
                <a:gd name="T11" fmla="*/ 0 h 16"/>
                <a:gd name="T12" fmla="*/ 0 w 9"/>
                <a:gd name="T13" fmla="*/ 1 h 16"/>
                <a:gd name="T14" fmla="*/ 0 w 9"/>
                <a:gd name="T15" fmla="*/ 15 h 16"/>
                <a:gd name="T16" fmla="*/ 1 w 9"/>
                <a:gd name="T17" fmla="*/ 16 h 16"/>
                <a:gd name="T18" fmla="*/ 1 w 9"/>
                <a:gd name="T19" fmla="*/ 1 h 16"/>
                <a:gd name="T20" fmla="*/ 8 w 9"/>
                <a:gd name="T21" fmla="*/ 1 h 16"/>
                <a:gd name="T22" fmla="*/ 8 w 9"/>
                <a:gd name="T23" fmla="*/ 15 h 16"/>
                <a:gd name="T24" fmla="*/ 1 w 9"/>
                <a:gd name="T25" fmla="*/ 15 h 16"/>
                <a:gd name="T26" fmla="*/ 1 w 9"/>
                <a:gd name="T27" fmla="*/ 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" h="16">
                  <a:moveTo>
                    <a:pt x="1" y="16"/>
                  </a:moveTo>
                  <a:cubicBezTo>
                    <a:pt x="8" y="16"/>
                    <a:pt x="8" y="16"/>
                    <a:pt x="8" y="16"/>
                  </a:cubicBezTo>
                  <a:cubicBezTo>
                    <a:pt x="8" y="16"/>
                    <a:pt x="9" y="15"/>
                    <a:pt x="9" y="15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8" y="0"/>
                    <a:pt x="8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5"/>
                    <a:pt x="0" y="16"/>
                    <a:pt x="1" y="16"/>
                  </a:cubicBezTo>
                  <a:close/>
                  <a:moveTo>
                    <a:pt x="1" y="1"/>
                  </a:moveTo>
                  <a:cubicBezTo>
                    <a:pt x="8" y="1"/>
                    <a:pt x="8" y="1"/>
                    <a:pt x="8" y="1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1" y="15"/>
                    <a:pt x="1" y="15"/>
                    <a:pt x="1" y="15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3" name="Freeform 293"/>
            <p:cNvSpPr>
              <a:spLocks noEditPoints="1"/>
            </p:cNvSpPr>
            <p:nvPr userDrawn="1"/>
          </p:nvSpPr>
          <p:spPr bwMode="auto">
            <a:xfrm>
              <a:off x="11695113" y="4275138"/>
              <a:ext cx="12700" cy="215900"/>
            </a:xfrm>
            <a:custGeom>
              <a:avLst/>
              <a:gdLst>
                <a:gd name="T0" fmla="*/ 1 w 2"/>
                <a:gd name="T1" fmla="*/ 0 h 31"/>
                <a:gd name="T2" fmla="*/ 0 w 2"/>
                <a:gd name="T3" fmla="*/ 2 h 31"/>
                <a:gd name="T4" fmla="*/ 0 w 2"/>
                <a:gd name="T5" fmla="*/ 30 h 31"/>
                <a:gd name="T6" fmla="*/ 1 w 2"/>
                <a:gd name="T7" fmla="*/ 31 h 31"/>
                <a:gd name="T8" fmla="*/ 2 w 2"/>
                <a:gd name="T9" fmla="*/ 30 h 31"/>
                <a:gd name="T10" fmla="*/ 2 w 2"/>
                <a:gd name="T11" fmla="*/ 2 h 31"/>
                <a:gd name="T12" fmla="*/ 1 w 2"/>
                <a:gd name="T13" fmla="*/ 0 h 31"/>
                <a:gd name="T14" fmla="*/ 1 w 2"/>
                <a:gd name="T15" fmla="*/ 30 h 31"/>
                <a:gd name="T16" fmla="*/ 1 w 2"/>
                <a:gd name="T17" fmla="*/ 30 h 31"/>
                <a:gd name="T18" fmla="*/ 1 w 2"/>
                <a:gd name="T19" fmla="*/ 2 h 31"/>
                <a:gd name="T20" fmla="*/ 1 w 2"/>
                <a:gd name="T21" fmla="*/ 1 h 31"/>
                <a:gd name="T22" fmla="*/ 1 w 2"/>
                <a:gd name="T23" fmla="*/ 2 h 31"/>
                <a:gd name="T24" fmla="*/ 1 w 2"/>
                <a:gd name="T25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31">
                  <a:moveTo>
                    <a:pt x="1" y="0"/>
                  </a:moveTo>
                  <a:cubicBezTo>
                    <a:pt x="0" y="0"/>
                    <a:pt x="0" y="1"/>
                    <a:pt x="0" y="2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1"/>
                    <a:pt x="0" y="31"/>
                    <a:pt x="1" y="31"/>
                  </a:cubicBezTo>
                  <a:cubicBezTo>
                    <a:pt x="2" y="31"/>
                    <a:pt x="2" y="31"/>
                    <a:pt x="2" y="30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0"/>
                    <a:pt x="1" y="0"/>
                  </a:cubicBezTo>
                  <a:close/>
                  <a:moveTo>
                    <a:pt x="1" y="30"/>
                  </a:moveTo>
                  <a:cubicBezTo>
                    <a:pt x="1" y="30"/>
                    <a:pt x="1" y="30"/>
                    <a:pt x="1" y="3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2"/>
                  </a:cubicBezTo>
                  <a:lnTo>
                    <a:pt x="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4" name="Freeform 294"/>
            <p:cNvSpPr>
              <a:spLocks noEditPoints="1"/>
            </p:cNvSpPr>
            <p:nvPr userDrawn="1"/>
          </p:nvSpPr>
          <p:spPr bwMode="auto">
            <a:xfrm>
              <a:off x="11583988" y="4275138"/>
              <a:ext cx="14288" cy="215900"/>
            </a:xfrm>
            <a:custGeom>
              <a:avLst/>
              <a:gdLst>
                <a:gd name="T0" fmla="*/ 1 w 2"/>
                <a:gd name="T1" fmla="*/ 0 h 31"/>
                <a:gd name="T2" fmla="*/ 0 w 2"/>
                <a:gd name="T3" fmla="*/ 2 h 31"/>
                <a:gd name="T4" fmla="*/ 0 w 2"/>
                <a:gd name="T5" fmla="*/ 30 h 31"/>
                <a:gd name="T6" fmla="*/ 1 w 2"/>
                <a:gd name="T7" fmla="*/ 31 h 31"/>
                <a:gd name="T8" fmla="*/ 2 w 2"/>
                <a:gd name="T9" fmla="*/ 30 h 31"/>
                <a:gd name="T10" fmla="*/ 2 w 2"/>
                <a:gd name="T11" fmla="*/ 2 h 31"/>
                <a:gd name="T12" fmla="*/ 1 w 2"/>
                <a:gd name="T13" fmla="*/ 0 h 31"/>
                <a:gd name="T14" fmla="*/ 1 w 2"/>
                <a:gd name="T15" fmla="*/ 30 h 31"/>
                <a:gd name="T16" fmla="*/ 1 w 2"/>
                <a:gd name="T17" fmla="*/ 30 h 31"/>
                <a:gd name="T18" fmla="*/ 1 w 2"/>
                <a:gd name="T19" fmla="*/ 2 h 31"/>
                <a:gd name="T20" fmla="*/ 1 w 2"/>
                <a:gd name="T21" fmla="*/ 1 h 31"/>
                <a:gd name="T22" fmla="*/ 1 w 2"/>
                <a:gd name="T23" fmla="*/ 2 h 31"/>
                <a:gd name="T24" fmla="*/ 1 w 2"/>
                <a:gd name="T25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31">
                  <a:moveTo>
                    <a:pt x="1" y="0"/>
                  </a:moveTo>
                  <a:cubicBezTo>
                    <a:pt x="1" y="0"/>
                    <a:pt x="0" y="1"/>
                    <a:pt x="0" y="2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1"/>
                    <a:pt x="1" y="31"/>
                    <a:pt x="1" y="31"/>
                  </a:cubicBezTo>
                  <a:cubicBezTo>
                    <a:pt x="2" y="31"/>
                    <a:pt x="2" y="31"/>
                    <a:pt x="2" y="30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0"/>
                    <a:pt x="1" y="0"/>
                  </a:cubicBezTo>
                  <a:close/>
                  <a:moveTo>
                    <a:pt x="1" y="30"/>
                  </a:moveTo>
                  <a:cubicBezTo>
                    <a:pt x="1" y="30"/>
                    <a:pt x="1" y="30"/>
                    <a:pt x="1" y="3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2"/>
                  </a:cubicBezTo>
                  <a:lnTo>
                    <a:pt x="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5" name="Freeform 295"/>
            <p:cNvSpPr>
              <a:spLocks noEditPoints="1"/>
            </p:cNvSpPr>
            <p:nvPr userDrawn="1"/>
          </p:nvSpPr>
          <p:spPr bwMode="auto">
            <a:xfrm>
              <a:off x="11472863" y="4275138"/>
              <a:ext cx="14288" cy="215900"/>
            </a:xfrm>
            <a:custGeom>
              <a:avLst/>
              <a:gdLst>
                <a:gd name="T0" fmla="*/ 1 w 2"/>
                <a:gd name="T1" fmla="*/ 0 h 31"/>
                <a:gd name="T2" fmla="*/ 0 w 2"/>
                <a:gd name="T3" fmla="*/ 2 h 31"/>
                <a:gd name="T4" fmla="*/ 0 w 2"/>
                <a:gd name="T5" fmla="*/ 30 h 31"/>
                <a:gd name="T6" fmla="*/ 1 w 2"/>
                <a:gd name="T7" fmla="*/ 31 h 31"/>
                <a:gd name="T8" fmla="*/ 2 w 2"/>
                <a:gd name="T9" fmla="*/ 30 h 31"/>
                <a:gd name="T10" fmla="*/ 2 w 2"/>
                <a:gd name="T11" fmla="*/ 2 h 31"/>
                <a:gd name="T12" fmla="*/ 1 w 2"/>
                <a:gd name="T13" fmla="*/ 0 h 31"/>
                <a:gd name="T14" fmla="*/ 1 w 2"/>
                <a:gd name="T15" fmla="*/ 30 h 31"/>
                <a:gd name="T16" fmla="*/ 1 w 2"/>
                <a:gd name="T17" fmla="*/ 30 h 31"/>
                <a:gd name="T18" fmla="*/ 1 w 2"/>
                <a:gd name="T19" fmla="*/ 2 h 31"/>
                <a:gd name="T20" fmla="*/ 1 w 2"/>
                <a:gd name="T21" fmla="*/ 1 h 31"/>
                <a:gd name="T22" fmla="*/ 1 w 2"/>
                <a:gd name="T23" fmla="*/ 2 h 31"/>
                <a:gd name="T24" fmla="*/ 1 w 2"/>
                <a:gd name="T25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31">
                  <a:moveTo>
                    <a:pt x="1" y="0"/>
                  </a:moveTo>
                  <a:cubicBezTo>
                    <a:pt x="1" y="0"/>
                    <a:pt x="0" y="1"/>
                    <a:pt x="0" y="2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1"/>
                    <a:pt x="1" y="31"/>
                    <a:pt x="1" y="31"/>
                  </a:cubicBezTo>
                  <a:cubicBezTo>
                    <a:pt x="2" y="31"/>
                    <a:pt x="2" y="31"/>
                    <a:pt x="2" y="30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0"/>
                    <a:pt x="1" y="0"/>
                  </a:cubicBezTo>
                  <a:close/>
                  <a:moveTo>
                    <a:pt x="1" y="30"/>
                  </a:moveTo>
                  <a:cubicBezTo>
                    <a:pt x="1" y="30"/>
                    <a:pt x="1" y="30"/>
                    <a:pt x="1" y="3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2"/>
                  </a:cubicBezTo>
                  <a:lnTo>
                    <a:pt x="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6" name="Freeform 296"/>
            <p:cNvSpPr>
              <a:spLocks noEditPoints="1"/>
            </p:cNvSpPr>
            <p:nvPr userDrawn="1"/>
          </p:nvSpPr>
          <p:spPr bwMode="auto">
            <a:xfrm>
              <a:off x="11064875" y="4799013"/>
              <a:ext cx="560388" cy="22225"/>
            </a:xfrm>
            <a:custGeom>
              <a:avLst/>
              <a:gdLst>
                <a:gd name="T0" fmla="*/ 80 w 81"/>
                <a:gd name="T1" fmla="*/ 0 h 3"/>
                <a:gd name="T2" fmla="*/ 1 w 81"/>
                <a:gd name="T3" fmla="*/ 0 h 3"/>
                <a:gd name="T4" fmla="*/ 0 w 81"/>
                <a:gd name="T5" fmla="*/ 0 h 3"/>
                <a:gd name="T6" fmla="*/ 0 w 81"/>
                <a:gd name="T7" fmla="*/ 3 h 3"/>
                <a:gd name="T8" fmla="*/ 1 w 81"/>
                <a:gd name="T9" fmla="*/ 3 h 3"/>
                <a:gd name="T10" fmla="*/ 80 w 81"/>
                <a:gd name="T11" fmla="*/ 3 h 3"/>
                <a:gd name="T12" fmla="*/ 81 w 81"/>
                <a:gd name="T13" fmla="*/ 3 h 3"/>
                <a:gd name="T14" fmla="*/ 81 w 81"/>
                <a:gd name="T15" fmla="*/ 0 h 3"/>
                <a:gd name="T16" fmla="*/ 80 w 81"/>
                <a:gd name="T17" fmla="*/ 0 h 3"/>
                <a:gd name="T18" fmla="*/ 80 w 81"/>
                <a:gd name="T19" fmla="*/ 2 h 3"/>
                <a:gd name="T20" fmla="*/ 1 w 81"/>
                <a:gd name="T21" fmla="*/ 2 h 3"/>
                <a:gd name="T22" fmla="*/ 1 w 81"/>
                <a:gd name="T23" fmla="*/ 1 h 3"/>
                <a:gd name="T24" fmla="*/ 80 w 81"/>
                <a:gd name="T25" fmla="*/ 1 h 3"/>
                <a:gd name="T26" fmla="*/ 80 w 81"/>
                <a:gd name="T2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1" h="3">
                  <a:moveTo>
                    <a:pt x="80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1" y="3"/>
                  </a:cubicBezTo>
                  <a:cubicBezTo>
                    <a:pt x="80" y="3"/>
                    <a:pt x="80" y="3"/>
                    <a:pt x="80" y="3"/>
                  </a:cubicBezTo>
                  <a:cubicBezTo>
                    <a:pt x="81" y="3"/>
                    <a:pt x="81" y="3"/>
                    <a:pt x="81" y="3"/>
                  </a:cubicBez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81" y="0"/>
                    <a:pt x="80" y="0"/>
                  </a:cubicBezTo>
                  <a:close/>
                  <a:moveTo>
                    <a:pt x="80" y="2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80" y="1"/>
                    <a:pt x="80" y="1"/>
                    <a:pt x="80" y="1"/>
                  </a:cubicBezTo>
                  <a:lnTo>
                    <a:pt x="80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7" name="Freeform 297"/>
            <p:cNvSpPr>
              <a:spLocks noEditPoints="1"/>
            </p:cNvSpPr>
            <p:nvPr userDrawn="1"/>
          </p:nvSpPr>
          <p:spPr bwMode="auto">
            <a:xfrm>
              <a:off x="11639550" y="4568825"/>
              <a:ext cx="12700" cy="133350"/>
            </a:xfrm>
            <a:custGeom>
              <a:avLst/>
              <a:gdLst>
                <a:gd name="T0" fmla="*/ 1 w 2"/>
                <a:gd name="T1" fmla="*/ 0 h 19"/>
                <a:gd name="T2" fmla="*/ 0 w 2"/>
                <a:gd name="T3" fmla="*/ 1 h 19"/>
                <a:gd name="T4" fmla="*/ 0 w 2"/>
                <a:gd name="T5" fmla="*/ 18 h 19"/>
                <a:gd name="T6" fmla="*/ 1 w 2"/>
                <a:gd name="T7" fmla="*/ 19 h 19"/>
                <a:gd name="T8" fmla="*/ 2 w 2"/>
                <a:gd name="T9" fmla="*/ 18 h 19"/>
                <a:gd name="T10" fmla="*/ 2 w 2"/>
                <a:gd name="T11" fmla="*/ 1 h 19"/>
                <a:gd name="T12" fmla="*/ 1 w 2"/>
                <a:gd name="T13" fmla="*/ 0 h 19"/>
                <a:gd name="T14" fmla="*/ 1 w 2"/>
                <a:gd name="T15" fmla="*/ 18 h 19"/>
                <a:gd name="T16" fmla="*/ 1 w 2"/>
                <a:gd name="T17" fmla="*/ 18 h 19"/>
                <a:gd name="T18" fmla="*/ 1 w 2"/>
                <a:gd name="T19" fmla="*/ 1 h 19"/>
                <a:gd name="T20" fmla="*/ 1 w 2"/>
                <a:gd name="T21" fmla="*/ 1 h 19"/>
                <a:gd name="T22" fmla="*/ 1 w 2"/>
                <a:gd name="T23" fmla="*/ 1 h 19"/>
                <a:gd name="T24" fmla="*/ 1 w 2"/>
                <a:gd name="T25" fmla="*/ 1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19">
                  <a:moveTo>
                    <a:pt x="1" y="0"/>
                  </a:move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9"/>
                    <a:pt x="1" y="19"/>
                    <a:pt x="1" y="19"/>
                  </a:cubicBezTo>
                  <a:cubicBezTo>
                    <a:pt x="2" y="19"/>
                    <a:pt x="2" y="19"/>
                    <a:pt x="2" y="18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1" y="0"/>
                  </a:cubicBezTo>
                  <a:close/>
                  <a:moveTo>
                    <a:pt x="1" y="18"/>
                  </a:moveTo>
                  <a:cubicBezTo>
                    <a:pt x="1" y="18"/>
                    <a:pt x="1" y="18"/>
                    <a:pt x="1" y="18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lnTo>
                    <a:pt x="1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8" name="Freeform 298"/>
            <p:cNvSpPr>
              <a:spLocks noEditPoints="1"/>
            </p:cNvSpPr>
            <p:nvPr userDrawn="1"/>
          </p:nvSpPr>
          <p:spPr bwMode="auto">
            <a:xfrm>
              <a:off x="11064875" y="4743450"/>
              <a:ext cx="484188" cy="28575"/>
            </a:xfrm>
            <a:custGeom>
              <a:avLst/>
              <a:gdLst>
                <a:gd name="T0" fmla="*/ 1 w 70"/>
                <a:gd name="T1" fmla="*/ 4 h 4"/>
                <a:gd name="T2" fmla="*/ 70 w 70"/>
                <a:gd name="T3" fmla="*/ 4 h 4"/>
                <a:gd name="T4" fmla="*/ 70 w 70"/>
                <a:gd name="T5" fmla="*/ 4 h 4"/>
                <a:gd name="T6" fmla="*/ 70 w 70"/>
                <a:gd name="T7" fmla="*/ 1 h 4"/>
                <a:gd name="T8" fmla="*/ 70 w 70"/>
                <a:gd name="T9" fmla="*/ 0 h 4"/>
                <a:gd name="T10" fmla="*/ 1 w 70"/>
                <a:gd name="T11" fmla="*/ 0 h 4"/>
                <a:gd name="T12" fmla="*/ 0 w 70"/>
                <a:gd name="T13" fmla="*/ 1 h 4"/>
                <a:gd name="T14" fmla="*/ 0 w 70"/>
                <a:gd name="T15" fmla="*/ 4 h 4"/>
                <a:gd name="T16" fmla="*/ 1 w 70"/>
                <a:gd name="T17" fmla="*/ 4 h 4"/>
                <a:gd name="T18" fmla="*/ 1 w 70"/>
                <a:gd name="T19" fmla="*/ 1 h 4"/>
                <a:gd name="T20" fmla="*/ 69 w 70"/>
                <a:gd name="T21" fmla="*/ 1 h 4"/>
                <a:gd name="T22" fmla="*/ 69 w 70"/>
                <a:gd name="T23" fmla="*/ 3 h 4"/>
                <a:gd name="T24" fmla="*/ 1 w 70"/>
                <a:gd name="T25" fmla="*/ 3 h 4"/>
                <a:gd name="T26" fmla="*/ 1 w 70"/>
                <a:gd name="T2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4">
                  <a:moveTo>
                    <a:pt x="1" y="4"/>
                  </a:moveTo>
                  <a:cubicBezTo>
                    <a:pt x="70" y="4"/>
                    <a:pt x="70" y="4"/>
                    <a:pt x="70" y="4"/>
                  </a:cubicBezTo>
                  <a:cubicBezTo>
                    <a:pt x="70" y="4"/>
                    <a:pt x="70" y="4"/>
                    <a:pt x="70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0" y="1"/>
                    <a:pt x="70" y="0"/>
                    <a:pt x="7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1" y="4"/>
                  </a:cubicBezTo>
                  <a:close/>
                  <a:moveTo>
                    <a:pt x="1" y="1"/>
                  </a:moveTo>
                  <a:cubicBezTo>
                    <a:pt x="69" y="1"/>
                    <a:pt x="69" y="1"/>
                    <a:pt x="69" y="1"/>
                  </a:cubicBezTo>
                  <a:cubicBezTo>
                    <a:pt x="69" y="3"/>
                    <a:pt x="69" y="3"/>
                    <a:pt x="69" y="3"/>
                  </a:cubicBezTo>
                  <a:cubicBezTo>
                    <a:pt x="1" y="3"/>
                    <a:pt x="1" y="3"/>
                    <a:pt x="1" y="3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9" name="Freeform 299"/>
            <p:cNvSpPr>
              <a:spLocks noEditPoints="1"/>
            </p:cNvSpPr>
            <p:nvPr userDrawn="1"/>
          </p:nvSpPr>
          <p:spPr bwMode="auto">
            <a:xfrm>
              <a:off x="12026900" y="4275138"/>
              <a:ext cx="12700" cy="160338"/>
            </a:xfrm>
            <a:custGeom>
              <a:avLst/>
              <a:gdLst>
                <a:gd name="T0" fmla="*/ 1 w 2"/>
                <a:gd name="T1" fmla="*/ 23 h 23"/>
                <a:gd name="T2" fmla="*/ 2 w 2"/>
                <a:gd name="T3" fmla="*/ 22 h 23"/>
                <a:gd name="T4" fmla="*/ 2 w 2"/>
                <a:gd name="T5" fmla="*/ 1 h 23"/>
                <a:gd name="T6" fmla="*/ 1 w 2"/>
                <a:gd name="T7" fmla="*/ 0 h 23"/>
                <a:gd name="T8" fmla="*/ 0 w 2"/>
                <a:gd name="T9" fmla="*/ 1 h 23"/>
                <a:gd name="T10" fmla="*/ 0 w 2"/>
                <a:gd name="T11" fmla="*/ 22 h 23"/>
                <a:gd name="T12" fmla="*/ 1 w 2"/>
                <a:gd name="T13" fmla="*/ 23 h 23"/>
                <a:gd name="T14" fmla="*/ 1 w 2"/>
                <a:gd name="T15" fmla="*/ 1 h 23"/>
                <a:gd name="T16" fmla="*/ 1 w 2"/>
                <a:gd name="T17" fmla="*/ 1 h 23"/>
                <a:gd name="T18" fmla="*/ 1 w 2"/>
                <a:gd name="T19" fmla="*/ 1 h 23"/>
                <a:gd name="T20" fmla="*/ 1 w 2"/>
                <a:gd name="T21" fmla="*/ 22 h 23"/>
                <a:gd name="T22" fmla="*/ 1 w 2"/>
                <a:gd name="T23" fmla="*/ 22 h 23"/>
                <a:gd name="T24" fmla="*/ 1 w 2"/>
                <a:gd name="T25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23">
                  <a:moveTo>
                    <a:pt x="1" y="23"/>
                  </a:moveTo>
                  <a:cubicBezTo>
                    <a:pt x="1" y="23"/>
                    <a:pt x="2" y="23"/>
                    <a:pt x="2" y="2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3"/>
                    <a:pt x="0" y="23"/>
                    <a:pt x="1" y="23"/>
                  </a:cubicBezTo>
                  <a:close/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22"/>
                    <a:pt x="1" y="22"/>
                    <a:pt x="1" y="22"/>
                  </a:cubicBezTo>
                  <a:cubicBezTo>
                    <a:pt x="1" y="22"/>
                    <a:pt x="1" y="22"/>
                    <a:pt x="1" y="22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0" name="Freeform 300"/>
            <p:cNvSpPr>
              <a:spLocks noEditPoints="1"/>
            </p:cNvSpPr>
            <p:nvPr userDrawn="1"/>
          </p:nvSpPr>
          <p:spPr bwMode="auto">
            <a:xfrm>
              <a:off x="11293475" y="4589463"/>
              <a:ext cx="61913" cy="112713"/>
            </a:xfrm>
            <a:custGeom>
              <a:avLst/>
              <a:gdLst>
                <a:gd name="T0" fmla="*/ 1 w 9"/>
                <a:gd name="T1" fmla="*/ 16 h 16"/>
                <a:gd name="T2" fmla="*/ 8 w 9"/>
                <a:gd name="T3" fmla="*/ 16 h 16"/>
                <a:gd name="T4" fmla="*/ 9 w 9"/>
                <a:gd name="T5" fmla="*/ 15 h 16"/>
                <a:gd name="T6" fmla="*/ 9 w 9"/>
                <a:gd name="T7" fmla="*/ 1 h 16"/>
                <a:gd name="T8" fmla="*/ 8 w 9"/>
                <a:gd name="T9" fmla="*/ 0 h 16"/>
                <a:gd name="T10" fmla="*/ 1 w 9"/>
                <a:gd name="T11" fmla="*/ 0 h 16"/>
                <a:gd name="T12" fmla="*/ 0 w 9"/>
                <a:gd name="T13" fmla="*/ 1 h 16"/>
                <a:gd name="T14" fmla="*/ 0 w 9"/>
                <a:gd name="T15" fmla="*/ 15 h 16"/>
                <a:gd name="T16" fmla="*/ 1 w 9"/>
                <a:gd name="T17" fmla="*/ 16 h 16"/>
                <a:gd name="T18" fmla="*/ 1 w 9"/>
                <a:gd name="T19" fmla="*/ 1 h 16"/>
                <a:gd name="T20" fmla="*/ 8 w 9"/>
                <a:gd name="T21" fmla="*/ 1 h 16"/>
                <a:gd name="T22" fmla="*/ 8 w 9"/>
                <a:gd name="T23" fmla="*/ 15 h 16"/>
                <a:gd name="T24" fmla="*/ 1 w 9"/>
                <a:gd name="T25" fmla="*/ 15 h 16"/>
                <a:gd name="T26" fmla="*/ 1 w 9"/>
                <a:gd name="T27" fmla="*/ 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" h="16">
                  <a:moveTo>
                    <a:pt x="1" y="16"/>
                  </a:moveTo>
                  <a:cubicBezTo>
                    <a:pt x="8" y="16"/>
                    <a:pt x="8" y="16"/>
                    <a:pt x="8" y="16"/>
                  </a:cubicBezTo>
                  <a:cubicBezTo>
                    <a:pt x="9" y="16"/>
                    <a:pt x="9" y="15"/>
                    <a:pt x="9" y="15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5"/>
                    <a:pt x="1" y="16"/>
                    <a:pt x="1" y="16"/>
                  </a:cubicBezTo>
                  <a:close/>
                  <a:moveTo>
                    <a:pt x="1" y="1"/>
                  </a:moveTo>
                  <a:cubicBezTo>
                    <a:pt x="8" y="1"/>
                    <a:pt x="8" y="1"/>
                    <a:pt x="8" y="1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1" y="15"/>
                    <a:pt x="1" y="15"/>
                    <a:pt x="1" y="15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1" name="Freeform 301"/>
            <p:cNvSpPr>
              <a:spLocks noEditPoints="1"/>
            </p:cNvSpPr>
            <p:nvPr userDrawn="1"/>
          </p:nvSpPr>
          <p:spPr bwMode="auto">
            <a:xfrm>
              <a:off x="11363325" y="4589463"/>
              <a:ext cx="53975" cy="112713"/>
            </a:xfrm>
            <a:custGeom>
              <a:avLst/>
              <a:gdLst>
                <a:gd name="T0" fmla="*/ 0 w 8"/>
                <a:gd name="T1" fmla="*/ 16 h 16"/>
                <a:gd name="T2" fmla="*/ 8 w 8"/>
                <a:gd name="T3" fmla="*/ 16 h 16"/>
                <a:gd name="T4" fmla="*/ 8 w 8"/>
                <a:gd name="T5" fmla="*/ 15 h 16"/>
                <a:gd name="T6" fmla="*/ 8 w 8"/>
                <a:gd name="T7" fmla="*/ 1 h 16"/>
                <a:gd name="T8" fmla="*/ 8 w 8"/>
                <a:gd name="T9" fmla="*/ 0 h 16"/>
                <a:gd name="T10" fmla="*/ 0 w 8"/>
                <a:gd name="T11" fmla="*/ 0 h 16"/>
                <a:gd name="T12" fmla="*/ 0 w 8"/>
                <a:gd name="T13" fmla="*/ 1 h 16"/>
                <a:gd name="T14" fmla="*/ 0 w 8"/>
                <a:gd name="T15" fmla="*/ 15 h 16"/>
                <a:gd name="T16" fmla="*/ 0 w 8"/>
                <a:gd name="T17" fmla="*/ 16 h 16"/>
                <a:gd name="T18" fmla="*/ 1 w 8"/>
                <a:gd name="T19" fmla="*/ 1 h 16"/>
                <a:gd name="T20" fmla="*/ 7 w 8"/>
                <a:gd name="T21" fmla="*/ 1 h 16"/>
                <a:gd name="T22" fmla="*/ 7 w 8"/>
                <a:gd name="T23" fmla="*/ 15 h 16"/>
                <a:gd name="T24" fmla="*/ 1 w 8"/>
                <a:gd name="T25" fmla="*/ 15 h 16"/>
                <a:gd name="T26" fmla="*/ 1 w 8"/>
                <a:gd name="T27" fmla="*/ 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" h="16">
                  <a:moveTo>
                    <a:pt x="0" y="16"/>
                  </a:moveTo>
                  <a:cubicBezTo>
                    <a:pt x="8" y="16"/>
                    <a:pt x="8" y="16"/>
                    <a:pt x="8" y="16"/>
                  </a:cubicBezTo>
                  <a:cubicBezTo>
                    <a:pt x="8" y="16"/>
                    <a:pt x="8" y="15"/>
                    <a:pt x="8" y="15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5"/>
                    <a:pt x="0" y="16"/>
                    <a:pt x="0" y="16"/>
                  </a:cubicBezTo>
                  <a:close/>
                  <a:moveTo>
                    <a:pt x="1" y="1"/>
                  </a:moveTo>
                  <a:cubicBezTo>
                    <a:pt x="7" y="1"/>
                    <a:pt x="7" y="1"/>
                    <a:pt x="7" y="1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1" y="15"/>
                    <a:pt x="1" y="15"/>
                    <a:pt x="1" y="15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2" name="Freeform 302"/>
            <p:cNvSpPr>
              <a:spLocks noEditPoints="1"/>
            </p:cNvSpPr>
            <p:nvPr userDrawn="1"/>
          </p:nvSpPr>
          <p:spPr bwMode="auto">
            <a:xfrm>
              <a:off x="11120438" y="4568825"/>
              <a:ext cx="14288" cy="133350"/>
            </a:xfrm>
            <a:custGeom>
              <a:avLst/>
              <a:gdLst>
                <a:gd name="T0" fmla="*/ 1 w 2"/>
                <a:gd name="T1" fmla="*/ 19 h 19"/>
                <a:gd name="T2" fmla="*/ 2 w 2"/>
                <a:gd name="T3" fmla="*/ 18 h 19"/>
                <a:gd name="T4" fmla="*/ 2 w 2"/>
                <a:gd name="T5" fmla="*/ 1 h 19"/>
                <a:gd name="T6" fmla="*/ 1 w 2"/>
                <a:gd name="T7" fmla="*/ 0 h 19"/>
                <a:gd name="T8" fmla="*/ 0 w 2"/>
                <a:gd name="T9" fmla="*/ 1 h 19"/>
                <a:gd name="T10" fmla="*/ 0 w 2"/>
                <a:gd name="T11" fmla="*/ 18 h 19"/>
                <a:gd name="T12" fmla="*/ 1 w 2"/>
                <a:gd name="T13" fmla="*/ 19 h 19"/>
                <a:gd name="T14" fmla="*/ 1 w 2"/>
                <a:gd name="T15" fmla="*/ 1 h 19"/>
                <a:gd name="T16" fmla="*/ 1 w 2"/>
                <a:gd name="T17" fmla="*/ 1 h 19"/>
                <a:gd name="T18" fmla="*/ 1 w 2"/>
                <a:gd name="T19" fmla="*/ 1 h 19"/>
                <a:gd name="T20" fmla="*/ 1 w 2"/>
                <a:gd name="T21" fmla="*/ 18 h 19"/>
                <a:gd name="T22" fmla="*/ 1 w 2"/>
                <a:gd name="T23" fmla="*/ 18 h 19"/>
                <a:gd name="T24" fmla="*/ 1 w 2"/>
                <a:gd name="T25" fmla="*/ 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19">
                  <a:moveTo>
                    <a:pt x="1" y="19"/>
                  </a:moveTo>
                  <a:cubicBezTo>
                    <a:pt x="1" y="19"/>
                    <a:pt x="2" y="19"/>
                    <a:pt x="2" y="18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9"/>
                    <a:pt x="0" y="19"/>
                    <a:pt x="1" y="19"/>
                  </a:cubicBezTo>
                  <a:close/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1" y="18"/>
                    <a:pt x="1" y="18"/>
                    <a:pt x="1" y="18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3" name="Freeform 303"/>
            <p:cNvSpPr>
              <a:spLocks noEditPoints="1"/>
            </p:cNvSpPr>
            <p:nvPr userDrawn="1"/>
          </p:nvSpPr>
          <p:spPr bwMode="auto">
            <a:xfrm>
              <a:off x="11217275" y="4568825"/>
              <a:ext cx="14288" cy="133350"/>
            </a:xfrm>
            <a:custGeom>
              <a:avLst/>
              <a:gdLst>
                <a:gd name="T0" fmla="*/ 1 w 2"/>
                <a:gd name="T1" fmla="*/ 19 h 19"/>
                <a:gd name="T2" fmla="*/ 2 w 2"/>
                <a:gd name="T3" fmla="*/ 18 h 19"/>
                <a:gd name="T4" fmla="*/ 2 w 2"/>
                <a:gd name="T5" fmla="*/ 1 h 19"/>
                <a:gd name="T6" fmla="*/ 1 w 2"/>
                <a:gd name="T7" fmla="*/ 0 h 19"/>
                <a:gd name="T8" fmla="*/ 0 w 2"/>
                <a:gd name="T9" fmla="*/ 1 h 19"/>
                <a:gd name="T10" fmla="*/ 0 w 2"/>
                <a:gd name="T11" fmla="*/ 18 h 19"/>
                <a:gd name="T12" fmla="*/ 1 w 2"/>
                <a:gd name="T13" fmla="*/ 19 h 19"/>
                <a:gd name="T14" fmla="*/ 0 w 2"/>
                <a:gd name="T15" fmla="*/ 1 h 19"/>
                <a:gd name="T16" fmla="*/ 1 w 2"/>
                <a:gd name="T17" fmla="*/ 1 h 19"/>
                <a:gd name="T18" fmla="*/ 1 w 2"/>
                <a:gd name="T19" fmla="*/ 1 h 19"/>
                <a:gd name="T20" fmla="*/ 1 w 2"/>
                <a:gd name="T21" fmla="*/ 18 h 19"/>
                <a:gd name="T22" fmla="*/ 0 w 2"/>
                <a:gd name="T23" fmla="*/ 18 h 19"/>
                <a:gd name="T24" fmla="*/ 0 w 2"/>
                <a:gd name="T25" fmla="*/ 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19">
                  <a:moveTo>
                    <a:pt x="1" y="19"/>
                  </a:moveTo>
                  <a:cubicBezTo>
                    <a:pt x="1" y="19"/>
                    <a:pt x="2" y="19"/>
                    <a:pt x="2" y="18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9"/>
                    <a:pt x="0" y="19"/>
                    <a:pt x="1" y="19"/>
                  </a:cubicBezTo>
                  <a:close/>
                  <a:moveTo>
                    <a:pt x="0" y="1"/>
                  </a:moveTo>
                  <a:cubicBezTo>
                    <a:pt x="0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1" y="18"/>
                    <a:pt x="0" y="18"/>
                    <a:pt x="0" y="18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4" name="Freeform 304"/>
            <p:cNvSpPr>
              <a:spLocks noEditPoints="1"/>
            </p:cNvSpPr>
            <p:nvPr userDrawn="1"/>
          </p:nvSpPr>
          <p:spPr bwMode="auto">
            <a:xfrm>
              <a:off x="12012613" y="4729163"/>
              <a:ext cx="26988" cy="34925"/>
            </a:xfrm>
            <a:custGeom>
              <a:avLst/>
              <a:gdLst>
                <a:gd name="T0" fmla="*/ 2 w 4"/>
                <a:gd name="T1" fmla="*/ 5 h 5"/>
                <a:gd name="T2" fmla="*/ 3 w 4"/>
                <a:gd name="T3" fmla="*/ 4 h 5"/>
                <a:gd name="T4" fmla="*/ 3 w 4"/>
                <a:gd name="T5" fmla="*/ 0 h 5"/>
                <a:gd name="T6" fmla="*/ 1 w 4"/>
                <a:gd name="T7" fmla="*/ 0 h 5"/>
                <a:gd name="T8" fmla="*/ 0 w 4"/>
                <a:gd name="T9" fmla="*/ 3 h 5"/>
                <a:gd name="T10" fmla="*/ 2 w 4"/>
                <a:gd name="T11" fmla="*/ 5 h 5"/>
                <a:gd name="T12" fmla="*/ 2 w 4"/>
                <a:gd name="T13" fmla="*/ 5 h 5"/>
                <a:gd name="T14" fmla="*/ 1 w 4"/>
                <a:gd name="T15" fmla="*/ 2 h 5"/>
                <a:gd name="T16" fmla="*/ 2 w 4"/>
                <a:gd name="T17" fmla="*/ 1 h 5"/>
                <a:gd name="T18" fmla="*/ 2 w 4"/>
                <a:gd name="T19" fmla="*/ 1 h 5"/>
                <a:gd name="T20" fmla="*/ 2 w 4"/>
                <a:gd name="T21" fmla="*/ 3 h 5"/>
                <a:gd name="T22" fmla="*/ 2 w 4"/>
                <a:gd name="T23" fmla="*/ 4 h 5"/>
                <a:gd name="T24" fmla="*/ 1 w 4"/>
                <a:gd name="T25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" h="5">
                  <a:moveTo>
                    <a:pt x="2" y="5"/>
                  </a:moveTo>
                  <a:cubicBezTo>
                    <a:pt x="2" y="5"/>
                    <a:pt x="3" y="4"/>
                    <a:pt x="3" y="4"/>
                  </a:cubicBezTo>
                  <a:cubicBezTo>
                    <a:pt x="4" y="3"/>
                    <a:pt x="4" y="1"/>
                    <a:pt x="3" y="0"/>
                  </a:cubicBezTo>
                  <a:cubicBezTo>
                    <a:pt x="3" y="0"/>
                    <a:pt x="2" y="0"/>
                    <a:pt x="1" y="0"/>
                  </a:cubicBezTo>
                  <a:cubicBezTo>
                    <a:pt x="0" y="0"/>
                    <a:pt x="0" y="1"/>
                    <a:pt x="0" y="3"/>
                  </a:cubicBezTo>
                  <a:cubicBezTo>
                    <a:pt x="0" y="4"/>
                    <a:pt x="1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lose/>
                  <a:moveTo>
                    <a:pt x="1" y="2"/>
                  </a:moveTo>
                  <a:cubicBezTo>
                    <a:pt x="1" y="2"/>
                    <a:pt x="1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2"/>
                    <a:pt x="3" y="3"/>
                    <a:pt x="2" y="3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1" y="3"/>
                    <a:pt x="1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5" name="Freeform 305"/>
            <p:cNvSpPr>
              <a:spLocks noEditPoints="1"/>
            </p:cNvSpPr>
            <p:nvPr userDrawn="1"/>
          </p:nvSpPr>
          <p:spPr bwMode="auto">
            <a:xfrm>
              <a:off x="11936413" y="4743450"/>
              <a:ext cx="20638" cy="34925"/>
            </a:xfrm>
            <a:custGeom>
              <a:avLst/>
              <a:gdLst>
                <a:gd name="T0" fmla="*/ 2 w 3"/>
                <a:gd name="T1" fmla="*/ 5 h 5"/>
                <a:gd name="T2" fmla="*/ 3 w 3"/>
                <a:gd name="T3" fmla="*/ 4 h 5"/>
                <a:gd name="T4" fmla="*/ 3 w 3"/>
                <a:gd name="T5" fmla="*/ 4 h 5"/>
                <a:gd name="T6" fmla="*/ 3 w 3"/>
                <a:gd name="T7" fmla="*/ 3 h 5"/>
                <a:gd name="T8" fmla="*/ 3 w 3"/>
                <a:gd name="T9" fmla="*/ 1 h 5"/>
                <a:gd name="T10" fmla="*/ 2 w 3"/>
                <a:gd name="T11" fmla="*/ 0 h 5"/>
                <a:gd name="T12" fmla="*/ 2 w 3"/>
                <a:gd name="T13" fmla="*/ 0 h 5"/>
                <a:gd name="T14" fmla="*/ 0 w 3"/>
                <a:gd name="T15" fmla="*/ 1 h 5"/>
                <a:gd name="T16" fmla="*/ 0 w 3"/>
                <a:gd name="T17" fmla="*/ 4 h 5"/>
                <a:gd name="T18" fmla="*/ 2 w 3"/>
                <a:gd name="T19" fmla="*/ 5 h 5"/>
                <a:gd name="T20" fmla="*/ 2 w 3"/>
                <a:gd name="T21" fmla="*/ 5 h 5"/>
                <a:gd name="T22" fmla="*/ 1 w 3"/>
                <a:gd name="T23" fmla="*/ 1 h 5"/>
                <a:gd name="T24" fmla="*/ 2 w 3"/>
                <a:gd name="T25" fmla="*/ 1 h 5"/>
                <a:gd name="T26" fmla="*/ 2 w 3"/>
                <a:gd name="T27" fmla="*/ 1 h 5"/>
                <a:gd name="T28" fmla="*/ 2 w 3"/>
                <a:gd name="T29" fmla="*/ 1 h 5"/>
                <a:gd name="T30" fmla="*/ 2 w 3"/>
                <a:gd name="T31" fmla="*/ 2 h 5"/>
                <a:gd name="T32" fmla="*/ 2 w 3"/>
                <a:gd name="T33" fmla="*/ 4 h 5"/>
                <a:gd name="T34" fmla="*/ 2 w 3"/>
                <a:gd name="T35" fmla="*/ 4 h 5"/>
                <a:gd name="T36" fmla="*/ 1 w 3"/>
                <a:gd name="T37" fmla="*/ 4 h 5"/>
                <a:gd name="T38" fmla="*/ 1 w 3"/>
                <a:gd name="T39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" h="5">
                  <a:moveTo>
                    <a:pt x="2" y="5"/>
                  </a:moveTo>
                  <a:cubicBezTo>
                    <a:pt x="2" y="5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2"/>
                    <a:pt x="3" y="2"/>
                    <a:pt x="3" y="1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0" y="2"/>
                    <a:pt x="0" y="4"/>
                    <a:pt x="0" y="4"/>
                  </a:cubicBezTo>
                  <a:cubicBezTo>
                    <a:pt x="1" y="5"/>
                    <a:pt x="1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lose/>
                  <a:moveTo>
                    <a:pt x="1" y="1"/>
                  </a:moveTo>
                  <a:cubicBezTo>
                    <a:pt x="1" y="1"/>
                    <a:pt x="1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3"/>
                    <a:pt x="2" y="3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2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316" name="矩形 315"/>
          <p:cNvSpPr/>
          <p:nvPr userDrawn="1"/>
        </p:nvSpPr>
        <p:spPr>
          <a:xfrm>
            <a:off x="4977746" y="450243"/>
            <a:ext cx="22365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CN" altLang="en-US" sz="2000" dirty="0">
                <a:solidFill>
                  <a:srgbClr val="BD934E"/>
                </a:solidFill>
              </a:rPr>
              <a:t>请在这里添加标题</a:t>
            </a:r>
            <a:endParaRPr lang="zh-CN" altLang="en-US" sz="2000" dirty="0">
              <a:solidFill>
                <a:srgbClr val="BD934E"/>
              </a:solidFill>
            </a:endParaRPr>
          </a:p>
        </p:txBody>
      </p:sp>
      <p:pic>
        <p:nvPicPr>
          <p:cNvPr id="317" name="图片 316" descr="G:\2021\校庆\PPT\logo-08.pnglogo-08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 rot="17197349" flipH="1">
            <a:off x="4494838" y="468682"/>
            <a:ext cx="525802" cy="484314"/>
          </a:xfrm>
          <a:prstGeom prst="rect">
            <a:avLst/>
          </a:prstGeom>
        </p:spPr>
      </p:pic>
      <p:pic>
        <p:nvPicPr>
          <p:cNvPr id="3" name="图片 2" descr="图片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39065" y="154305"/>
            <a:ext cx="2072640" cy="12560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gradFill>
          <a:gsLst>
            <a:gs pos="0">
              <a:srgbClr val="1C3193"/>
            </a:gs>
            <a:gs pos="100000">
              <a:srgbClr val="10132F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logo-0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68605" y="-464820"/>
            <a:ext cx="3293110" cy="217551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55.xml"/><Relationship Id="rId17" Type="http://schemas.openxmlformats.org/officeDocument/2006/relationships/tags" Target="../tags/tag54.xml"/><Relationship Id="rId16" Type="http://schemas.openxmlformats.org/officeDocument/2006/relationships/tags" Target="../tags/tag53.xml"/><Relationship Id="rId15" Type="http://schemas.openxmlformats.org/officeDocument/2006/relationships/tags" Target="../tags/tag52.xml"/><Relationship Id="rId14" Type="http://schemas.openxmlformats.org/officeDocument/2006/relationships/tags" Target="../tags/tag51.xml"/><Relationship Id="rId13" Type="http://schemas.openxmlformats.org/officeDocument/2006/relationships/tags" Target="../tags/tag50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tags" Target="../tags/tag56.xml"/><Relationship Id="rId7" Type="http://schemas.openxmlformats.org/officeDocument/2006/relationships/image" Target="../media/image4.png"/><Relationship Id="rId6" Type="http://schemas.microsoft.com/office/2007/relationships/hdphoto" Target="../media/image11.wdp"/><Relationship Id="rId5" Type="http://schemas.openxmlformats.org/officeDocument/2006/relationships/image" Target="../media/image10.png"/><Relationship Id="rId4" Type="http://schemas.microsoft.com/office/2007/relationships/hdphoto" Target="../media/image9.wdp"/><Relationship Id="rId3" Type="http://schemas.openxmlformats.org/officeDocument/2006/relationships/image" Target="../media/image8.png"/><Relationship Id="rId2" Type="http://schemas.microsoft.com/office/2007/relationships/hdphoto" Target="../media/image7.wdp"/><Relationship Id="rId1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.xml"/><Relationship Id="rId7" Type="http://schemas.openxmlformats.org/officeDocument/2006/relationships/tags" Target="../tags/tag63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tags" Target="../tags/tag5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12.xml"/><Relationship Id="rId6" Type="http://schemas.openxmlformats.org/officeDocument/2006/relationships/tags" Target="../tags/tag66.xml"/><Relationship Id="rId5" Type="http://schemas.openxmlformats.org/officeDocument/2006/relationships/image" Target="../media/image4.png"/><Relationship Id="rId4" Type="http://schemas.openxmlformats.org/officeDocument/2006/relationships/image" Target="../media/image12.png"/><Relationship Id="rId3" Type="http://schemas.openxmlformats.org/officeDocument/2006/relationships/image" Target="../media/image3.png"/><Relationship Id="rId2" Type="http://schemas.openxmlformats.org/officeDocument/2006/relationships/tags" Target="../tags/tag65.xml"/><Relationship Id="rId1" Type="http://schemas.openxmlformats.org/officeDocument/2006/relationships/tags" Target="../tags/tag6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67.xml"/><Relationship Id="rId1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tags" Target="../tags/tag68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73.xml"/><Relationship Id="rId8" Type="http://schemas.microsoft.com/office/2007/relationships/hdphoto" Target="../media/image21.wdp"/><Relationship Id="rId7" Type="http://schemas.openxmlformats.org/officeDocument/2006/relationships/image" Target="../media/image20.png"/><Relationship Id="rId6" Type="http://schemas.microsoft.com/office/2007/relationships/hdphoto" Target="../media/image19.wdp"/><Relationship Id="rId5" Type="http://schemas.openxmlformats.org/officeDocument/2006/relationships/image" Target="../media/image18.png"/><Relationship Id="rId4" Type="http://schemas.microsoft.com/office/2007/relationships/hdphoto" Target="../media/image17.wdp"/><Relationship Id="rId3" Type="http://schemas.openxmlformats.org/officeDocument/2006/relationships/image" Target="../media/image16.png"/><Relationship Id="rId2" Type="http://schemas.microsoft.com/office/2007/relationships/hdphoto" Target="../media/image15.wdp"/><Relationship Id="rId10" Type="http://schemas.openxmlformats.org/officeDocument/2006/relationships/slideLayout" Target="../slideLayouts/slideLayout3.xml"/><Relationship Id="rId1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74.xml"/><Relationship Id="rId1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75.xml"/><Relationship Id="rId8" Type="http://schemas.openxmlformats.org/officeDocument/2006/relationships/image" Target="../media/image30.svg"/><Relationship Id="rId7" Type="http://schemas.openxmlformats.org/officeDocument/2006/relationships/image" Target="../media/image29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Relationship Id="rId3" Type="http://schemas.openxmlformats.org/officeDocument/2006/relationships/image" Target="../media/image25.png"/><Relationship Id="rId2" Type="http://schemas.microsoft.com/office/2007/relationships/hdphoto" Target="../media/image24.wdp"/><Relationship Id="rId10" Type="http://schemas.openxmlformats.org/officeDocument/2006/relationships/slideLayout" Target="../slideLayouts/slideLayout3.xml"/><Relationship Id="rId1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76.xml"/><Relationship Id="rId1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.xml"/><Relationship Id="rId8" Type="http://schemas.openxmlformats.org/officeDocument/2006/relationships/tags" Target="../tags/tag77.xml"/><Relationship Id="rId7" Type="http://schemas.openxmlformats.org/officeDocument/2006/relationships/image" Target="../media/image30.svg"/><Relationship Id="rId6" Type="http://schemas.openxmlformats.org/officeDocument/2006/relationships/image" Target="../media/image29.png"/><Relationship Id="rId5" Type="http://schemas.openxmlformats.org/officeDocument/2006/relationships/image" Target="../media/image28.svg"/><Relationship Id="rId4" Type="http://schemas.openxmlformats.org/officeDocument/2006/relationships/image" Target="../media/image27.png"/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78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33.png"/><Relationship Id="rId8" Type="http://schemas.microsoft.com/office/2007/relationships/hdphoto" Target="../media/image21.wdp"/><Relationship Id="rId7" Type="http://schemas.openxmlformats.org/officeDocument/2006/relationships/image" Target="../media/image20.png"/><Relationship Id="rId6" Type="http://schemas.microsoft.com/office/2007/relationships/hdphoto" Target="../media/image19.wdp"/><Relationship Id="rId5" Type="http://schemas.openxmlformats.org/officeDocument/2006/relationships/image" Target="../media/image18.png"/><Relationship Id="rId4" Type="http://schemas.microsoft.com/office/2007/relationships/hdphoto" Target="../media/image17.wdp"/><Relationship Id="rId3" Type="http://schemas.openxmlformats.org/officeDocument/2006/relationships/image" Target="../media/image16.png"/><Relationship Id="rId2" Type="http://schemas.microsoft.com/office/2007/relationships/hdphoto" Target="../media/image15.wdp"/><Relationship Id="rId11" Type="http://schemas.openxmlformats.org/officeDocument/2006/relationships/slideLayout" Target="../slideLayouts/slideLayout3.xml"/><Relationship Id="rId10" Type="http://schemas.openxmlformats.org/officeDocument/2006/relationships/tags" Target="../tags/tag79.xml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7" Type="http://schemas.openxmlformats.org/officeDocument/2006/relationships/tags" Target="../tags/tag80.xml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Relationship Id="rId3" Type="http://schemas.openxmlformats.org/officeDocument/2006/relationships/image" Target="../media/image36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81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82.xml"/><Relationship Id="rId8" Type="http://schemas.openxmlformats.org/officeDocument/2006/relationships/image" Target="../media/image37.svg"/><Relationship Id="rId7" Type="http://schemas.openxmlformats.org/officeDocument/2006/relationships/image" Target="../media/image36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5.svg"/><Relationship Id="rId3" Type="http://schemas.openxmlformats.org/officeDocument/2006/relationships/image" Target="../media/image34.png"/><Relationship Id="rId2" Type="http://schemas.microsoft.com/office/2007/relationships/hdphoto" Target="../media/image41.wdp"/><Relationship Id="rId10" Type="http://schemas.openxmlformats.org/officeDocument/2006/relationships/slideLayout" Target="../slideLayouts/slideLayout3.xml"/><Relationship Id="rId1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ags" Target="../tags/tag83.xml"/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.xml"/><Relationship Id="rId8" Type="http://schemas.openxmlformats.org/officeDocument/2006/relationships/tags" Target="../tags/tag85.xml"/><Relationship Id="rId7" Type="http://schemas.microsoft.com/office/2007/relationships/hdphoto" Target="../media/image50.wdp"/><Relationship Id="rId6" Type="http://schemas.openxmlformats.org/officeDocument/2006/relationships/image" Target="../media/image49.png"/><Relationship Id="rId5" Type="http://schemas.openxmlformats.org/officeDocument/2006/relationships/image" Target="../media/image48.svg"/><Relationship Id="rId4" Type="http://schemas.openxmlformats.org/officeDocument/2006/relationships/image" Target="../media/image47.png"/><Relationship Id="rId3" Type="http://schemas.openxmlformats.org/officeDocument/2006/relationships/image" Target="../media/image46.svg"/><Relationship Id="rId2" Type="http://schemas.openxmlformats.org/officeDocument/2006/relationships/image" Target="../media/image45.png"/><Relationship Id="rId1" Type="http://schemas.openxmlformats.org/officeDocument/2006/relationships/tags" Target="../tags/tag84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7" Type="http://schemas.openxmlformats.org/officeDocument/2006/relationships/tags" Target="../tags/tag86.xml"/><Relationship Id="rId6" Type="http://schemas.microsoft.com/office/2007/relationships/hdphoto" Target="../media/image11.wdp"/><Relationship Id="rId5" Type="http://schemas.openxmlformats.org/officeDocument/2006/relationships/image" Target="../media/image10.png"/><Relationship Id="rId4" Type="http://schemas.microsoft.com/office/2007/relationships/hdphoto" Target="../media/image9.wdp"/><Relationship Id="rId3" Type="http://schemas.openxmlformats.org/officeDocument/2006/relationships/image" Target="../media/image8.png"/><Relationship Id="rId2" Type="http://schemas.microsoft.com/office/2007/relationships/hdphoto" Target="../media/image7.wdp"/><Relationship Id="rId1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87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>
            <a:off x="-6350" y="5576887"/>
            <a:ext cx="12192000" cy="1281113"/>
            <a:chOff x="-6350" y="3575050"/>
            <a:chExt cx="12192000" cy="1281113"/>
          </a:xfrm>
          <a:gradFill>
            <a:gsLst>
              <a:gs pos="0">
                <a:srgbClr val="BD934E">
                  <a:alpha val="0"/>
                </a:srgbClr>
              </a:gs>
              <a:gs pos="100000">
                <a:srgbClr val="BD934E">
                  <a:alpha val="50000"/>
                </a:srgbClr>
              </a:gs>
            </a:gsLst>
            <a:lin ang="5400000" scaled="0"/>
          </a:gradFill>
        </p:grpSpPr>
        <p:grpSp>
          <p:nvGrpSpPr>
            <p:cNvPr id="28" name="Group 205"/>
            <p:cNvGrpSpPr/>
            <p:nvPr userDrawn="1"/>
          </p:nvGrpSpPr>
          <p:grpSpPr bwMode="auto">
            <a:xfrm>
              <a:off x="4810125" y="4400550"/>
              <a:ext cx="4105275" cy="433388"/>
              <a:chOff x="3030" y="2772"/>
              <a:chExt cx="2586" cy="273"/>
            </a:xfrm>
            <a:grpFill/>
          </p:grpSpPr>
          <p:sp>
            <p:nvSpPr>
              <p:cNvPr id="129" name="Line 5"/>
              <p:cNvSpPr>
                <a:spLocks noChangeShapeType="1"/>
              </p:cNvSpPr>
              <p:nvPr userDrawn="1"/>
            </p:nvSpPr>
            <p:spPr bwMode="auto">
              <a:xfrm>
                <a:off x="5616" y="2860"/>
                <a:ext cx="0" cy="0"/>
              </a:xfrm>
              <a:prstGeom prst="line">
                <a:avLst/>
              </a:prstGeom>
              <a:grpFill/>
              <a:ln w="12700" cap="rnd">
                <a:solidFill>
                  <a:srgbClr val="BF9C50"/>
                </a:solidFill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0" name="Freeform 6"/>
              <p:cNvSpPr/>
              <p:nvPr userDrawn="1"/>
            </p:nvSpPr>
            <p:spPr bwMode="auto">
              <a:xfrm>
                <a:off x="3657" y="2794"/>
                <a:ext cx="39" cy="9"/>
              </a:xfrm>
              <a:custGeom>
                <a:avLst/>
                <a:gdLst>
                  <a:gd name="T0" fmla="*/ 8 w 9"/>
                  <a:gd name="T1" fmla="*/ 2 h 2"/>
                  <a:gd name="T2" fmla="*/ 1 w 9"/>
                  <a:gd name="T3" fmla="*/ 2 h 2"/>
                  <a:gd name="T4" fmla="*/ 0 w 9"/>
                  <a:gd name="T5" fmla="*/ 1 h 2"/>
                  <a:gd name="T6" fmla="*/ 1 w 9"/>
                  <a:gd name="T7" fmla="*/ 0 h 2"/>
                  <a:gd name="T8" fmla="*/ 8 w 9"/>
                  <a:gd name="T9" fmla="*/ 0 h 2"/>
                  <a:gd name="T10" fmla="*/ 9 w 9"/>
                  <a:gd name="T11" fmla="*/ 1 h 2"/>
                  <a:gd name="T12" fmla="*/ 8 w 9"/>
                  <a:gd name="T13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" h="2">
                    <a:moveTo>
                      <a:pt x="8" y="2"/>
                    </a:moveTo>
                    <a:cubicBezTo>
                      <a:pt x="1" y="2"/>
                      <a:pt x="1" y="2"/>
                      <a:pt x="1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0"/>
                      <a:pt x="9" y="0"/>
                      <a:pt x="9" y="1"/>
                    </a:cubicBezTo>
                    <a:cubicBezTo>
                      <a:pt x="9" y="1"/>
                      <a:pt x="8" y="2"/>
                      <a:pt x="8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1" name="Freeform 7"/>
              <p:cNvSpPr/>
              <p:nvPr userDrawn="1"/>
            </p:nvSpPr>
            <p:spPr bwMode="auto">
              <a:xfrm>
                <a:off x="303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2" name="Freeform 8"/>
              <p:cNvSpPr/>
              <p:nvPr userDrawn="1"/>
            </p:nvSpPr>
            <p:spPr bwMode="auto">
              <a:xfrm>
                <a:off x="304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3" name="Freeform 9"/>
              <p:cNvSpPr/>
              <p:nvPr userDrawn="1"/>
            </p:nvSpPr>
            <p:spPr bwMode="auto">
              <a:xfrm>
                <a:off x="306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4" name="Freeform 10"/>
              <p:cNvSpPr/>
              <p:nvPr userDrawn="1"/>
            </p:nvSpPr>
            <p:spPr bwMode="auto">
              <a:xfrm>
                <a:off x="307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5" name="Freeform 11"/>
              <p:cNvSpPr/>
              <p:nvPr userDrawn="1"/>
            </p:nvSpPr>
            <p:spPr bwMode="auto">
              <a:xfrm>
                <a:off x="308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6" name="Freeform 12"/>
              <p:cNvSpPr/>
              <p:nvPr userDrawn="1"/>
            </p:nvSpPr>
            <p:spPr bwMode="auto">
              <a:xfrm>
                <a:off x="310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7" name="Freeform 13"/>
              <p:cNvSpPr/>
              <p:nvPr userDrawn="1"/>
            </p:nvSpPr>
            <p:spPr bwMode="auto">
              <a:xfrm>
                <a:off x="311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8" name="Freeform 14"/>
              <p:cNvSpPr/>
              <p:nvPr userDrawn="1"/>
            </p:nvSpPr>
            <p:spPr bwMode="auto">
              <a:xfrm>
                <a:off x="312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9" name="Freeform 15"/>
              <p:cNvSpPr/>
              <p:nvPr userDrawn="1"/>
            </p:nvSpPr>
            <p:spPr bwMode="auto">
              <a:xfrm>
                <a:off x="314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0" name="Freeform 16"/>
              <p:cNvSpPr/>
              <p:nvPr userDrawn="1"/>
            </p:nvSpPr>
            <p:spPr bwMode="auto">
              <a:xfrm>
                <a:off x="315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1" name="Freeform 17"/>
              <p:cNvSpPr/>
              <p:nvPr userDrawn="1"/>
            </p:nvSpPr>
            <p:spPr bwMode="auto">
              <a:xfrm>
                <a:off x="317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2" name="Freeform 18"/>
              <p:cNvSpPr/>
              <p:nvPr userDrawn="1"/>
            </p:nvSpPr>
            <p:spPr bwMode="auto">
              <a:xfrm>
                <a:off x="318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3" name="Freeform 19"/>
              <p:cNvSpPr/>
              <p:nvPr userDrawn="1"/>
            </p:nvSpPr>
            <p:spPr bwMode="auto">
              <a:xfrm>
                <a:off x="319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4" name="Freeform 20"/>
              <p:cNvSpPr/>
              <p:nvPr userDrawn="1"/>
            </p:nvSpPr>
            <p:spPr bwMode="auto">
              <a:xfrm>
                <a:off x="3209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5" name="Freeform 21"/>
              <p:cNvSpPr/>
              <p:nvPr userDrawn="1"/>
            </p:nvSpPr>
            <p:spPr bwMode="auto">
              <a:xfrm>
                <a:off x="3222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6" name="Freeform 22"/>
              <p:cNvSpPr/>
              <p:nvPr userDrawn="1"/>
            </p:nvSpPr>
            <p:spPr bwMode="auto">
              <a:xfrm>
                <a:off x="323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7" name="Freeform 23"/>
              <p:cNvSpPr/>
              <p:nvPr userDrawn="1"/>
            </p:nvSpPr>
            <p:spPr bwMode="auto">
              <a:xfrm>
                <a:off x="3252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8" name="Freeform 24"/>
              <p:cNvSpPr/>
              <p:nvPr userDrawn="1"/>
            </p:nvSpPr>
            <p:spPr bwMode="auto">
              <a:xfrm>
                <a:off x="326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9" name="Freeform 25"/>
              <p:cNvSpPr/>
              <p:nvPr userDrawn="1"/>
            </p:nvSpPr>
            <p:spPr bwMode="auto">
              <a:xfrm>
                <a:off x="327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0" name="Freeform 26"/>
              <p:cNvSpPr/>
              <p:nvPr userDrawn="1"/>
            </p:nvSpPr>
            <p:spPr bwMode="auto">
              <a:xfrm>
                <a:off x="329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1" name="Freeform 27"/>
              <p:cNvSpPr/>
              <p:nvPr userDrawn="1"/>
            </p:nvSpPr>
            <p:spPr bwMode="auto">
              <a:xfrm>
                <a:off x="330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2" name="Freeform 28"/>
              <p:cNvSpPr/>
              <p:nvPr userDrawn="1"/>
            </p:nvSpPr>
            <p:spPr bwMode="auto">
              <a:xfrm>
                <a:off x="331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3" name="Freeform 29"/>
              <p:cNvSpPr/>
              <p:nvPr userDrawn="1"/>
            </p:nvSpPr>
            <p:spPr bwMode="auto">
              <a:xfrm>
                <a:off x="333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4" name="Freeform 30"/>
              <p:cNvSpPr/>
              <p:nvPr userDrawn="1"/>
            </p:nvSpPr>
            <p:spPr bwMode="auto">
              <a:xfrm>
                <a:off x="334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5" name="Freeform 31"/>
              <p:cNvSpPr/>
              <p:nvPr userDrawn="1"/>
            </p:nvSpPr>
            <p:spPr bwMode="auto">
              <a:xfrm>
                <a:off x="336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6" name="Freeform 32"/>
              <p:cNvSpPr/>
              <p:nvPr userDrawn="1"/>
            </p:nvSpPr>
            <p:spPr bwMode="auto">
              <a:xfrm>
                <a:off x="337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7" name="Freeform 33"/>
              <p:cNvSpPr/>
              <p:nvPr userDrawn="1"/>
            </p:nvSpPr>
            <p:spPr bwMode="auto">
              <a:xfrm>
                <a:off x="338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8" name="Freeform 34"/>
              <p:cNvSpPr/>
              <p:nvPr userDrawn="1"/>
            </p:nvSpPr>
            <p:spPr bwMode="auto">
              <a:xfrm>
                <a:off x="340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9" name="Freeform 35"/>
              <p:cNvSpPr/>
              <p:nvPr userDrawn="1"/>
            </p:nvSpPr>
            <p:spPr bwMode="auto">
              <a:xfrm>
                <a:off x="341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0" name="Freeform 36"/>
              <p:cNvSpPr/>
              <p:nvPr userDrawn="1"/>
            </p:nvSpPr>
            <p:spPr bwMode="auto">
              <a:xfrm>
                <a:off x="342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1" name="Freeform 37"/>
              <p:cNvSpPr/>
              <p:nvPr userDrawn="1"/>
            </p:nvSpPr>
            <p:spPr bwMode="auto">
              <a:xfrm>
                <a:off x="344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2" name="Freeform 38"/>
              <p:cNvSpPr/>
              <p:nvPr userDrawn="1"/>
            </p:nvSpPr>
            <p:spPr bwMode="auto">
              <a:xfrm>
                <a:off x="345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3" name="Freeform 39"/>
              <p:cNvSpPr/>
              <p:nvPr userDrawn="1"/>
            </p:nvSpPr>
            <p:spPr bwMode="auto">
              <a:xfrm>
                <a:off x="347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4" name="Freeform 40"/>
              <p:cNvSpPr/>
              <p:nvPr userDrawn="1"/>
            </p:nvSpPr>
            <p:spPr bwMode="auto">
              <a:xfrm>
                <a:off x="348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5" name="Freeform 41"/>
              <p:cNvSpPr/>
              <p:nvPr userDrawn="1"/>
            </p:nvSpPr>
            <p:spPr bwMode="auto">
              <a:xfrm>
                <a:off x="349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6" name="Freeform 42"/>
              <p:cNvSpPr/>
              <p:nvPr userDrawn="1"/>
            </p:nvSpPr>
            <p:spPr bwMode="auto">
              <a:xfrm>
                <a:off x="3509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7" name="Freeform 43"/>
              <p:cNvSpPr/>
              <p:nvPr userDrawn="1"/>
            </p:nvSpPr>
            <p:spPr bwMode="auto">
              <a:xfrm>
                <a:off x="3522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8" name="Freeform 44"/>
              <p:cNvSpPr/>
              <p:nvPr userDrawn="1"/>
            </p:nvSpPr>
            <p:spPr bwMode="auto">
              <a:xfrm>
                <a:off x="353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9" name="Freeform 45"/>
              <p:cNvSpPr/>
              <p:nvPr userDrawn="1"/>
            </p:nvSpPr>
            <p:spPr bwMode="auto">
              <a:xfrm>
                <a:off x="355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0" name="Freeform 46"/>
              <p:cNvSpPr/>
              <p:nvPr userDrawn="1"/>
            </p:nvSpPr>
            <p:spPr bwMode="auto">
              <a:xfrm>
                <a:off x="356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1" name="Freeform 47"/>
              <p:cNvSpPr/>
              <p:nvPr userDrawn="1"/>
            </p:nvSpPr>
            <p:spPr bwMode="auto">
              <a:xfrm>
                <a:off x="3579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2" name="Freeform 48"/>
              <p:cNvSpPr/>
              <p:nvPr userDrawn="1"/>
            </p:nvSpPr>
            <p:spPr bwMode="auto">
              <a:xfrm>
                <a:off x="3592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3" name="Freeform 49"/>
              <p:cNvSpPr/>
              <p:nvPr userDrawn="1"/>
            </p:nvSpPr>
            <p:spPr bwMode="auto">
              <a:xfrm>
                <a:off x="360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4" name="Freeform 50"/>
              <p:cNvSpPr/>
              <p:nvPr userDrawn="1"/>
            </p:nvSpPr>
            <p:spPr bwMode="auto">
              <a:xfrm>
                <a:off x="361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5" name="Freeform 51"/>
              <p:cNvSpPr/>
              <p:nvPr userDrawn="1"/>
            </p:nvSpPr>
            <p:spPr bwMode="auto">
              <a:xfrm>
                <a:off x="363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6" name="Freeform 52"/>
              <p:cNvSpPr/>
              <p:nvPr userDrawn="1"/>
            </p:nvSpPr>
            <p:spPr bwMode="auto">
              <a:xfrm>
                <a:off x="364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7" name="Freeform 53"/>
              <p:cNvSpPr/>
              <p:nvPr userDrawn="1"/>
            </p:nvSpPr>
            <p:spPr bwMode="auto">
              <a:xfrm>
                <a:off x="366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8" name="Freeform 54"/>
              <p:cNvSpPr/>
              <p:nvPr userDrawn="1"/>
            </p:nvSpPr>
            <p:spPr bwMode="auto">
              <a:xfrm>
                <a:off x="367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9" name="Freeform 55"/>
              <p:cNvSpPr/>
              <p:nvPr userDrawn="1"/>
            </p:nvSpPr>
            <p:spPr bwMode="auto">
              <a:xfrm>
                <a:off x="368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0" name="Freeform 56"/>
              <p:cNvSpPr/>
              <p:nvPr userDrawn="1"/>
            </p:nvSpPr>
            <p:spPr bwMode="auto">
              <a:xfrm>
                <a:off x="370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1" name="Freeform 57"/>
              <p:cNvSpPr/>
              <p:nvPr userDrawn="1"/>
            </p:nvSpPr>
            <p:spPr bwMode="auto">
              <a:xfrm>
                <a:off x="371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2" name="Freeform 58"/>
              <p:cNvSpPr/>
              <p:nvPr userDrawn="1"/>
            </p:nvSpPr>
            <p:spPr bwMode="auto">
              <a:xfrm>
                <a:off x="372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3" name="Freeform 59"/>
              <p:cNvSpPr/>
              <p:nvPr userDrawn="1"/>
            </p:nvSpPr>
            <p:spPr bwMode="auto">
              <a:xfrm>
                <a:off x="372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4" name="Freeform 60"/>
              <p:cNvSpPr/>
              <p:nvPr userDrawn="1"/>
            </p:nvSpPr>
            <p:spPr bwMode="auto">
              <a:xfrm>
                <a:off x="393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5" name="Freeform 61"/>
              <p:cNvSpPr/>
              <p:nvPr userDrawn="1"/>
            </p:nvSpPr>
            <p:spPr bwMode="auto">
              <a:xfrm>
                <a:off x="394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6" name="Freeform 62"/>
              <p:cNvSpPr/>
              <p:nvPr userDrawn="1"/>
            </p:nvSpPr>
            <p:spPr bwMode="auto">
              <a:xfrm>
                <a:off x="395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7" name="Freeform 63"/>
              <p:cNvSpPr/>
              <p:nvPr userDrawn="1"/>
            </p:nvSpPr>
            <p:spPr bwMode="auto">
              <a:xfrm>
                <a:off x="397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8" name="Freeform 64"/>
              <p:cNvSpPr/>
              <p:nvPr userDrawn="1"/>
            </p:nvSpPr>
            <p:spPr bwMode="auto">
              <a:xfrm>
                <a:off x="398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9" name="Freeform 65"/>
              <p:cNvSpPr/>
              <p:nvPr userDrawn="1"/>
            </p:nvSpPr>
            <p:spPr bwMode="auto">
              <a:xfrm>
                <a:off x="400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0" name="Freeform 66"/>
              <p:cNvSpPr/>
              <p:nvPr userDrawn="1"/>
            </p:nvSpPr>
            <p:spPr bwMode="auto">
              <a:xfrm>
                <a:off x="401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1" name="Freeform 67"/>
              <p:cNvSpPr/>
              <p:nvPr userDrawn="1"/>
            </p:nvSpPr>
            <p:spPr bwMode="auto">
              <a:xfrm>
                <a:off x="402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2" name="Freeform 68"/>
              <p:cNvSpPr/>
              <p:nvPr userDrawn="1"/>
            </p:nvSpPr>
            <p:spPr bwMode="auto">
              <a:xfrm>
                <a:off x="404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3" name="Freeform 69"/>
              <p:cNvSpPr/>
              <p:nvPr userDrawn="1"/>
            </p:nvSpPr>
            <p:spPr bwMode="auto">
              <a:xfrm>
                <a:off x="405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4" name="Freeform 70"/>
              <p:cNvSpPr/>
              <p:nvPr userDrawn="1"/>
            </p:nvSpPr>
            <p:spPr bwMode="auto">
              <a:xfrm>
                <a:off x="406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5" name="Freeform 71"/>
              <p:cNvSpPr/>
              <p:nvPr userDrawn="1"/>
            </p:nvSpPr>
            <p:spPr bwMode="auto">
              <a:xfrm>
                <a:off x="4079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6" name="Freeform 72"/>
              <p:cNvSpPr/>
              <p:nvPr userDrawn="1"/>
            </p:nvSpPr>
            <p:spPr bwMode="auto">
              <a:xfrm>
                <a:off x="409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7" name="Freeform 73"/>
              <p:cNvSpPr/>
              <p:nvPr userDrawn="1"/>
            </p:nvSpPr>
            <p:spPr bwMode="auto">
              <a:xfrm>
                <a:off x="411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8" name="Freeform 74"/>
              <p:cNvSpPr/>
              <p:nvPr userDrawn="1"/>
            </p:nvSpPr>
            <p:spPr bwMode="auto">
              <a:xfrm>
                <a:off x="412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9" name="Freeform 75"/>
              <p:cNvSpPr/>
              <p:nvPr userDrawn="1"/>
            </p:nvSpPr>
            <p:spPr bwMode="auto">
              <a:xfrm>
                <a:off x="413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0" name="Freeform 76"/>
              <p:cNvSpPr/>
              <p:nvPr userDrawn="1"/>
            </p:nvSpPr>
            <p:spPr bwMode="auto">
              <a:xfrm>
                <a:off x="4149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1" name="Freeform 77"/>
              <p:cNvSpPr/>
              <p:nvPr userDrawn="1"/>
            </p:nvSpPr>
            <p:spPr bwMode="auto">
              <a:xfrm>
                <a:off x="4162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2" name="Freeform 78"/>
              <p:cNvSpPr/>
              <p:nvPr userDrawn="1"/>
            </p:nvSpPr>
            <p:spPr bwMode="auto">
              <a:xfrm>
                <a:off x="417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3" name="Freeform 79"/>
              <p:cNvSpPr/>
              <p:nvPr userDrawn="1"/>
            </p:nvSpPr>
            <p:spPr bwMode="auto">
              <a:xfrm>
                <a:off x="418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4" name="Freeform 80"/>
              <p:cNvSpPr/>
              <p:nvPr userDrawn="1"/>
            </p:nvSpPr>
            <p:spPr bwMode="auto">
              <a:xfrm>
                <a:off x="420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5" name="Freeform 81"/>
              <p:cNvSpPr/>
              <p:nvPr userDrawn="1"/>
            </p:nvSpPr>
            <p:spPr bwMode="auto">
              <a:xfrm>
                <a:off x="421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6" name="Freeform 82"/>
              <p:cNvSpPr/>
              <p:nvPr userDrawn="1"/>
            </p:nvSpPr>
            <p:spPr bwMode="auto">
              <a:xfrm>
                <a:off x="4232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7" name="Freeform 83"/>
              <p:cNvSpPr/>
              <p:nvPr userDrawn="1"/>
            </p:nvSpPr>
            <p:spPr bwMode="auto">
              <a:xfrm>
                <a:off x="424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8" name="Freeform 84"/>
              <p:cNvSpPr/>
              <p:nvPr userDrawn="1"/>
            </p:nvSpPr>
            <p:spPr bwMode="auto">
              <a:xfrm>
                <a:off x="425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9" name="Freeform 85"/>
              <p:cNvSpPr/>
              <p:nvPr userDrawn="1"/>
            </p:nvSpPr>
            <p:spPr bwMode="auto">
              <a:xfrm>
                <a:off x="427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0" name="Freeform 86"/>
              <p:cNvSpPr/>
              <p:nvPr userDrawn="1"/>
            </p:nvSpPr>
            <p:spPr bwMode="auto">
              <a:xfrm>
                <a:off x="428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1" name="Freeform 87"/>
              <p:cNvSpPr/>
              <p:nvPr userDrawn="1"/>
            </p:nvSpPr>
            <p:spPr bwMode="auto">
              <a:xfrm>
                <a:off x="429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2" name="Freeform 88"/>
              <p:cNvSpPr/>
              <p:nvPr userDrawn="1"/>
            </p:nvSpPr>
            <p:spPr bwMode="auto">
              <a:xfrm>
                <a:off x="431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3" name="Freeform 89"/>
              <p:cNvSpPr/>
              <p:nvPr userDrawn="1"/>
            </p:nvSpPr>
            <p:spPr bwMode="auto">
              <a:xfrm>
                <a:off x="432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4" name="Freeform 90"/>
              <p:cNvSpPr/>
              <p:nvPr userDrawn="1"/>
            </p:nvSpPr>
            <p:spPr bwMode="auto">
              <a:xfrm>
                <a:off x="433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5" name="Freeform 91"/>
              <p:cNvSpPr/>
              <p:nvPr userDrawn="1"/>
            </p:nvSpPr>
            <p:spPr bwMode="auto">
              <a:xfrm>
                <a:off x="4349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6" name="Freeform 92"/>
              <p:cNvSpPr/>
              <p:nvPr userDrawn="1"/>
            </p:nvSpPr>
            <p:spPr bwMode="auto">
              <a:xfrm>
                <a:off x="436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7" name="Freeform 93"/>
              <p:cNvSpPr/>
              <p:nvPr userDrawn="1"/>
            </p:nvSpPr>
            <p:spPr bwMode="auto">
              <a:xfrm>
                <a:off x="438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8" name="Freeform 94"/>
              <p:cNvSpPr/>
              <p:nvPr userDrawn="1"/>
            </p:nvSpPr>
            <p:spPr bwMode="auto">
              <a:xfrm>
                <a:off x="439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9" name="Freeform 95"/>
              <p:cNvSpPr/>
              <p:nvPr userDrawn="1"/>
            </p:nvSpPr>
            <p:spPr bwMode="auto">
              <a:xfrm>
                <a:off x="440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0" name="Freeform 96"/>
              <p:cNvSpPr/>
              <p:nvPr userDrawn="1"/>
            </p:nvSpPr>
            <p:spPr bwMode="auto">
              <a:xfrm>
                <a:off x="4419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1" name="Freeform 97"/>
              <p:cNvSpPr/>
              <p:nvPr userDrawn="1"/>
            </p:nvSpPr>
            <p:spPr bwMode="auto">
              <a:xfrm>
                <a:off x="4432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2" name="Freeform 98"/>
              <p:cNvSpPr/>
              <p:nvPr userDrawn="1"/>
            </p:nvSpPr>
            <p:spPr bwMode="auto">
              <a:xfrm>
                <a:off x="444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3" name="Freeform 99"/>
              <p:cNvSpPr/>
              <p:nvPr userDrawn="1"/>
            </p:nvSpPr>
            <p:spPr bwMode="auto">
              <a:xfrm>
                <a:off x="445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4" name="Freeform 100"/>
              <p:cNvSpPr/>
              <p:nvPr userDrawn="1"/>
            </p:nvSpPr>
            <p:spPr bwMode="auto">
              <a:xfrm>
                <a:off x="447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5" name="Freeform 101"/>
              <p:cNvSpPr/>
              <p:nvPr userDrawn="1"/>
            </p:nvSpPr>
            <p:spPr bwMode="auto">
              <a:xfrm>
                <a:off x="4489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6" name="Freeform 102"/>
              <p:cNvSpPr/>
              <p:nvPr userDrawn="1"/>
            </p:nvSpPr>
            <p:spPr bwMode="auto">
              <a:xfrm>
                <a:off x="4502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7" name="Freeform 103"/>
              <p:cNvSpPr/>
              <p:nvPr userDrawn="1"/>
            </p:nvSpPr>
            <p:spPr bwMode="auto">
              <a:xfrm>
                <a:off x="451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8" name="Freeform 104"/>
              <p:cNvSpPr/>
              <p:nvPr userDrawn="1"/>
            </p:nvSpPr>
            <p:spPr bwMode="auto">
              <a:xfrm>
                <a:off x="452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9" name="Freeform 105"/>
              <p:cNvSpPr/>
              <p:nvPr userDrawn="1"/>
            </p:nvSpPr>
            <p:spPr bwMode="auto">
              <a:xfrm>
                <a:off x="454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0" name="Freeform 106"/>
              <p:cNvSpPr/>
              <p:nvPr userDrawn="1"/>
            </p:nvSpPr>
            <p:spPr bwMode="auto">
              <a:xfrm>
                <a:off x="455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1" name="Freeform 107"/>
              <p:cNvSpPr/>
              <p:nvPr userDrawn="1"/>
            </p:nvSpPr>
            <p:spPr bwMode="auto">
              <a:xfrm>
                <a:off x="456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2" name="Freeform 108"/>
              <p:cNvSpPr/>
              <p:nvPr userDrawn="1"/>
            </p:nvSpPr>
            <p:spPr bwMode="auto">
              <a:xfrm>
                <a:off x="458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3" name="Freeform 109"/>
              <p:cNvSpPr/>
              <p:nvPr userDrawn="1"/>
            </p:nvSpPr>
            <p:spPr bwMode="auto">
              <a:xfrm>
                <a:off x="459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4" name="Freeform 110"/>
              <p:cNvSpPr/>
              <p:nvPr userDrawn="1"/>
            </p:nvSpPr>
            <p:spPr bwMode="auto">
              <a:xfrm>
                <a:off x="461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5" name="Freeform 111"/>
              <p:cNvSpPr/>
              <p:nvPr userDrawn="1"/>
            </p:nvSpPr>
            <p:spPr bwMode="auto">
              <a:xfrm>
                <a:off x="462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6" name="Freeform 112"/>
              <p:cNvSpPr/>
              <p:nvPr userDrawn="1"/>
            </p:nvSpPr>
            <p:spPr bwMode="auto">
              <a:xfrm>
                <a:off x="462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7" name="Freeform 113"/>
              <p:cNvSpPr/>
              <p:nvPr userDrawn="1"/>
            </p:nvSpPr>
            <p:spPr bwMode="auto">
              <a:xfrm>
                <a:off x="3043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8" name="Freeform 114"/>
              <p:cNvSpPr/>
              <p:nvPr userDrawn="1"/>
            </p:nvSpPr>
            <p:spPr bwMode="auto">
              <a:xfrm>
                <a:off x="305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9" name="Freeform 115"/>
              <p:cNvSpPr/>
              <p:nvPr userDrawn="1"/>
            </p:nvSpPr>
            <p:spPr bwMode="auto">
              <a:xfrm>
                <a:off x="306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0" name="Freeform 116"/>
              <p:cNvSpPr/>
              <p:nvPr userDrawn="1"/>
            </p:nvSpPr>
            <p:spPr bwMode="auto">
              <a:xfrm>
                <a:off x="308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1" name="Freeform 117"/>
              <p:cNvSpPr/>
              <p:nvPr userDrawn="1"/>
            </p:nvSpPr>
            <p:spPr bwMode="auto">
              <a:xfrm>
                <a:off x="309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2" name="Freeform 118"/>
              <p:cNvSpPr/>
              <p:nvPr userDrawn="1"/>
            </p:nvSpPr>
            <p:spPr bwMode="auto">
              <a:xfrm>
                <a:off x="310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3" name="Freeform 119"/>
              <p:cNvSpPr/>
              <p:nvPr userDrawn="1"/>
            </p:nvSpPr>
            <p:spPr bwMode="auto">
              <a:xfrm>
                <a:off x="312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4" name="Freeform 120"/>
              <p:cNvSpPr/>
              <p:nvPr userDrawn="1"/>
            </p:nvSpPr>
            <p:spPr bwMode="auto">
              <a:xfrm>
                <a:off x="313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5" name="Freeform 121"/>
              <p:cNvSpPr/>
              <p:nvPr userDrawn="1"/>
            </p:nvSpPr>
            <p:spPr bwMode="auto">
              <a:xfrm>
                <a:off x="315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6" name="Freeform 122"/>
              <p:cNvSpPr/>
              <p:nvPr userDrawn="1"/>
            </p:nvSpPr>
            <p:spPr bwMode="auto">
              <a:xfrm>
                <a:off x="3165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7" name="Freeform 123"/>
              <p:cNvSpPr/>
              <p:nvPr userDrawn="1"/>
            </p:nvSpPr>
            <p:spPr bwMode="auto">
              <a:xfrm>
                <a:off x="3178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8" name="Freeform 124"/>
              <p:cNvSpPr/>
              <p:nvPr userDrawn="1"/>
            </p:nvSpPr>
            <p:spPr bwMode="auto">
              <a:xfrm>
                <a:off x="3191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9" name="Freeform 125"/>
              <p:cNvSpPr/>
              <p:nvPr userDrawn="1"/>
            </p:nvSpPr>
            <p:spPr bwMode="auto">
              <a:xfrm>
                <a:off x="320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0" name="Freeform 126"/>
              <p:cNvSpPr/>
              <p:nvPr userDrawn="1"/>
            </p:nvSpPr>
            <p:spPr bwMode="auto">
              <a:xfrm>
                <a:off x="3217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1" name="Freeform 127"/>
              <p:cNvSpPr/>
              <p:nvPr userDrawn="1"/>
            </p:nvSpPr>
            <p:spPr bwMode="auto">
              <a:xfrm>
                <a:off x="3230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2" name="Freeform 128"/>
              <p:cNvSpPr/>
              <p:nvPr userDrawn="1"/>
            </p:nvSpPr>
            <p:spPr bwMode="auto">
              <a:xfrm>
                <a:off x="324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3" name="Freeform 129"/>
              <p:cNvSpPr/>
              <p:nvPr userDrawn="1"/>
            </p:nvSpPr>
            <p:spPr bwMode="auto">
              <a:xfrm>
                <a:off x="3257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4" name="Freeform 130"/>
              <p:cNvSpPr/>
              <p:nvPr userDrawn="1"/>
            </p:nvSpPr>
            <p:spPr bwMode="auto">
              <a:xfrm>
                <a:off x="3270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5" name="Freeform 131"/>
              <p:cNvSpPr/>
              <p:nvPr userDrawn="1"/>
            </p:nvSpPr>
            <p:spPr bwMode="auto">
              <a:xfrm>
                <a:off x="3283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6" name="Freeform 132"/>
              <p:cNvSpPr/>
              <p:nvPr userDrawn="1"/>
            </p:nvSpPr>
            <p:spPr bwMode="auto">
              <a:xfrm>
                <a:off x="329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7" name="Freeform 133"/>
              <p:cNvSpPr/>
              <p:nvPr userDrawn="1"/>
            </p:nvSpPr>
            <p:spPr bwMode="auto">
              <a:xfrm>
                <a:off x="330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8" name="Freeform 134"/>
              <p:cNvSpPr/>
              <p:nvPr userDrawn="1"/>
            </p:nvSpPr>
            <p:spPr bwMode="auto">
              <a:xfrm>
                <a:off x="332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9" name="Freeform 135"/>
              <p:cNvSpPr/>
              <p:nvPr userDrawn="1"/>
            </p:nvSpPr>
            <p:spPr bwMode="auto">
              <a:xfrm>
                <a:off x="333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0" name="Freeform 136"/>
              <p:cNvSpPr/>
              <p:nvPr userDrawn="1"/>
            </p:nvSpPr>
            <p:spPr bwMode="auto">
              <a:xfrm>
                <a:off x="335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1" name="Freeform 137"/>
              <p:cNvSpPr/>
              <p:nvPr userDrawn="1"/>
            </p:nvSpPr>
            <p:spPr bwMode="auto">
              <a:xfrm>
                <a:off x="3365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2" name="Freeform 138"/>
              <p:cNvSpPr/>
              <p:nvPr userDrawn="1"/>
            </p:nvSpPr>
            <p:spPr bwMode="auto">
              <a:xfrm>
                <a:off x="3378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3" name="Freeform 139"/>
              <p:cNvSpPr/>
              <p:nvPr userDrawn="1"/>
            </p:nvSpPr>
            <p:spPr bwMode="auto">
              <a:xfrm>
                <a:off x="339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4" name="Freeform 140"/>
              <p:cNvSpPr/>
              <p:nvPr userDrawn="1"/>
            </p:nvSpPr>
            <p:spPr bwMode="auto">
              <a:xfrm>
                <a:off x="3405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5" name="Freeform 141"/>
              <p:cNvSpPr/>
              <p:nvPr userDrawn="1"/>
            </p:nvSpPr>
            <p:spPr bwMode="auto">
              <a:xfrm>
                <a:off x="3418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6" name="Freeform 142"/>
              <p:cNvSpPr/>
              <p:nvPr userDrawn="1"/>
            </p:nvSpPr>
            <p:spPr bwMode="auto">
              <a:xfrm>
                <a:off x="3431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7" name="Freeform 143"/>
              <p:cNvSpPr/>
              <p:nvPr userDrawn="1"/>
            </p:nvSpPr>
            <p:spPr bwMode="auto">
              <a:xfrm>
                <a:off x="344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8" name="Freeform 144"/>
              <p:cNvSpPr/>
              <p:nvPr userDrawn="1"/>
            </p:nvSpPr>
            <p:spPr bwMode="auto">
              <a:xfrm>
                <a:off x="3457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9" name="Freeform 145"/>
              <p:cNvSpPr/>
              <p:nvPr userDrawn="1"/>
            </p:nvSpPr>
            <p:spPr bwMode="auto">
              <a:xfrm>
                <a:off x="3470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0" name="Freeform 146"/>
              <p:cNvSpPr/>
              <p:nvPr userDrawn="1"/>
            </p:nvSpPr>
            <p:spPr bwMode="auto">
              <a:xfrm>
                <a:off x="3483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1" name="Freeform 147"/>
              <p:cNvSpPr/>
              <p:nvPr userDrawn="1"/>
            </p:nvSpPr>
            <p:spPr bwMode="auto">
              <a:xfrm>
                <a:off x="349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2" name="Freeform 148"/>
              <p:cNvSpPr/>
              <p:nvPr userDrawn="1"/>
            </p:nvSpPr>
            <p:spPr bwMode="auto">
              <a:xfrm>
                <a:off x="350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3" name="Freeform 149"/>
              <p:cNvSpPr/>
              <p:nvPr userDrawn="1"/>
            </p:nvSpPr>
            <p:spPr bwMode="auto">
              <a:xfrm>
                <a:off x="3527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4" name="Freeform 150"/>
              <p:cNvSpPr/>
              <p:nvPr userDrawn="1"/>
            </p:nvSpPr>
            <p:spPr bwMode="auto">
              <a:xfrm>
                <a:off x="3540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5" name="Freeform 151"/>
              <p:cNvSpPr/>
              <p:nvPr userDrawn="1"/>
            </p:nvSpPr>
            <p:spPr bwMode="auto">
              <a:xfrm>
                <a:off x="3553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6" name="Freeform 152"/>
              <p:cNvSpPr/>
              <p:nvPr userDrawn="1"/>
            </p:nvSpPr>
            <p:spPr bwMode="auto">
              <a:xfrm>
                <a:off x="356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7" name="Freeform 153"/>
              <p:cNvSpPr/>
              <p:nvPr userDrawn="1"/>
            </p:nvSpPr>
            <p:spPr bwMode="auto">
              <a:xfrm>
                <a:off x="357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8" name="Freeform 154"/>
              <p:cNvSpPr/>
              <p:nvPr userDrawn="1"/>
            </p:nvSpPr>
            <p:spPr bwMode="auto">
              <a:xfrm>
                <a:off x="359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9" name="Freeform 155"/>
              <p:cNvSpPr/>
              <p:nvPr userDrawn="1"/>
            </p:nvSpPr>
            <p:spPr bwMode="auto">
              <a:xfrm>
                <a:off x="3605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0" name="Freeform 156"/>
              <p:cNvSpPr/>
              <p:nvPr userDrawn="1"/>
            </p:nvSpPr>
            <p:spPr bwMode="auto">
              <a:xfrm>
                <a:off x="3618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1" name="Freeform 157"/>
              <p:cNvSpPr/>
              <p:nvPr userDrawn="1"/>
            </p:nvSpPr>
            <p:spPr bwMode="auto">
              <a:xfrm>
                <a:off x="3631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2" name="Freeform 158"/>
              <p:cNvSpPr/>
              <p:nvPr userDrawn="1"/>
            </p:nvSpPr>
            <p:spPr bwMode="auto">
              <a:xfrm>
                <a:off x="364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3" name="Freeform 159"/>
              <p:cNvSpPr/>
              <p:nvPr userDrawn="1"/>
            </p:nvSpPr>
            <p:spPr bwMode="auto">
              <a:xfrm>
                <a:off x="3657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4" name="Freeform 160"/>
              <p:cNvSpPr/>
              <p:nvPr userDrawn="1"/>
            </p:nvSpPr>
            <p:spPr bwMode="auto">
              <a:xfrm>
                <a:off x="3670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5" name="Freeform 161"/>
              <p:cNvSpPr/>
              <p:nvPr userDrawn="1"/>
            </p:nvSpPr>
            <p:spPr bwMode="auto">
              <a:xfrm>
                <a:off x="3683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6" name="Freeform 162"/>
              <p:cNvSpPr/>
              <p:nvPr userDrawn="1"/>
            </p:nvSpPr>
            <p:spPr bwMode="auto">
              <a:xfrm>
                <a:off x="369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7" name="Freeform 163"/>
              <p:cNvSpPr/>
              <p:nvPr userDrawn="1"/>
            </p:nvSpPr>
            <p:spPr bwMode="auto">
              <a:xfrm>
                <a:off x="370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8" name="Freeform 164"/>
              <p:cNvSpPr/>
              <p:nvPr userDrawn="1"/>
            </p:nvSpPr>
            <p:spPr bwMode="auto">
              <a:xfrm>
                <a:off x="370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9" name="Freeform 165"/>
              <p:cNvSpPr/>
              <p:nvPr userDrawn="1"/>
            </p:nvSpPr>
            <p:spPr bwMode="auto">
              <a:xfrm>
                <a:off x="3931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0" name="Freeform 166"/>
              <p:cNvSpPr/>
              <p:nvPr userDrawn="1"/>
            </p:nvSpPr>
            <p:spPr bwMode="auto">
              <a:xfrm>
                <a:off x="394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1" name="Freeform 167"/>
              <p:cNvSpPr/>
              <p:nvPr userDrawn="1"/>
            </p:nvSpPr>
            <p:spPr bwMode="auto">
              <a:xfrm>
                <a:off x="396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2" name="Freeform 168"/>
              <p:cNvSpPr/>
              <p:nvPr userDrawn="1"/>
            </p:nvSpPr>
            <p:spPr bwMode="auto">
              <a:xfrm>
                <a:off x="3975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3" name="Freeform 169"/>
              <p:cNvSpPr/>
              <p:nvPr userDrawn="1"/>
            </p:nvSpPr>
            <p:spPr bwMode="auto">
              <a:xfrm>
                <a:off x="3988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4" name="Freeform 170"/>
              <p:cNvSpPr/>
              <p:nvPr userDrawn="1"/>
            </p:nvSpPr>
            <p:spPr bwMode="auto">
              <a:xfrm>
                <a:off x="4001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5" name="Freeform 171"/>
              <p:cNvSpPr/>
              <p:nvPr userDrawn="1"/>
            </p:nvSpPr>
            <p:spPr bwMode="auto">
              <a:xfrm>
                <a:off x="401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6" name="Freeform 172"/>
              <p:cNvSpPr/>
              <p:nvPr userDrawn="1"/>
            </p:nvSpPr>
            <p:spPr bwMode="auto">
              <a:xfrm>
                <a:off x="4027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7" name="Freeform 173"/>
              <p:cNvSpPr/>
              <p:nvPr userDrawn="1"/>
            </p:nvSpPr>
            <p:spPr bwMode="auto">
              <a:xfrm>
                <a:off x="4040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8" name="Freeform 174"/>
              <p:cNvSpPr/>
              <p:nvPr userDrawn="1"/>
            </p:nvSpPr>
            <p:spPr bwMode="auto">
              <a:xfrm>
                <a:off x="4053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9" name="Freeform 175"/>
              <p:cNvSpPr/>
              <p:nvPr userDrawn="1"/>
            </p:nvSpPr>
            <p:spPr bwMode="auto">
              <a:xfrm>
                <a:off x="406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0" name="Freeform 176"/>
              <p:cNvSpPr/>
              <p:nvPr userDrawn="1"/>
            </p:nvSpPr>
            <p:spPr bwMode="auto">
              <a:xfrm>
                <a:off x="407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1" name="Freeform 177"/>
              <p:cNvSpPr/>
              <p:nvPr userDrawn="1"/>
            </p:nvSpPr>
            <p:spPr bwMode="auto">
              <a:xfrm>
                <a:off x="4093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2" name="Freeform 178"/>
              <p:cNvSpPr/>
              <p:nvPr userDrawn="1"/>
            </p:nvSpPr>
            <p:spPr bwMode="auto">
              <a:xfrm>
                <a:off x="410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3" name="Freeform 179"/>
              <p:cNvSpPr/>
              <p:nvPr userDrawn="1"/>
            </p:nvSpPr>
            <p:spPr bwMode="auto">
              <a:xfrm>
                <a:off x="411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4" name="Freeform 180"/>
              <p:cNvSpPr/>
              <p:nvPr userDrawn="1"/>
            </p:nvSpPr>
            <p:spPr bwMode="auto">
              <a:xfrm>
                <a:off x="413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5" name="Freeform 181"/>
              <p:cNvSpPr/>
              <p:nvPr userDrawn="1"/>
            </p:nvSpPr>
            <p:spPr bwMode="auto">
              <a:xfrm>
                <a:off x="414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6" name="Freeform 182"/>
              <p:cNvSpPr/>
              <p:nvPr userDrawn="1"/>
            </p:nvSpPr>
            <p:spPr bwMode="auto">
              <a:xfrm>
                <a:off x="416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7" name="Freeform 183"/>
              <p:cNvSpPr/>
              <p:nvPr userDrawn="1"/>
            </p:nvSpPr>
            <p:spPr bwMode="auto">
              <a:xfrm>
                <a:off x="4175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8" name="Freeform 184"/>
              <p:cNvSpPr/>
              <p:nvPr userDrawn="1"/>
            </p:nvSpPr>
            <p:spPr bwMode="auto">
              <a:xfrm>
                <a:off x="4188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9" name="Freeform 185"/>
              <p:cNvSpPr/>
              <p:nvPr userDrawn="1"/>
            </p:nvSpPr>
            <p:spPr bwMode="auto">
              <a:xfrm>
                <a:off x="4201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0" name="Freeform 186"/>
              <p:cNvSpPr/>
              <p:nvPr userDrawn="1"/>
            </p:nvSpPr>
            <p:spPr bwMode="auto">
              <a:xfrm>
                <a:off x="421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1" name="Freeform 187"/>
              <p:cNvSpPr/>
              <p:nvPr userDrawn="1"/>
            </p:nvSpPr>
            <p:spPr bwMode="auto">
              <a:xfrm>
                <a:off x="4227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2" name="Freeform 188"/>
              <p:cNvSpPr/>
              <p:nvPr userDrawn="1"/>
            </p:nvSpPr>
            <p:spPr bwMode="auto">
              <a:xfrm>
                <a:off x="4241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3" name="Freeform 189"/>
              <p:cNvSpPr/>
              <p:nvPr userDrawn="1"/>
            </p:nvSpPr>
            <p:spPr bwMode="auto">
              <a:xfrm>
                <a:off x="425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4" name="Freeform 190"/>
              <p:cNvSpPr/>
              <p:nvPr userDrawn="1"/>
            </p:nvSpPr>
            <p:spPr bwMode="auto">
              <a:xfrm>
                <a:off x="4267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5" name="Freeform 191"/>
              <p:cNvSpPr/>
              <p:nvPr userDrawn="1"/>
            </p:nvSpPr>
            <p:spPr bwMode="auto">
              <a:xfrm>
                <a:off x="4280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6" name="Freeform 192"/>
              <p:cNvSpPr/>
              <p:nvPr userDrawn="1"/>
            </p:nvSpPr>
            <p:spPr bwMode="auto">
              <a:xfrm>
                <a:off x="4293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7" name="Freeform 193"/>
              <p:cNvSpPr/>
              <p:nvPr userDrawn="1"/>
            </p:nvSpPr>
            <p:spPr bwMode="auto">
              <a:xfrm>
                <a:off x="430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8" name="Freeform 194"/>
              <p:cNvSpPr/>
              <p:nvPr userDrawn="1"/>
            </p:nvSpPr>
            <p:spPr bwMode="auto">
              <a:xfrm>
                <a:off x="431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9" name="Freeform 195"/>
              <p:cNvSpPr/>
              <p:nvPr userDrawn="1"/>
            </p:nvSpPr>
            <p:spPr bwMode="auto">
              <a:xfrm>
                <a:off x="433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20" name="Freeform 196"/>
              <p:cNvSpPr/>
              <p:nvPr userDrawn="1"/>
            </p:nvSpPr>
            <p:spPr bwMode="auto">
              <a:xfrm>
                <a:off x="434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21" name="Freeform 197"/>
              <p:cNvSpPr/>
              <p:nvPr userDrawn="1"/>
            </p:nvSpPr>
            <p:spPr bwMode="auto">
              <a:xfrm>
                <a:off x="436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22" name="Freeform 198"/>
              <p:cNvSpPr/>
              <p:nvPr userDrawn="1"/>
            </p:nvSpPr>
            <p:spPr bwMode="auto">
              <a:xfrm>
                <a:off x="437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23" name="Freeform 199"/>
              <p:cNvSpPr/>
              <p:nvPr userDrawn="1"/>
            </p:nvSpPr>
            <p:spPr bwMode="auto">
              <a:xfrm>
                <a:off x="438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24" name="Freeform 200"/>
              <p:cNvSpPr/>
              <p:nvPr userDrawn="1"/>
            </p:nvSpPr>
            <p:spPr bwMode="auto">
              <a:xfrm>
                <a:off x="440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25" name="Freeform 201"/>
              <p:cNvSpPr/>
              <p:nvPr userDrawn="1"/>
            </p:nvSpPr>
            <p:spPr bwMode="auto">
              <a:xfrm>
                <a:off x="4415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26" name="Freeform 202"/>
              <p:cNvSpPr/>
              <p:nvPr userDrawn="1"/>
            </p:nvSpPr>
            <p:spPr bwMode="auto">
              <a:xfrm>
                <a:off x="4428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27" name="Freeform 203"/>
              <p:cNvSpPr/>
              <p:nvPr userDrawn="1"/>
            </p:nvSpPr>
            <p:spPr bwMode="auto">
              <a:xfrm>
                <a:off x="4441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28" name="Freeform 204"/>
              <p:cNvSpPr/>
              <p:nvPr userDrawn="1"/>
            </p:nvSpPr>
            <p:spPr bwMode="auto">
              <a:xfrm>
                <a:off x="445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29" name="Freeform 206"/>
            <p:cNvSpPr/>
            <p:nvPr userDrawn="1"/>
          </p:nvSpPr>
          <p:spPr bwMode="auto">
            <a:xfrm>
              <a:off x="7091363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Freeform 207"/>
            <p:cNvSpPr/>
            <p:nvPr userDrawn="1"/>
          </p:nvSpPr>
          <p:spPr bwMode="auto">
            <a:xfrm>
              <a:off x="7112000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" name="Freeform 208"/>
            <p:cNvSpPr/>
            <p:nvPr userDrawn="1"/>
          </p:nvSpPr>
          <p:spPr bwMode="auto">
            <a:xfrm>
              <a:off x="7132638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" name="Freeform 209"/>
            <p:cNvSpPr/>
            <p:nvPr userDrawn="1"/>
          </p:nvSpPr>
          <p:spPr bwMode="auto">
            <a:xfrm>
              <a:off x="7153275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" name="Freeform 210"/>
            <p:cNvSpPr/>
            <p:nvPr userDrawn="1"/>
          </p:nvSpPr>
          <p:spPr bwMode="auto">
            <a:xfrm>
              <a:off x="7173913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" name="Freeform 211"/>
            <p:cNvSpPr/>
            <p:nvPr userDrawn="1"/>
          </p:nvSpPr>
          <p:spPr bwMode="auto">
            <a:xfrm>
              <a:off x="7194550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" name="Freeform 212"/>
            <p:cNvSpPr/>
            <p:nvPr userDrawn="1"/>
          </p:nvSpPr>
          <p:spPr bwMode="auto">
            <a:xfrm>
              <a:off x="7223125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" name="Freeform 213"/>
            <p:cNvSpPr/>
            <p:nvPr userDrawn="1"/>
          </p:nvSpPr>
          <p:spPr bwMode="auto">
            <a:xfrm>
              <a:off x="7243763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Freeform 214"/>
            <p:cNvSpPr/>
            <p:nvPr userDrawn="1"/>
          </p:nvSpPr>
          <p:spPr bwMode="auto">
            <a:xfrm>
              <a:off x="7264400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" name="Freeform 215"/>
            <p:cNvSpPr/>
            <p:nvPr userDrawn="1"/>
          </p:nvSpPr>
          <p:spPr bwMode="auto">
            <a:xfrm>
              <a:off x="7285038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" name="Freeform 216"/>
            <p:cNvSpPr/>
            <p:nvPr userDrawn="1"/>
          </p:nvSpPr>
          <p:spPr bwMode="auto">
            <a:xfrm>
              <a:off x="7305675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" name="Freeform 217"/>
            <p:cNvSpPr/>
            <p:nvPr userDrawn="1"/>
          </p:nvSpPr>
          <p:spPr bwMode="auto">
            <a:xfrm>
              <a:off x="7326313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" name="Freeform 218"/>
            <p:cNvSpPr/>
            <p:nvPr userDrawn="1"/>
          </p:nvSpPr>
          <p:spPr bwMode="auto">
            <a:xfrm>
              <a:off x="7326313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Freeform 219"/>
            <p:cNvSpPr>
              <a:spLocks noEditPoints="1"/>
            </p:cNvSpPr>
            <p:nvPr userDrawn="1"/>
          </p:nvSpPr>
          <p:spPr bwMode="auto">
            <a:xfrm>
              <a:off x="10160000" y="4513263"/>
              <a:ext cx="636588" cy="342900"/>
            </a:xfrm>
            <a:custGeom>
              <a:avLst/>
              <a:gdLst>
                <a:gd name="T0" fmla="*/ 344 w 401"/>
                <a:gd name="T1" fmla="*/ 57 h 216"/>
                <a:gd name="T2" fmla="*/ 318 w 401"/>
                <a:gd name="T3" fmla="*/ 0 h 216"/>
                <a:gd name="T4" fmla="*/ 287 w 401"/>
                <a:gd name="T5" fmla="*/ 57 h 216"/>
                <a:gd name="T6" fmla="*/ 287 w 401"/>
                <a:gd name="T7" fmla="*/ 79 h 216"/>
                <a:gd name="T8" fmla="*/ 235 w 401"/>
                <a:gd name="T9" fmla="*/ 79 h 216"/>
                <a:gd name="T10" fmla="*/ 235 w 401"/>
                <a:gd name="T11" fmla="*/ 57 h 216"/>
                <a:gd name="T12" fmla="*/ 205 w 401"/>
                <a:gd name="T13" fmla="*/ 0 h 216"/>
                <a:gd name="T14" fmla="*/ 174 w 401"/>
                <a:gd name="T15" fmla="*/ 57 h 216"/>
                <a:gd name="T16" fmla="*/ 174 w 401"/>
                <a:gd name="T17" fmla="*/ 79 h 216"/>
                <a:gd name="T18" fmla="*/ 118 w 401"/>
                <a:gd name="T19" fmla="*/ 79 h 216"/>
                <a:gd name="T20" fmla="*/ 118 w 401"/>
                <a:gd name="T21" fmla="*/ 57 h 216"/>
                <a:gd name="T22" fmla="*/ 87 w 401"/>
                <a:gd name="T23" fmla="*/ 0 h 216"/>
                <a:gd name="T24" fmla="*/ 57 w 401"/>
                <a:gd name="T25" fmla="*/ 57 h 216"/>
                <a:gd name="T26" fmla="*/ 57 w 401"/>
                <a:gd name="T27" fmla="*/ 79 h 216"/>
                <a:gd name="T28" fmla="*/ 74 w 401"/>
                <a:gd name="T29" fmla="*/ 136 h 216"/>
                <a:gd name="T30" fmla="*/ 104 w 401"/>
                <a:gd name="T31" fmla="*/ 216 h 216"/>
                <a:gd name="T32" fmla="*/ 118 w 401"/>
                <a:gd name="T33" fmla="*/ 136 h 216"/>
                <a:gd name="T34" fmla="*/ 192 w 401"/>
                <a:gd name="T35" fmla="*/ 136 h 216"/>
                <a:gd name="T36" fmla="*/ 218 w 401"/>
                <a:gd name="T37" fmla="*/ 216 h 216"/>
                <a:gd name="T38" fmla="*/ 226 w 401"/>
                <a:gd name="T39" fmla="*/ 136 h 216"/>
                <a:gd name="T40" fmla="*/ 300 w 401"/>
                <a:gd name="T41" fmla="*/ 136 h 216"/>
                <a:gd name="T42" fmla="*/ 331 w 401"/>
                <a:gd name="T43" fmla="*/ 216 h 216"/>
                <a:gd name="T44" fmla="*/ 401 w 401"/>
                <a:gd name="T45" fmla="*/ 136 h 216"/>
                <a:gd name="T46" fmla="*/ 370 w 401"/>
                <a:gd name="T47" fmla="*/ 79 h 216"/>
                <a:gd name="T48" fmla="*/ 96 w 401"/>
                <a:gd name="T49" fmla="*/ 207 h 216"/>
                <a:gd name="T50" fmla="*/ 83 w 401"/>
                <a:gd name="T51" fmla="*/ 132 h 216"/>
                <a:gd name="T52" fmla="*/ 78 w 401"/>
                <a:gd name="T53" fmla="*/ 70 h 216"/>
                <a:gd name="T54" fmla="*/ 78 w 401"/>
                <a:gd name="T55" fmla="*/ 48 h 216"/>
                <a:gd name="T56" fmla="*/ 87 w 401"/>
                <a:gd name="T57" fmla="*/ 13 h 216"/>
                <a:gd name="T58" fmla="*/ 100 w 401"/>
                <a:gd name="T59" fmla="*/ 48 h 216"/>
                <a:gd name="T60" fmla="*/ 100 w 401"/>
                <a:gd name="T61" fmla="*/ 70 h 216"/>
                <a:gd name="T62" fmla="*/ 126 w 401"/>
                <a:gd name="T63" fmla="*/ 132 h 216"/>
                <a:gd name="T64" fmla="*/ 135 w 401"/>
                <a:gd name="T65" fmla="*/ 132 h 216"/>
                <a:gd name="T66" fmla="*/ 157 w 401"/>
                <a:gd name="T67" fmla="*/ 132 h 216"/>
                <a:gd name="T68" fmla="*/ 213 w 401"/>
                <a:gd name="T69" fmla="*/ 132 h 216"/>
                <a:gd name="T70" fmla="*/ 196 w 401"/>
                <a:gd name="T71" fmla="*/ 207 h 216"/>
                <a:gd name="T72" fmla="*/ 165 w 401"/>
                <a:gd name="T73" fmla="*/ 132 h 216"/>
                <a:gd name="T74" fmla="*/ 196 w 401"/>
                <a:gd name="T75" fmla="*/ 70 h 216"/>
                <a:gd name="T76" fmla="*/ 192 w 401"/>
                <a:gd name="T77" fmla="*/ 48 h 216"/>
                <a:gd name="T78" fmla="*/ 205 w 401"/>
                <a:gd name="T79" fmla="*/ 13 h 216"/>
                <a:gd name="T80" fmla="*/ 218 w 401"/>
                <a:gd name="T81" fmla="*/ 48 h 216"/>
                <a:gd name="T82" fmla="*/ 218 w 401"/>
                <a:gd name="T83" fmla="*/ 70 h 216"/>
                <a:gd name="T84" fmla="*/ 235 w 401"/>
                <a:gd name="T85" fmla="*/ 132 h 216"/>
                <a:gd name="T86" fmla="*/ 248 w 401"/>
                <a:gd name="T87" fmla="*/ 132 h 216"/>
                <a:gd name="T88" fmla="*/ 274 w 401"/>
                <a:gd name="T89" fmla="*/ 132 h 216"/>
                <a:gd name="T90" fmla="*/ 383 w 401"/>
                <a:gd name="T91" fmla="*/ 132 h 216"/>
                <a:gd name="T92" fmla="*/ 322 w 401"/>
                <a:gd name="T93" fmla="*/ 207 h 216"/>
                <a:gd name="T94" fmla="*/ 309 w 401"/>
                <a:gd name="T95" fmla="*/ 132 h 216"/>
                <a:gd name="T96" fmla="*/ 266 w 401"/>
                <a:gd name="T97" fmla="*/ 110 h 216"/>
                <a:gd name="T98" fmla="*/ 283 w 401"/>
                <a:gd name="T99" fmla="*/ 70 h 216"/>
                <a:gd name="T100" fmla="*/ 283 w 401"/>
                <a:gd name="T101" fmla="*/ 48 h 216"/>
                <a:gd name="T102" fmla="*/ 348 w 401"/>
                <a:gd name="T103" fmla="*/ 48 h 216"/>
                <a:gd name="T104" fmla="*/ 348 w 401"/>
                <a:gd name="T105" fmla="*/ 70 h 216"/>
                <a:gd name="T106" fmla="*/ 383 w 401"/>
                <a:gd name="T107" fmla="*/ 132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01" h="216">
                  <a:moveTo>
                    <a:pt x="370" y="79"/>
                  </a:moveTo>
                  <a:lnTo>
                    <a:pt x="344" y="57"/>
                  </a:lnTo>
                  <a:lnTo>
                    <a:pt x="370" y="57"/>
                  </a:lnTo>
                  <a:lnTo>
                    <a:pt x="318" y="0"/>
                  </a:lnTo>
                  <a:lnTo>
                    <a:pt x="261" y="57"/>
                  </a:lnTo>
                  <a:lnTo>
                    <a:pt x="287" y="57"/>
                  </a:lnTo>
                  <a:lnTo>
                    <a:pt x="261" y="79"/>
                  </a:lnTo>
                  <a:lnTo>
                    <a:pt x="287" y="79"/>
                  </a:lnTo>
                  <a:lnTo>
                    <a:pt x="261" y="105"/>
                  </a:lnTo>
                  <a:lnTo>
                    <a:pt x="235" y="79"/>
                  </a:lnTo>
                  <a:lnTo>
                    <a:pt x="257" y="79"/>
                  </a:lnTo>
                  <a:lnTo>
                    <a:pt x="235" y="57"/>
                  </a:lnTo>
                  <a:lnTo>
                    <a:pt x="257" y="57"/>
                  </a:lnTo>
                  <a:lnTo>
                    <a:pt x="205" y="0"/>
                  </a:lnTo>
                  <a:lnTo>
                    <a:pt x="152" y="57"/>
                  </a:lnTo>
                  <a:lnTo>
                    <a:pt x="174" y="57"/>
                  </a:lnTo>
                  <a:lnTo>
                    <a:pt x="152" y="79"/>
                  </a:lnTo>
                  <a:lnTo>
                    <a:pt x="174" y="79"/>
                  </a:lnTo>
                  <a:lnTo>
                    <a:pt x="148" y="110"/>
                  </a:lnTo>
                  <a:lnTo>
                    <a:pt x="118" y="79"/>
                  </a:lnTo>
                  <a:lnTo>
                    <a:pt x="139" y="79"/>
                  </a:lnTo>
                  <a:lnTo>
                    <a:pt x="118" y="57"/>
                  </a:lnTo>
                  <a:lnTo>
                    <a:pt x="139" y="57"/>
                  </a:lnTo>
                  <a:lnTo>
                    <a:pt x="87" y="0"/>
                  </a:lnTo>
                  <a:lnTo>
                    <a:pt x="35" y="57"/>
                  </a:lnTo>
                  <a:lnTo>
                    <a:pt x="57" y="57"/>
                  </a:lnTo>
                  <a:lnTo>
                    <a:pt x="35" y="79"/>
                  </a:lnTo>
                  <a:lnTo>
                    <a:pt x="57" y="79"/>
                  </a:lnTo>
                  <a:lnTo>
                    <a:pt x="0" y="136"/>
                  </a:lnTo>
                  <a:lnTo>
                    <a:pt x="74" y="136"/>
                  </a:lnTo>
                  <a:lnTo>
                    <a:pt x="74" y="216"/>
                  </a:lnTo>
                  <a:lnTo>
                    <a:pt x="104" y="216"/>
                  </a:lnTo>
                  <a:lnTo>
                    <a:pt x="104" y="136"/>
                  </a:lnTo>
                  <a:lnTo>
                    <a:pt x="118" y="136"/>
                  </a:lnTo>
                  <a:lnTo>
                    <a:pt x="174" y="136"/>
                  </a:lnTo>
                  <a:lnTo>
                    <a:pt x="192" y="136"/>
                  </a:lnTo>
                  <a:lnTo>
                    <a:pt x="192" y="216"/>
                  </a:lnTo>
                  <a:lnTo>
                    <a:pt x="218" y="216"/>
                  </a:lnTo>
                  <a:lnTo>
                    <a:pt x="218" y="136"/>
                  </a:lnTo>
                  <a:lnTo>
                    <a:pt x="226" y="136"/>
                  </a:lnTo>
                  <a:lnTo>
                    <a:pt x="292" y="136"/>
                  </a:lnTo>
                  <a:lnTo>
                    <a:pt x="300" y="136"/>
                  </a:lnTo>
                  <a:lnTo>
                    <a:pt x="300" y="216"/>
                  </a:lnTo>
                  <a:lnTo>
                    <a:pt x="331" y="216"/>
                  </a:lnTo>
                  <a:lnTo>
                    <a:pt x="331" y="136"/>
                  </a:lnTo>
                  <a:lnTo>
                    <a:pt x="401" y="136"/>
                  </a:lnTo>
                  <a:lnTo>
                    <a:pt x="344" y="79"/>
                  </a:lnTo>
                  <a:lnTo>
                    <a:pt x="370" y="79"/>
                  </a:lnTo>
                  <a:close/>
                  <a:moveTo>
                    <a:pt x="96" y="132"/>
                  </a:moveTo>
                  <a:lnTo>
                    <a:pt x="96" y="207"/>
                  </a:lnTo>
                  <a:lnTo>
                    <a:pt x="83" y="207"/>
                  </a:lnTo>
                  <a:lnTo>
                    <a:pt x="83" y="132"/>
                  </a:lnTo>
                  <a:lnTo>
                    <a:pt x="17" y="132"/>
                  </a:lnTo>
                  <a:lnTo>
                    <a:pt x="78" y="70"/>
                  </a:lnTo>
                  <a:lnTo>
                    <a:pt x="52" y="70"/>
                  </a:lnTo>
                  <a:lnTo>
                    <a:pt x="78" y="48"/>
                  </a:lnTo>
                  <a:lnTo>
                    <a:pt x="52" y="48"/>
                  </a:lnTo>
                  <a:lnTo>
                    <a:pt x="87" y="13"/>
                  </a:lnTo>
                  <a:lnTo>
                    <a:pt x="122" y="48"/>
                  </a:lnTo>
                  <a:lnTo>
                    <a:pt x="100" y="48"/>
                  </a:lnTo>
                  <a:lnTo>
                    <a:pt x="122" y="70"/>
                  </a:lnTo>
                  <a:lnTo>
                    <a:pt x="100" y="70"/>
                  </a:lnTo>
                  <a:lnTo>
                    <a:pt x="139" y="114"/>
                  </a:lnTo>
                  <a:lnTo>
                    <a:pt x="126" y="132"/>
                  </a:lnTo>
                  <a:lnTo>
                    <a:pt x="96" y="132"/>
                  </a:lnTo>
                  <a:close/>
                  <a:moveTo>
                    <a:pt x="135" y="132"/>
                  </a:moveTo>
                  <a:lnTo>
                    <a:pt x="148" y="119"/>
                  </a:lnTo>
                  <a:lnTo>
                    <a:pt x="157" y="132"/>
                  </a:lnTo>
                  <a:lnTo>
                    <a:pt x="135" y="132"/>
                  </a:lnTo>
                  <a:close/>
                  <a:moveTo>
                    <a:pt x="213" y="132"/>
                  </a:moveTo>
                  <a:lnTo>
                    <a:pt x="213" y="207"/>
                  </a:lnTo>
                  <a:lnTo>
                    <a:pt x="196" y="207"/>
                  </a:lnTo>
                  <a:lnTo>
                    <a:pt x="196" y="132"/>
                  </a:lnTo>
                  <a:lnTo>
                    <a:pt x="165" y="132"/>
                  </a:lnTo>
                  <a:lnTo>
                    <a:pt x="152" y="114"/>
                  </a:lnTo>
                  <a:lnTo>
                    <a:pt x="196" y="70"/>
                  </a:lnTo>
                  <a:lnTo>
                    <a:pt x="170" y="70"/>
                  </a:lnTo>
                  <a:lnTo>
                    <a:pt x="192" y="48"/>
                  </a:lnTo>
                  <a:lnTo>
                    <a:pt x="170" y="48"/>
                  </a:lnTo>
                  <a:lnTo>
                    <a:pt x="205" y="13"/>
                  </a:lnTo>
                  <a:lnTo>
                    <a:pt x="239" y="48"/>
                  </a:lnTo>
                  <a:lnTo>
                    <a:pt x="218" y="48"/>
                  </a:lnTo>
                  <a:lnTo>
                    <a:pt x="239" y="70"/>
                  </a:lnTo>
                  <a:lnTo>
                    <a:pt x="218" y="70"/>
                  </a:lnTo>
                  <a:lnTo>
                    <a:pt x="253" y="110"/>
                  </a:lnTo>
                  <a:lnTo>
                    <a:pt x="235" y="132"/>
                  </a:lnTo>
                  <a:lnTo>
                    <a:pt x="213" y="132"/>
                  </a:lnTo>
                  <a:close/>
                  <a:moveTo>
                    <a:pt x="248" y="132"/>
                  </a:moveTo>
                  <a:lnTo>
                    <a:pt x="261" y="119"/>
                  </a:lnTo>
                  <a:lnTo>
                    <a:pt x="274" y="132"/>
                  </a:lnTo>
                  <a:lnTo>
                    <a:pt x="248" y="132"/>
                  </a:lnTo>
                  <a:close/>
                  <a:moveTo>
                    <a:pt x="383" y="132"/>
                  </a:moveTo>
                  <a:lnTo>
                    <a:pt x="322" y="132"/>
                  </a:lnTo>
                  <a:lnTo>
                    <a:pt x="322" y="207"/>
                  </a:lnTo>
                  <a:lnTo>
                    <a:pt x="309" y="207"/>
                  </a:lnTo>
                  <a:lnTo>
                    <a:pt x="309" y="132"/>
                  </a:lnTo>
                  <a:lnTo>
                    <a:pt x="283" y="132"/>
                  </a:lnTo>
                  <a:lnTo>
                    <a:pt x="266" y="110"/>
                  </a:lnTo>
                  <a:lnTo>
                    <a:pt x="305" y="70"/>
                  </a:lnTo>
                  <a:lnTo>
                    <a:pt x="283" y="70"/>
                  </a:lnTo>
                  <a:lnTo>
                    <a:pt x="305" y="48"/>
                  </a:lnTo>
                  <a:lnTo>
                    <a:pt x="283" y="48"/>
                  </a:lnTo>
                  <a:lnTo>
                    <a:pt x="318" y="13"/>
                  </a:lnTo>
                  <a:lnTo>
                    <a:pt x="348" y="48"/>
                  </a:lnTo>
                  <a:lnTo>
                    <a:pt x="327" y="48"/>
                  </a:lnTo>
                  <a:lnTo>
                    <a:pt x="348" y="70"/>
                  </a:lnTo>
                  <a:lnTo>
                    <a:pt x="327" y="70"/>
                  </a:lnTo>
                  <a:lnTo>
                    <a:pt x="383" y="1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Freeform 220"/>
            <p:cNvSpPr>
              <a:spLocks noEditPoints="1"/>
            </p:cNvSpPr>
            <p:nvPr userDrawn="1"/>
          </p:nvSpPr>
          <p:spPr bwMode="auto">
            <a:xfrm>
              <a:off x="7843838" y="4400550"/>
              <a:ext cx="2268538" cy="447675"/>
            </a:xfrm>
            <a:custGeom>
              <a:avLst/>
              <a:gdLst>
                <a:gd name="T0" fmla="*/ 91 w 328"/>
                <a:gd name="T1" fmla="*/ 0 h 64"/>
                <a:gd name="T2" fmla="*/ 124 w 328"/>
                <a:gd name="T3" fmla="*/ 59 h 64"/>
                <a:gd name="T4" fmla="*/ 328 w 328"/>
                <a:gd name="T5" fmla="*/ 63 h 64"/>
                <a:gd name="T6" fmla="*/ 327 w 328"/>
                <a:gd name="T7" fmla="*/ 2 h 64"/>
                <a:gd name="T8" fmla="*/ 193 w 328"/>
                <a:gd name="T9" fmla="*/ 21 h 64"/>
                <a:gd name="T10" fmla="*/ 123 w 328"/>
                <a:gd name="T11" fmla="*/ 57 h 64"/>
                <a:gd name="T12" fmla="*/ 113 w 328"/>
                <a:gd name="T13" fmla="*/ 5 h 64"/>
                <a:gd name="T14" fmla="*/ 150 w 328"/>
                <a:gd name="T15" fmla="*/ 19 h 64"/>
                <a:gd name="T16" fmla="*/ 140 w 328"/>
                <a:gd name="T17" fmla="*/ 20 h 64"/>
                <a:gd name="T18" fmla="*/ 132 w 328"/>
                <a:gd name="T19" fmla="*/ 10 h 64"/>
                <a:gd name="T20" fmla="*/ 188 w 328"/>
                <a:gd name="T21" fmla="*/ 15 h 64"/>
                <a:gd name="T22" fmla="*/ 191 w 328"/>
                <a:gd name="T23" fmla="*/ 49 h 64"/>
                <a:gd name="T24" fmla="*/ 134 w 328"/>
                <a:gd name="T25" fmla="*/ 38 h 64"/>
                <a:gd name="T26" fmla="*/ 139 w 328"/>
                <a:gd name="T27" fmla="*/ 40 h 64"/>
                <a:gd name="T28" fmla="*/ 155 w 328"/>
                <a:gd name="T29" fmla="*/ 38 h 64"/>
                <a:gd name="T30" fmla="*/ 156 w 328"/>
                <a:gd name="T31" fmla="*/ 38 h 64"/>
                <a:gd name="T32" fmla="*/ 172 w 328"/>
                <a:gd name="T33" fmla="*/ 40 h 64"/>
                <a:gd name="T34" fmla="*/ 179 w 328"/>
                <a:gd name="T35" fmla="*/ 38 h 64"/>
                <a:gd name="T36" fmla="*/ 185 w 328"/>
                <a:gd name="T37" fmla="*/ 40 h 64"/>
                <a:gd name="T38" fmla="*/ 180 w 328"/>
                <a:gd name="T39" fmla="*/ 36 h 64"/>
                <a:gd name="T40" fmla="*/ 178 w 328"/>
                <a:gd name="T41" fmla="*/ 36 h 64"/>
                <a:gd name="T42" fmla="*/ 162 w 328"/>
                <a:gd name="T43" fmla="*/ 33 h 64"/>
                <a:gd name="T44" fmla="*/ 155 w 328"/>
                <a:gd name="T45" fmla="*/ 36 h 64"/>
                <a:gd name="T46" fmla="*/ 149 w 328"/>
                <a:gd name="T47" fmla="*/ 33 h 64"/>
                <a:gd name="T48" fmla="*/ 134 w 328"/>
                <a:gd name="T49" fmla="*/ 36 h 64"/>
                <a:gd name="T50" fmla="*/ 138 w 328"/>
                <a:gd name="T51" fmla="*/ 42 h 64"/>
                <a:gd name="T52" fmla="*/ 149 w 328"/>
                <a:gd name="T53" fmla="*/ 42 h 64"/>
                <a:gd name="T54" fmla="*/ 157 w 328"/>
                <a:gd name="T55" fmla="*/ 45 h 64"/>
                <a:gd name="T56" fmla="*/ 162 w 328"/>
                <a:gd name="T57" fmla="*/ 45 h 64"/>
                <a:gd name="T58" fmla="*/ 177 w 328"/>
                <a:gd name="T59" fmla="*/ 42 h 64"/>
                <a:gd name="T60" fmla="*/ 179 w 328"/>
                <a:gd name="T61" fmla="*/ 42 h 64"/>
                <a:gd name="T62" fmla="*/ 180 w 328"/>
                <a:gd name="T63" fmla="*/ 29 h 64"/>
                <a:gd name="T64" fmla="*/ 172 w 328"/>
                <a:gd name="T65" fmla="*/ 31 h 64"/>
                <a:gd name="T66" fmla="*/ 166 w 328"/>
                <a:gd name="T67" fmla="*/ 29 h 64"/>
                <a:gd name="T68" fmla="*/ 154 w 328"/>
                <a:gd name="T69" fmla="*/ 31 h 64"/>
                <a:gd name="T70" fmla="*/ 148 w 328"/>
                <a:gd name="T71" fmla="*/ 29 h 64"/>
                <a:gd name="T72" fmla="*/ 133 w 328"/>
                <a:gd name="T73" fmla="*/ 31 h 64"/>
                <a:gd name="T74" fmla="*/ 123 w 328"/>
                <a:gd name="T75" fmla="*/ 7 h 64"/>
                <a:gd name="T76" fmla="*/ 135 w 328"/>
                <a:gd name="T77" fmla="*/ 50 h 64"/>
                <a:gd name="T78" fmla="*/ 198 w 328"/>
                <a:gd name="T79" fmla="*/ 56 h 64"/>
                <a:gd name="T80" fmla="*/ 203 w 328"/>
                <a:gd name="T81" fmla="*/ 62 h 64"/>
                <a:gd name="T82" fmla="*/ 215 w 328"/>
                <a:gd name="T83" fmla="*/ 6 h 64"/>
                <a:gd name="T84" fmla="*/ 217 w 328"/>
                <a:gd name="T85" fmla="*/ 5 h 64"/>
                <a:gd name="T86" fmla="*/ 230 w 328"/>
                <a:gd name="T87" fmla="*/ 62 h 64"/>
                <a:gd name="T88" fmla="*/ 236 w 328"/>
                <a:gd name="T89" fmla="*/ 2 h 64"/>
                <a:gd name="T90" fmla="*/ 241 w 328"/>
                <a:gd name="T91" fmla="*/ 62 h 64"/>
                <a:gd name="T92" fmla="*/ 254 w 328"/>
                <a:gd name="T93" fmla="*/ 2 h 64"/>
                <a:gd name="T94" fmla="*/ 256 w 328"/>
                <a:gd name="T95" fmla="*/ 2 h 64"/>
                <a:gd name="T96" fmla="*/ 268 w 328"/>
                <a:gd name="T97" fmla="*/ 62 h 64"/>
                <a:gd name="T98" fmla="*/ 275 w 328"/>
                <a:gd name="T99" fmla="*/ 2 h 64"/>
                <a:gd name="T100" fmla="*/ 280 w 328"/>
                <a:gd name="T101" fmla="*/ 62 h 64"/>
                <a:gd name="T102" fmla="*/ 292 w 328"/>
                <a:gd name="T103" fmla="*/ 2 h 64"/>
                <a:gd name="T104" fmla="*/ 294 w 328"/>
                <a:gd name="T105" fmla="*/ 2 h 64"/>
                <a:gd name="T106" fmla="*/ 307 w 328"/>
                <a:gd name="T107" fmla="*/ 62 h 64"/>
                <a:gd name="T108" fmla="*/ 313 w 328"/>
                <a:gd name="T109" fmla="*/ 2 h 64"/>
                <a:gd name="T110" fmla="*/ 318 w 328"/>
                <a:gd name="T111" fmla="*/ 62 h 64"/>
                <a:gd name="T112" fmla="*/ 132 w 328"/>
                <a:gd name="T113" fmla="*/ 27 h 64"/>
                <a:gd name="T114" fmla="*/ 113 w 328"/>
                <a:gd name="T115" fmla="*/ 62 h 64"/>
                <a:gd name="T116" fmla="*/ 2 w 328"/>
                <a:gd name="T117" fmla="*/ 2 h 64"/>
                <a:gd name="T118" fmla="*/ 129 w 328"/>
                <a:gd name="T119" fmla="*/ 55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28" h="64">
                  <a:moveTo>
                    <a:pt x="328" y="0"/>
                  </a:moveTo>
                  <a:cubicBezTo>
                    <a:pt x="240" y="0"/>
                    <a:pt x="240" y="0"/>
                    <a:pt x="240" y="0"/>
                  </a:cubicBezTo>
                  <a:cubicBezTo>
                    <a:pt x="239" y="0"/>
                    <a:pt x="201" y="3"/>
                    <a:pt x="177" y="19"/>
                  </a:cubicBezTo>
                  <a:cubicBezTo>
                    <a:pt x="177" y="19"/>
                    <a:pt x="177" y="19"/>
                    <a:pt x="177" y="19"/>
                  </a:cubicBezTo>
                  <a:cubicBezTo>
                    <a:pt x="169" y="19"/>
                    <a:pt x="162" y="19"/>
                    <a:pt x="155" y="19"/>
                  </a:cubicBezTo>
                  <a:cubicBezTo>
                    <a:pt x="150" y="15"/>
                    <a:pt x="145" y="13"/>
                    <a:pt x="139" y="10"/>
                  </a:cubicBezTo>
                  <a:cubicBezTo>
                    <a:pt x="139" y="10"/>
                    <a:pt x="139" y="10"/>
                    <a:pt x="139" y="10"/>
                  </a:cubicBezTo>
                  <a:cubicBezTo>
                    <a:pt x="116" y="2"/>
                    <a:pt x="91" y="0"/>
                    <a:pt x="9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0" y="63"/>
                    <a:pt x="0" y="64"/>
                    <a:pt x="1" y="64"/>
                  </a:cubicBezTo>
                  <a:cubicBezTo>
                    <a:pt x="118" y="64"/>
                    <a:pt x="118" y="64"/>
                    <a:pt x="118" y="64"/>
                  </a:cubicBezTo>
                  <a:cubicBezTo>
                    <a:pt x="118" y="64"/>
                    <a:pt x="118" y="64"/>
                    <a:pt x="119" y="64"/>
                  </a:cubicBezTo>
                  <a:cubicBezTo>
                    <a:pt x="124" y="59"/>
                    <a:pt x="124" y="59"/>
                    <a:pt x="124" y="59"/>
                  </a:cubicBezTo>
                  <a:cubicBezTo>
                    <a:pt x="124" y="59"/>
                    <a:pt x="124" y="59"/>
                    <a:pt x="124" y="59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8" y="59"/>
                    <a:pt x="198" y="59"/>
                    <a:pt x="198" y="59"/>
                  </a:cubicBezTo>
                  <a:cubicBezTo>
                    <a:pt x="201" y="63"/>
                    <a:pt x="201" y="63"/>
                    <a:pt x="201" y="63"/>
                  </a:cubicBezTo>
                  <a:cubicBezTo>
                    <a:pt x="202" y="63"/>
                    <a:pt x="202" y="64"/>
                    <a:pt x="202" y="64"/>
                  </a:cubicBezTo>
                  <a:cubicBezTo>
                    <a:pt x="328" y="64"/>
                    <a:pt x="328" y="64"/>
                    <a:pt x="328" y="64"/>
                  </a:cubicBezTo>
                  <a:cubicBezTo>
                    <a:pt x="328" y="64"/>
                    <a:pt x="328" y="64"/>
                    <a:pt x="328" y="64"/>
                  </a:cubicBezTo>
                  <a:cubicBezTo>
                    <a:pt x="328" y="64"/>
                    <a:pt x="328" y="64"/>
                    <a:pt x="328" y="63"/>
                  </a:cubicBezTo>
                  <a:cubicBezTo>
                    <a:pt x="328" y="63"/>
                    <a:pt x="328" y="63"/>
                    <a:pt x="328" y="63"/>
                  </a:cubicBezTo>
                  <a:cubicBezTo>
                    <a:pt x="328" y="63"/>
                    <a:pt x="328" y="63"/>
                    <a:pt x="328" y="63"/>
                  </a:cubicBezTo>
                  <a:cubicBezTo>
                    <a:pt x="328" y="63"/>
                    <a:pt x="328" y="63"/>
                    <a:pt x="328" y="63"/>
                  </a:cubicBezTo>
                  <a:cubicBezTo>
                    <a:pt x="328" y="1"/>
                    <a:pt x="328" y="1"/>
                    <a:pt x="328" y="1"/>
                  </a:cubicBezTo>
                  <a:cubicBezTo>
                    <a:pt x="328" y="0"/>
                    <a:pt x="328" y="0"/>
                    <a:pt x="328" y="0"/>
                  </a:cubicBezTo>
                  <a:close/>
                  <a:moveTo>
                    <a:pt x="327" y="62"/>
                  </a:moveTo>
                  <a:cubicBezTo>
                    <a:pt x="323" y="62"/>
                    <a:pt x="323" y="62"/>
                    <a:pt x="323" y="62"/>
                  </a:cubicBezTo>
                  <a:cubicBezTo>
                    <a:pt x="323" y="2"/>
                    <a:pt x="323" y="2"/>
                    <a:pt x="323" y="2"/>
                  </a:cubicBezTo>
                  <a:cubicBezTo>
                    <a:pt x="327" y="2"/>
                    <a:pt x="327" y="2"/>
                    <a:pt x="327" y="2"/>
                  </a:cubicBezTo>
                  <a:lnTo>
                    <a:pt x="327" y="62"/>
                  </a:lnTo>
                  <a:close/>
                  <a:moveTo>
                    <a:pt x="193" y="51"/>
                  </a:moveTo>
                  <a:cubicBezTo>
                    <a:pt x="193" y="51"/>
                    <a:pt x="193" y="51"/>
                    <a:pt x="193" y="51"/>
                  </a:cubicBezTo>
                  <a:cubicBezTo>
                    <a:pt x="193" y="25"/>
                    <a:pt x="193" y="25"/>
                    <a:pt x="193" y="25"/>
                  </a:cubicBezTo>
                  <a:cubicBezTo>
                    <a:pt x="193" y="25"/>
                    <a:pt x="193" y="25"/>
                    <a:pt x="193" y="25"/>
                  </a:cubicBezTo>
                  <a:cubicBezTo>
                    <a:pt x="194" y="22"/>
                    <a:pt x="194" y="22"/>
                    <a:pt x="194" y="22"/>
                  </a:cubicBezTo>
                  <a:cubicBezTo>
                    <a:pt x="194" y="22"/>
                    <a:pt x="194" y="21"/>
                    <a:pt x="193" y="21"/>
                  </a:cubicBezTo>
                  <a:cubicBezTo>
                    <a:pt x="193" y="21"/>
                    <a:pt x="193" y="21"/>
                    <a:pt x="193" y="21"/>
                  </a:cubicBezTo>
                  <a:cubicBezTo>
                    <a:pt x="193" y="12"/>
                    <a:pt x="193" y="12"/>
                    <a:pt x="193" y="12"/>
                  </a:cubicBezTo>
                  <a:cubicBezTo>
                    <a:pt x="194" y="12"/>
                    <a:pt x="195" y="12"/>
                    <a:pt x="196" y="11"/>
                  </a:cubicBezTo>
                  <a:cubicBezTo>
                    <a:pt x="196" y="54"/>
                    <a:pt x="196" y="54"/>
                    <a:pt x="196" y="54"/>
                  </a:cubicBezTo>
                  <a:lnTo>
                    <a:pt x="193" y="51"/>
                  </a:lnTo>
                  <a:close/>
                  <a:moveTo>
                    <a:pt x="107" y="4"/>
                  </a:moveTo>
                  <a:cubicBezTo>
                    <a:pt x="108" y="4"/>
                    <a:pt x="110" y="4"/>
                    <a:pt x="111" y="4"/>
                  </a:cubicBezTo>
                  <a:cubicBezTo>
                    <a:pt x="126" y="55"/>
                    <a:pt x="126" y="55"/>
                    <a:pt x="126" y="55"/>
                  </a:cubicBezTo>
                  <a:cubicBezTo>
                    <a:pt x="123" y="57"/>
                    <a:pt x="123" y="57"/>
                    <a:pt x="123" y="57"/>
                  </a:cubicBezTo>
                  <a:lnTo>
                    <a:pt x="107" y="4"/>
                  </a:lnTo>
                  <a:close/>
                  <a:moveTo>
                    <a:pt x="122" y="59"/>
                  </a:moveTo>
                  <a:cubicBezTo>
                    <a:pt x="119" y="61"/>
                    <a:pt x="119" y="61"/>
                    <a:pt x="119" y="61"/>
                  </a:cubicBezTo>
                  <a:cubicBezTo>
                    <a:pt x="102" y="3"/>
                    <a:pt x="102" y="3"/>
                    <a:pt x="102" y="3"/>
                  </a:cubicBezTo>
                  <a:cubicBezTo>
                    <a:pt x="103" y="3"/>
                    <a:pt x="104" y="3"/>
                    <a:pt x="105" y="3"/>
                  </a:cubicBezTo>
                  <a:lnTo>
                    <a:pt x="122" y="59"/>
                  </a:lnTo>
                  <a:close/>
                  <a:moveTo>
                    <a:pt x="127" y="54"/>
                  </a:moveTo>
                  <a:cubicBezTo>
                    <a:pt x="113" y="5"/>
                    <a:pt x="113" y="5"/>
                    <a:pt x="113" y="5"/>
                  </a:cubicBezTo>
                  <a:cubicBezTo>
                    <a:pt x="114" y="5"/>
                    <a:pt x="115" y="5"/>
                    <a:pt x="116" y="5"/>
                  </a:cubicBezTo>
                  <a:cubicBezTo>
                    <a:pt x="130" y="52"/>
                    <a:pt x="130" y="52"/>
                    <a:pt x="130" y="52"/>
                  </a:cubicBezTo>
                  <a:lnTo>
                    <a:pt x="127" y="54"/>
                  </a:lnTo>
                  <a:close/>
                  <a:moveTo>
                    <a:pt x="147" y="19"/>
                  </a:moveTo>
                  <a:cubicBezTo>
                    <a:pt x="145" y="15"/>
                    <a:pt x="145" y="15"/>
                    <a:pt x="145" y="15"/>
                  </a:cubicBezTo>
                  <a:cubicBezTo>
                    <a:pt x="147" y="16"/>
                    <a:pt x="148" y="16"/>
                    <a:pt x="149" y="17"/>
                  </a:cubicBezTo>
                  <a:cubicBezTo>
                    <a:pt x="149" y="17"/>
                    <a:pt x="149" y="17"/>
                    <a:pt x="149" y="17"/>
                  </a:cubicBezTo>
                  <a:cubicBezTo>
                    <a:pt x="150" y="19"/>
                    <a:pt x="150" y="19"/>
                    <a:pt x="150" y="19"/>
                  </a:cubicBezTo>
                  <a:cubicBezTo>
                    <a:pt x="149" y="19"/>
                    <a:pt x="148" y="19"/>
                    <a:pt x="147" y="19"/>
                  </a:cubicBezTo>
                  <a:close/>
                  <a:moveTo>
                    <a:pt x="145" y="19"/>
                  </a:moveTo>
                  <a:cubicBezTo>
                    <a:pt x="144" y="19"/>
                    <a:pt x="143" y="20"/>
                    <a:pt x="142" y="20"/>
                  </a:cubicBezTo>
                  <a:cubicBezTo>
                    <a:pt x="140" y="13"/>
                    <a:pt x="140" y="13"/>
                    <a:pt x="140" y="13"/>
                  </a:cubicBezTo>
                  <a:cubicBezTo>
                    <a:pt x="141" y="13"/>
                    <a:pt x="142" y="14"/>
                    <a:pt x="143" y="14"/>
                  </a:cubicBezTo>
                  <a:cubicBezTo>
                    <a:pt x="143" y="14"/>
                    <a:pt x="143" y="15"/>
                    <a:pt x="143" y="15"/>
                  </a:cubicBezTo>
                  <a:lnTo>
                    <a:pt x="145" y="19"/>
                  </a:lnTo>
                  <a:close/>
                  <a:moveTo>
                    <a:pt x="140" y="20"/>
                  </a:moveTo>
                  <a:cubicBezTo>
                    <a:pt x="139" y="20"/>
                    <a:pt x="138" y="20"/>
                    <a:pt x="137" y="20"/>
                  </a:cubicBezTo>
                  <a:cubicBezTo>
                    <a:pt x="134" y="11"/>
                    <a:pt x="134" y="11"/>
                    <a:pt x="134" y="11"/>
                  </a:cubicBezTo>
                  <a:cubicBezTo>
                    <a:pt x="135" y="11"/>
                    <a:pt x="136" y="11"/>
                    <a:pt x="138" y="12"/>
                  </a:cubicBezTo>
                  <a:lnTo>
                    <a:pt x="140" y="20"/>
                  </a:lnTo>
                  <a:close/>
                  <a:moveTo>
                    <a:pt x="135" y="20"/>
                  </a:moveTo>
                  <a:cubicBezTo>
                    <a:pt x="134" y="20"/>
                    <a:pt x="133" y="20"/>
                    <a:pt x="132" y="21"/>
                  </a:cubicBezTo>
                  <a:cubicBezTo>
                    <a:pt x="129" y="9"/>
                    <a:pt x="129" y="9"/>
                    <a:pt x="129" y="9"/>
                  </a:cubicBezTo>
                  <a:cubicBezTo>
                    <a:pt x="130" y="9"/>
                    <a:pt x="131" y="10"/>
                    <a:pt x="132" y="10"/>
                  </a:cubicBezTo>
                  <a:lnTo>
                    <a:pt x="135" y="20"/>
                  </a:lnTo>
                  <a:close/>
                  <a:moveTo>
                    <a:pt x="183" y="20"/>
                  </a:moveTo>
                  <a:cubicBezTo>
                    <a:pt x="183" y="17"/>
                    <a:pt x="183" y="17"/>
                    <a:pt x="183" y="17"/>
                  </a:cubicBezTo>
                  <a:cubicBezTo>
                    <a:pt x="183" y="17"/>
                    <a:pt x="183" y="17"/>
                    <a:pt x="183" y="17"/>
                  </a:cubicBezTo>
                  <a:cubicBezTo>
                    <a:pt x="184" y="16"/>
                    <a:pt x="185" y="16"/>
                    <a:pt x="186" y="15"/>
                  </a:cubicBezTo>
                  <a:cubicBezTo>
                    <a:pt x="186" y="20"/>
                    <a:pt x="186" y="20"/>
                    <a:pt x="186" y="20"/>
                  </a:cubicBezTo>
                  <a:cubicBezTo>
                    <a:pt x="185" y="20"/>
                    <a:pt x="184" y="20"/>
                    <a:pt x="183" y="20"/>
                  </a:cubicBezTo>
                  <a:close/>
                  <a:moveTo>
                    <a:pt x="188" y="15"/>
                  </a:moveTo>
                  <a:cubicBezTo>
                    <a:pt x="189" y="14"/>
                    <a:pt x="190" y="14"/>
                    <a:pt x="191" y="13"/>
                  </a:cubicBezTo>
                  <a:cubicBezTo>
                    <a:pt x="191" y="21"/>
                    <a:pt x="191" y="21"/>
                    <a:pt x="191" y="21"/>
                  </a:cubicBezTo>
                  <a:cubicBezTo>
                    <a:pt x="190" y="20"/>
                    <a:pt x="189" y="20"/>
                    <a:pt x="188" y="20"/>
                  </a:cubicBezTo>
                  <a:lnTo>
                    <a:pt x="188" y="15"/>
                  </a:lnTo>
                  <a:close/>
                  <a:moveTo>
                    <a:pt x="189" y="46"/>
                  </a:moveTo>
                  <a:cubicBezTo>
                    <a:pt x="189" y="46"/>
                    <a:pt x="189" y="46"/>
                    <a:pt x="189" y="46"/>
                  </a:cubicBezTo>
                  <a:cubicBezTo>
                    <a:pt x="191" y="34"/>
                    <a:pt x="191" y="34"/>
                    <a:pt x="191" y="34"/>
                  </a:cubicBezTo>
                  <a:cubicBezTo>
                    <a:pt x="191" y="49"/>
                    <a:pt x="191" y="49"/>
                    <a:pt x="191" y="49"/>
                  </a:cubicBezTo>
                  <a:lnTo>
                    <a:pt x="189" y="46"/>
                  </a:lnTo>
                  <a:close/>
                  <a:moveTo>
                    <a:pt x="184" y="45"/>
                  </a:moveTo>
                  <a:cubicBezTo>
                    <a:pt x="185" y="42"/>
                    <a:pt x="185" y="42"/>
                    <a:pt x="185" y="42"/>
                  </a:cubicBezTo>
                  <a:cubicBezTo>
                    <a:pt x="188" y="42"/>
                    <a:pt x="188" y="42"/>
                    <a:pt x="188" y="42"/>
                  </a:cubicBezTo>
                  <a:cubicBezTo>
                    <a:pt x="187" y="45"/>
                    <a:pt x="187" y="45"/>
                    <a:pt x="187" y="45"/>
                  </a:cubicBezTo>
                  <a:cubicBezTo>
                    <a:pt x="187" y="45"/>
                    <a:pt x="187" y="45"/>
                    <a:pt x="187" y="45"/>
                  </a:cubicBezTo>
                  <a:lnTo>
                    <a:pt x="184" y="45"/>
                  </a:lnTo>
                  <a:close/>
                  <a:moveTo>
                    <a:pt x="134" y="38"/>
                  </a:moveTo>
                  <a:cubicBezTo>
                    <a:pt x="137" y="38"/>
                    <a:pt x="137" y="38"/>
                    <a:pt x="137" y="38"/>
                  </a:cubicBezTo>
                  <a:cubicBezTo>
                    <a:pt x="138" y="40"/>
                    <a:pt x="138" y="40"/>
                    <a:pt x="138" y="40"/>
                  </a:cubicBezTo>
                  <a:cubicBezTo>
                    <a:pt x="135" y="40"/>
                    <a:pt x="135" y="40"/>
                    <a:pt x="135" y="40"/>
                  </a:cubicBezTo>
                  <a:lnTo>
                    <a:pt x="134" y="38"/>
                  </a:lnTo>
                  <a:close/>
                  <a:moveTo>
                    <a:pt x="139" y="38"/>
                  </a:moveTo>
                  <a:cubicBezTo>
                    <a:pt x="143" y="38"/>
                    <a:pt x="143" y="38"/>
                    <a:pt x="143" y="38"/>
                  </a:cubicBezTo>
                  <a:cubicBezTo>
                    <a:pt x="143" y="40"/>
                    <a:pt x="143" y="40"/>
                    <a:pt x="143" y="40"/>
                  </a:cubicBezTo>
                  <a:cubicBezTo>
                    <a:pt x="139" y="40"/>
                    <a:pt x="139" y="40"/>
                    <a:pt x="139" y="40"/>
                  </a:cubicBezTo>
                  <a:lnTo>
                    <a:pt x="139" y="38"/>
                  </a:lnTo>
                  <a:close/>
                  <a:moveTo>
                    <a:pt x="145" y="38"/>
                  </a:moveTo>
                  <a:cubicBezTo>
                    <a:pt x="149" y="38"/>
                    <a:pt x="149" y="38"/>
                    <a:pt x="149" y="38"/>
                  </a:cubicBezTo>
                  <a:cubicBezTo>
                    <a:pt x="149" y="40"/>
                    <a:pt x="149" y="40"/>
                    <a:pt x="149" y="40"/>
                  </a:cubicBezTo>
                  <a:cubicBezTo>
                    <a:pt x="145" y="40"/>
                    <a:pt x="145" y="40"/>
                    <a:pt x="145" y="40"/>
                  </a:cubicBezTo>
                  <a:lnTo>
                    <a:pt x="145" y="38"/>
                  </a:lnTo>
                  <a:close/>
                  <a:moveTo>
                    <a:pt x="151" y="38"/>
                  </a:moveTo>
                  <a:cubicBezTo>
                    <a:pt x="155" y="38"/>
                    <a:pt x="155" y="38"/>
                    <a:pt x="155" y="38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1" y="40"/>
                    <a:pt x="151" y="40"/>
                    <a:pt x="151" y="40"/>
                  </a:cubicBezTo>
                  <a:lnTo>
                    <a:pt x="151" y="38"/>
                  </a:lnTo>
                  <a:close/>
                  <a:moveTo>
                    <a:pt x="156" y="38"/>
                  </a:moveTo>
                  <a:cubicBezTo>
                    <a:pt x="160" y="38"/>
                    <a:pt x="160" y="38"/>
                    <a:pt x="160" y="38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56" y="40"/>
                    <a:pt x="156" y="40"/>
                    <a:pt x="156" y="40"/>
                  </a:cubicBezTo>
                  <a:lnTo>
                    <a:pt x="156" y="38"/>
                  </a:lnTo>
                  <a:close/>
                  <a:moveTo>
                    <a:pt x="162" y="38"/>
                  </a:moveTo>
                  <a:cubicBezTo>
                    <a:pt x="166" y="38"/>
                    <a:pt x="166" y="38"/>
                    <a:pt x="166" y="38"/>
                  </a:cubicBezTo>
                  <a:cubicBezTo>
                    <a:pt x="166" y="40"/>
                    <a:pt x="166" y="40"/>
                    <a:pt x="166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38"/>
                  </a:lnTo>
                  <a:close/>
                  <a:moveTo>
                    <a:pt x="168" y="38"/>
                  </a:moveTo>
                  <a:cubicBezTo>
                    <a:pt x="172" y="38"/>
                    <a:pt x="172" y="38"/>
                    <a:pt x="172" y="38"/>
                  </a:cubicBezTo>
                  <a:cubicBezTo>
                    <a:pt x="172" y="40"/>
                    <a:pt x="172" y="40"/>
                    <a:pt x="172" y="40"/>
                  </a:cubicBezTo>
                  <a:cubicBezTo>
                    <a:pt x="168" y="40"/>
                    <a:pt x="168" y="40"/>
                    <a:pt x="168" y="40"/>
                  </a:cubicBezTo>
                  <a:lnTo>
                    <a:pt x="168" y="38"/>
                  </a:lnTo>
                  <a:close/>
                  <a:moveTo>
                    <a:pt x="174" y="38"/>
                  </a:moveTo>
                  <a:cubicBezTo>
                    <a:pt x="178" y="38"/>
                    <a:pt x="178" y="38"/>
                    <a:pt x="178" y="38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4" y="40"/>
                    <a:pt x="174" y="40"/>
                    <a:pt x="174" y="40"/>
                  </a:cubicBezTo>
                  <a:lnTo>
                    <a:pt x="174" y="38"/>
                  </a:lnTo>
                  <a:close/>
                  <a:moveTo>
                    <a:pt x="179" y="38"/>
                  </a:moveTo>
                  <a:cubicBezTo>
                    <a:pt x="183" y="38"/>
                    <a:pt x="183" y="38"/>
                    <a:pt x="183" y="38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79" y="40"/>
                    <a:pt x="179" y="40"/>
                    <a:pt x="179" y="40"/>
                  </a:cubicBezTo>
                  <a:lnTo>
                    <a:pt x="179" y="38"/>
                  </a:lnTo>
                  <a:close/>
                  <a:moveTo>
                    <a:pt x="185" y="38"/>
                  </a:moveTo>
                  <a:cubicBezTo>
                    <a:pt x="189" y="38"/>
                    <a:pt x="189" y="38"/>
                    <a:pt x="189" y="38"/>
                  </a:cubicBezTo>
                  <a:cubicBezTo>
                    <a:pt x="188" y="40"/>
                    <a:pt x="188" y="40"/>
                    <a:pt x="188" y="40"/>
                  </a:cubicBezTo>
                  <a:cubicBezTo>
                    <a:pt x="185" y="40"/>
                    <a:pt x="185" y="40"/>
                    <a:pt x="185" y="40"/>
                  </a:cubicBezTo>
                  <a:lnTo>
                    <a:pt x="185" y="38"/>
                  </a:lnTo>
                  <a:close/>
                  <a:moveTo>
                    <a:pt x="189" y="36"/>
                  </a:moveTo>
                  <a:cubicBezTo>
                    <a:pt x="185" y="36"/>
                    <a:pt x="185" y="36"/>
                    <a:pt x="185" y="36"/>
                  </a:cubicBezTo>
                  <a:cubicBezTo>
                    <a:pt x="186" y="33"/>
                    <a:pt x="186" y="33"/>
                    <a:pt x="186" y="33"/>
                  </a:cubicBezTo>
                  <a:cubicBezTo>
                    <a:pt x="189" y="33"/>
                    <a:pt x="189" y="33"/>
                    <a:pt x="189" y="33"/>
                  </a:cubicBezTo>
                  <a:lnTo>
                    <a:pt x="189" y="36"/>
                  </a:lnTo>
                  <a:close/>
                  <a:moveTo>
                    <a:pt x="184" y="36"/>
                  </a:moveTo>
                  <a:cubicBezTo>
                    <a:pt x="180" y="36"/>
                    <a:pt x="180" y="36"/>
                    <a:pt x="180" y="36"/>
                  </a:cubicBezTo>
                  <a:cubicBezTo>
                    <a:pt x="180" y="33"/>
                    <a:pt x="180" y="33"/>
                    <a:pt x="180" y="33"/>
                  </a:cubicBezTo>
                  <a:cubicBezTo>
                    <a:pt x="184" y="33"/>
                    <a:pt x="184" y="33"/>
                    <a:pt x="184" y="33"/>
                  </a:cubicBezTo>
                  <a:lnTo>
                    <a:pt x="184" y="36"/>
                  </a:lnTo>
                  <a:close/>
                  <a:moveTo>
                    <a:pt x="178" y="36"/>
                  </a:moveTo>
                  <a:cubicBezTo>
                    <a:pt x="174" y="36"/>
                    <a:pt x="174" y="36"/>
                    <a:pt x="174" y="36"/>
                  </a:cubicBezTo>
                  <a:cubicBezTo>
                    <a:pt x="174" y="33"/>
                    <a:pt x="174" y="33"/>
                    <a:pt x="174" y="33"/>
                  </a:cubicBezTo>
                  <a:cubicBezTo>
                    <a:pt x="178" y="33"/>
                    <a:pt x="178" y="33"/>
                    <a:pt x="178" y="33"/>
                  </a:cubicBezTo>
                  <a:lnTo>
                    <a:pt x="178" y="36"/>
                  </a:lnTo>
                  <a:close/>
                  <a:moveTo>
                    <a:pt x="172" y="36"/>
                  </a:moveTo>
                  <a:cubicBezTo>
                    <a:pt x="168" y="36"/>
                    <a:pt x="168" y="36"/>
                    <a:pt x="168" y="36"/>
                  </a:cubicBezTo>
                  <a:cubicBezTo>
                    <a:pt x="168" y="33"/>
                    <a:pt x="168" y="33"/>
                    <a:pt x="168" y="33"/>
                  </a:cubicBezTo>
                  <a:cubicBezTo>
                    <a:pt x="172" y="33"/>
                    <a:pt x="172" y="33"/>
                    <a:pt x="172" y="33"/>
                  </a:cubicBezTo>
                  <a:lnTo>
                    <a:pt x="172" y="36"/>
                  </a:lnTo>
                  <a:close/>
                  <a:moveTo>
                    <a:pt x="166" y="36"/>
                  </a:moveTo>
                  <a:cubicBezTo>
                    <a:pt x="162" y="36"/>
                    <a:pt x="162" y="36"/>
                    <a:pt x="162" y="36"/>
                  </a:cubicBezTo>
                  <a:cubicBezTo>
                    <a:pt x="162" y="33"/>
                    <a:pt x="162" y="33"/>
                    <a:pt x="162" y="33"/>
                  </a:cubicBezTo>
                  <a:cubicBezTo>
                    <a:pt x="166" y="33"/>
                    <a:pt x="166" y="33"/>
                    <a:pt x="166" y="33"/>
                  </a:cubicBezTo>
                  <a:lnTo>
                    <a:pt x="166" y="36"/>
                  </a:lnTo>
                  <a:close/>
                  <a:moveTo>
                    <a:pt x="160" y="36"/>
                  </a:moveTo>
                  <a:cubicBezTo>
                    <a:pt x="156" y="36"/>
                    <a:pt x="156" y="36"/>
                    <a:pt x="156" y="36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60" y="33"/>
                    <a:pt x="160" y="33"/>
                    <a:pt x="160" y="33"/>
                  </a:cubicBezTo>
                  <a:lnTo>
                    <a:pt x="160" y="36"/>
                  </a:lnTo>
                  <a:close/>
                  <a:moveTo>
                    <a:pt x="155" y="36"/>
                  </a:moveTo>
                  <a:cubicBezTo>
                    <a:pt x="151" y="36"/>
                    <a:pt x="151" y="36"/>
                    <a:pt x="151" y="36"/>
                  </a:cubicBezTo>
                  <a:cubicBezTo>
                    <a:pt x="150" y="33"/>
                    <a:pt x="150" y="33"/>
                    <a:pt x="150" y="33"/>
                  </a:cubicBezTo>
                  <a:cubicBezTo>
                    <a:pt x="154" y="33"/>
                    <a:pt x="154" y="33"/>
                    <a:pt x="154" y="33"/>
                  </a:cubicBezTo>
                  <a:lnTo>
                    <a:pt x="155" y="36"/>
                  </a:lnTo>
                  <a:close/>
                  <a:moveTo>
                    <a:pt x="149" y="36"/>
                  </a:moveTo>
                  <a:cubicBezTo>
                    <a:pt x="145" y="36"/>
                    <a:pt x="145" y="36"/>
                    <a:pt x="145" y="36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9" y="33"/>
                    <a:pt x="149" y="33"/>
                    <a:pt x="149" y="33"/>
                  </a:cubicBezTo>
                  <a:lnTo>
                    <a:pt x="149" y="36"/>
                  </a:lnTo>
                  <a:close/>
                  <a:moveTo>
                    <a:pt x="143" y="36"/>
                  </a:moveTo>
                  <a:cubicBezTo>
                    <a:pt x="139" y="36"/>
                    <a:pt x="139" y="36"/>
                    <a:pt x="139" y="36"/>
                  </a:cubicBezTo>
                  <a:cubicBezTo>
                    <a:pt x="139" y="33"/>
                    <a:pt x="139" y="33"/>
                    <a:pt x="139" y="33"/>
                  </a:cubicBezTo>
                  <a:cubicBezTo>
                    <a:pt x="143" y="33"/>
                    <a:pt x="143" y="33"/>
                    <a:pt x="143" y="33"/>
                  </a:cubicBezTo>
                  <a:lnTo>
                    <a:pt x="143" y="36"/>
                  </a:lnTo>
                  <a:close/>
                  <a:moveTo>
                    <a:pt x="137" y="36"/>
                  </a:moveTo>
                  <a:cubicBezTo>
                    <a:pt x="134" y="36"/>
                    <a:pt x="134" y="36"/>
                    <a:pt x="134" y="36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7" y="33"/>
                    <a:pt x="137" y="33"/>
                    <a:pt x="137" y="33"/>
                  </a:cubicBezTo>
                  <a:lnTo>
                    <a:pt x="137" y="36"/>
                  </a:lnTo>
                  <a:close/>
                  <a:moveTo>
                    <a:pt x="138" y="42"/>
                  </a:moveTo>
                  <a:cubicBezTo>
                    <a:pt x="138" y="45"/>
                    <a:pt x="138" y="45"/>
                    <a:pt x="138" y="45"/>
                  </a:cubicBezTo>
                  <a:cubicBezTo>
                    <a:pt x="136" y="45"/>
                    <a:pt x="136" y="45"/>
                    <a:pt x="136" y="45"/>
                  </a:cubicBezTo>
                  <a:cubicBezTo>
                    <a:pt x="135" y="42"/>
                    <a:pt x="135" y="42"/>
                    <a:pt x="135" y="42"/>
                  </a:cubicBezTo>
                  <a:lnTo>
                    <a:pt x="138" y="42"/>
                  </a:lnTo>
                  <a:close/>
                  <a:moveTo>
                    <a:pt x="140" y="45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43" y="42"/>
                    <a:pt x="143" y="42"/>
                    <a:pt x="143" y="42"/>
                  </a:cubicBezTo>
                  <a:cubicBezTo>
                    <a:pt x="144" y="45"/>
                    <a:pt x="144" y="45"/>
                    <a:pt x="144" y="45"/>
                  </a:cubicBezTo>
                  <a:lnTo>
                    <a:pt x="140" y="45"/>
                  </a:lnTo>
                  <a:close/>
                  <a:moveTo>
                    <a:pt x="146" y="45"/>
                  </a:moveTo>
                  <a:cubicBezTo>
                    <a:pt x="145" y="42"/>
                    <a:pt x="145" y="42"/>
                    <a:pt x="145" y="42"/>
                  </a:cubicBezTo>
                  <a:cubicBezTo>
                    <a:pt x="149" y="42"/>
                    <a:pt x="149" y="42"/>
                    <a:pt x="149" y="42"/>
                  </a:cubicBezTo>
                  <a:cubicBezTo>
                    <a:pt x="149" y="45"/>
                    <a:pt x="149" y="45"/>
                    <a:pt x="149" y="45"/>
                  </a:cubicBezTo>
                  <a:lnTo>
                    <a:pt x="146" y="45"/>
                  </a:lnTo>
                  <a:close/>
                  <a:moveTo>
                    <a:pt x="151" y="45"/>
                  </a:moveTo>
                  <a:cubicBezTo>
                    <a:pt x="151" y="42"/>
                    <a:pt x="151" y="42"/>
                    <a:pt x="151" y="42"/>
                  </a:cubicBezTo>
                  <a:cubicBezTo>
                    <a:pt x="155" y="42"/>
                    <a:pt x="155" y="42"/>
                    <a:pt x="155" y="42"/>
                  </a:cubicBezTo>
                  <a:cubicBezTo>
                    <a:pt x="155" y="45"/>
                    <a:pt x="155" y="45"/>
                    <a:pt x="155" y="45"/>
                  </a:cubicBezTo>
                  <a:lnTo>
                    <a:pt x="151" y="45"/>
                  </a:lnTo>
                  <a:close/>
                  <a:moveTo>
                    <a:pt x="157" y="45"/>
                  </a:moveTo>
                  <a:cubicBezTo>
                    <a:pt x="157" y="42"/>
                    <a:pt x="157" y="42"/>
                    <a:pt x="157" y="42"/>
                  </a:cubicBezTo>
                  <a:cubicBezTo>
                    <a:pt x="160" y="42"/>
                    <a:pt x="160" y="42"/>
                    <a:pt x="160" y="42"/>
                  </a:cubicBezTo>
                  <a:cubicBezTo>
                    <a:pt x="160" y="45"/>
                    <a:pt x="160" y="45"/>
                    <a:pt x="160" y="45"/>
                  </a:cubicBezTo>
                  <a:lnTo>
                    <a:pt x="157" y="45"/>
                  </a:lnTo>
                  <a:close/>
                  <a:moveTo>
                    <a:pt x="162" y="42"/>
                  </a:moveTo>
                  <a:cubicBezTo>
                    <a:pt x="166" y="42"/>
                    <a:pt x="166" y="42"/>
                    <a:pt x="166" y="42"/>
                  </a:cubicBezTo>
                  <a:cubicBezTo>
                    <a:pt x="166" y="45"/>
                    <a:pt x="166" y="45"/>
                    <a:pt x="166" y="45"/>
                  </a:cubicBezTo>
                  <a:cubicBezTo>
                    <a:pt x="162" y="45"/>
                    <a:pt x="162" y="45"/>
                    <a:pt x="162" y="45"/>
                  </a:cubicBezTo>
                  <a:lnTo>
                    <a:pt x="162" y="42"/>
                  </a:lnTo>
                  <a:close/>
                  <a:moveTo>
                    <a:pt x="168" y="42"/>
                  </a:moveTo>
                  <a:cubicBezTo>
                    <a:pt x="172" y="42"/>
                    <a:pt x="172" y="42"/>
                    <a:pt x="172" y="42"/>
                  </a:cubicBezTo>
                  <a:cubicBezTo>
                    <a:pt x="171" y="45"/>
                    <a:pt x="171" y="45"/>
                    <a:pt x="171" y="45"/>
                  </a:cubicBezTo>
                  <a:cubicBezTo>
                    <a:pt x="168" y="45"/>
                    <a:pt x="168" y="45"/>
                    <a:pt x="168" y="45"/>
                  </a:cubicBezTo>
                  <a:lnTo>
                    <a:pt x="168" y="42"/>
                  </a:lnTo>
                  <a:close/>
                  <a:moveTo>
                    <a:pt x="173" y="42"/>
                  </a:moveTo>
                  <a:cubicBezTo>
                    <a:pt x="177" y="42"/>
                    <a:pt x="177" y="42"/>
                    <a:pt x="177" y="42"/>
                  </a:cubicBezTo>
                  <a:cubicBezTo>
                    <a:pt x="177" y="45"/>
                    <a:pt x="177" y="45"/>
                    <a:pt x="177" y="45"/>
                  </a:cubicBezTo>
                  <a:cubicBezTo>
                    <a:pt x="173" y="45"/>
                    <a:pt x="173" y="45"/>
                    <a:pt x="173" y="45"/>
                  </a:cubicBezTo>
                  <a:lnTo>
                    <a:pt x="173" y="42"/>
                  </a:lnTo>
                  <a:close/>
                  <a:moveTo>
                    <a:pt x="179" y="42"/>
                  </a:moveTo>
                  <a:cubicBezTo>
                    <a:pt x="183" y="42"/>
                    <a:pt x="183" y="42"/>
                    <a:pt x="183" y="42"/>
                  </a:cubicBezTo>
                  <a:cubicBezTo>
                    <a:pt x="183" y="45"/>
                    <a:pt x="183" y="45"/>
                    <a:pt x="183" y="45"/>
                  </a:cubicBezTo>
                  <a:cubicBezTo>
                    <a:pt x="179" y="45"/>
                    <a:pt x="179" y="45"/>
                    <a:pt x="179" y="45"/>
                  </a:cubicBezTo>
                  <a:lnTo>
                    <a:pt x="179" y="42"/>
                  </a:lnTo>
                  <a:close/>
                  <a:moveTo>
                    <a:pt x="190" y="31"/>
                  </a:moveTo>
                  <a:cubicBezTo>
                    <a:pt x="186" y="31"/>
                    <a:pt x="186" y="31"/>
                    <a:pt x="186" y="31"/>
                  </a:cubicBezTo>
                  <a:cubicBezTo>
                    <a:pt x="186" y="29"/>
                    <a:pt x="186" y="29"/>
                    <a:pt x="186" y="29"/>
                  </a:cubicBezTo>
                  <a:cubicBezTo>
                    <a:pt x="190" y="29"/>
                    <a:pt x="190" y="29"/>
                    <a:pt x="190" y="29"/>
                  </a:cubicBezTo>
                  <a:lnTo>
                    <a:pt x="190" y="31"/>
                  </a:lnTo>
                  <a:close/>
                  <a:moveTo>
                    <a:pt x="184" y="31"/>
                  </a:moveTo>
                  <a:cubicBezTo>
                    <a:pt x="180" y="31"/>
                    <a:pt x="180" y="31"/>
                    <a:pt x="180" y="31"/>
                  </a:cubicBezTo>
                  <a:cubicBezTo>
                    <a:pt x="180" y="29"/>
                    <a:pt x="180" y="29"/>
                    <a:pt x="180" y="29"/>
                  </a:cubicBezTo>
                  <a:cubicBezTo>
                    <a:pt x="184" y="29"/>
                    <a:pt x="184" y="29"/>
                    <a:pt x="184" y="29"/>
                  </a:cubicBezTo>
                  <a:lnTo>
                    <a:pt x="184" y="31"/>
                  </a:lnTo>
                  <a:close/>
                  <a:moveTo>
                    <a:pt x="178" y="31"/>
                  </a:moveTo>
                  <a:cubicBezTo>
                    <a:pt x="174" y="31"/>
                    <a:pt x="174" y="31"/>
                    <a:pt x="174" y="31"/>
                  </a:cubicBezTo>
                  <a:cubicBezTo>
                    <a:pt x="174" y="29"/>
                    <a:pt x="174" y="29"/>
                    <a:pt x="174" y="29"/>
                  </a:cubicBezTo>
                  <a:cubicBezTo>
                    <a:pt x="178" y="29"/>
                    <a:pt x="178" y="29"/>
                    <a:pt x="178" y="29"/>
                  </a:cubicBezTo>
                  <a:lnTo>
                    <a:pt x="178" y="31"/>
                  </a:lnTo>
                  <a:close/>
                  <a:moveTo>
                    <a:pt x="172" y="31"/>
                  </a:moveTo>
                  <a:cubicBezTo>
                    <a:pt x="168" y="31"/>
                    <a:pt x="168" y="31"/>
                    <a:pt x="168" y="31"/>
                  </a:cubicBezTo>
                  <a:cubicBezTo>
                    <a:pt x="168" y="29"/>
                    <a:pt x="168" y="29"/>
                    <a:pt x="168" y="29"/>
                  </a:cubicBezTo>
                  <a:cubicBezTo>
                    <a:pt x="172" y="29"/>
                    <a:pt x="172" y="29"/>
                    <a:pt x="172" y="29"/>
                  </a:cubicBezTo>
                  <a:lnTo>
                    <a:pt x="172" y="31"/>
                  </a:lnTo>
                  <a:close/>
                  <a:moveTo>
                    <a:pt x="166" y="31"/>
                  </a:moveTo>
                  <a:cubicBezTo>
                    <a:pt x="162" y="31"/>
                    <a:pt x="162" y="31"/>
                    <a:pt x="162" y="31"/>
                  </a:cubicBezTo>
                  <a:cubicBezTo>
                    <a:pt x="162" y="29"/>
                    <a:pt x="162" y="29"/>
                    <a:pt x="162" y="29"/>
                  </a:cubicBezTo>
                  <a:cubicBezTo>
                    <a:pt x="166" y="29"/>
                    <a:pt x="166" y="29"/>
                    <a:pt x="166" y="29"/>
                  </a:cubicBezTo>
                  <a:lnTo>
                    <a:pt x="166" y="31"/>
                  </a:lnTo>
                  <a:close/>
                  <a:moveTo>
                    <a:pt x="160" y="31"/>
                  </a:moveTo>
                  <a:cubicBezTo>
                    <a:pt x="156" y="31"/>
                    <a:pt x="156" y="31"/>
                    <a:pt x="156" y="31"/>
                  </a:cubicBezTo>
                  <a:cubicBezTo>
                    <a:pt x="156" y="29"/>
                    <a:pt x="156" y="29"/>
                    <a:pt x="156" y="29"/>
                  </a:cubicBezTo>
                  <a:cubicBezTo>
                    <a:pt x="160" y="29"/>
                    <a:pt x="160" y="29"/>
                    <a:pt x="160" y="29"/>
                  </a:cubicBezTo>
                  <a:lnTo>
                    <a:pt x="160" y="31"/>
                  </a:lnTo>
                  <a:close/>
                  <a:moveTo>
                    <a:pt x="154" y="29"/>
                  </a:moveTo>
                  <a:cubicBezTo>
                    <a:pt x="154" y="31"/>
                    <a:pt x="154" y="31"/>
                    <a:pt x="154" y="31"/>
                  </a:cubicBezTo>
                  <a:cubicBezTo>
                    <a:pt x="150" y="31"/>
                    <a:pt x="150" y="31"/>
                    <a:pt x="150" y="31"/>
                  </a:cubicBezTo>
                  <a:cubicBezTo>
                    <a:pt x="150" y="29"/>
                    <a:pt x="150" y="29"/>
                    <a:pt x="150" y="29"/>
                  </a:cubicBezTo>
                  <a:lnTo>
                    <a:pt x="154" y="29"/>
                  </a:lnTo>
                  <a:close/>
                  <a:moveTo>
                    <a:pt x="148" y="29"/>
                  </a:moveTo>
                  <a:cubicBezTo>
                    <a:pt x="148" y="31"/>
                    <a:pt x="148" y="31"/>
                    <a:pt x="148" y="31"/>
                  </a:cubicBezTo>
                  <a:cubicBezTo>
                    <a:pt x="144" y="31"/>
                    <a:pt x="144" y="31"/>
                    <a:pt x="144" y="31"/>
                  </a:cubicBezTo>
                  <a:cubicBezTo>
                    <a:pt x="144" y="29"/>
                    <a:pt x="144" y="29"/>
                    <a:pt x="144" y="29"/>
                  </a:cubicBezTo>
                  <a:lnTo>
                    <a:pt x="148" y="29"/>
                  </a:lnTo>
                  <a:close/>
                  <a:moveTo>
                    <a:pt x="142" y="29"/>
                  </a:moveTo>
                  <a:cubicBezTo>
                    <a:pt x="143" y="31"/>
                    <a:pt x="143" y="31"/>
                    <a:pt x="143" y="31"/>
                  </a:cubicBezTo>
                  <a:cubicBezTo>
                    <a:pt x="138" y="31"/>
                    <a:pt x="138" y="31"/>
                    <a:pt x="138" y="31"/>
                  </a:cubicBezTo>
                  <a:cubicBezTo>
                    <a:pt x="138" y="29"/>
                    <a:pt x="138" y="29"/>
                    <a:pt x="138" y="29"/>
                  </a:cubicBezTo>
                  <a:lnTo>
                    <a:pt x="142" y="29"/>
                  </a:lnTo>
                  <a:close/>
                  <a:moveTo>
                    <a:pt x="136" y="29"/>
                  </a:moveTo>
                  <a:cubicBezTo>
                    <a:pt x="137" y="31"/>
                    <a:pt x="137" y="31"/>
                    <a:pt x="137" y="31"/>
                  </a:cubicBezTo>
                  <a:cubicBezTo>
                    <a:pt x="133" y="31"/>
                    <a:pt x="133" y="31"/>
                    <a:pt x="133" y="31"/>
                  </a:cubicBezTo>
                  <a:cubicBezTo>
                    <a:pt x="132" y="29"/>
                    <a:pt x="132" y="29"/>
                    <a:pt x="132" y="29"/>
                  </a:cubicBezTo>
                  <a:lnTo>
                    <a:pt x="136" y="29"/>
                  </a:lnTo>
                  <a:close/>
                  <a:moveTo>
                    <a:pt x="130" y="21"/>
                  </a:moveTo>
                  <a:cubicBezTo>
                    <a:pt x="130" y="21"/>
                    <a:pt x="130" y="21"/>
                    <a:pt x="130" y="21"/>
                  </a:cubicBezTo>
                  <a:cubicBezTo>
                    <a:pt x="130" y="21"/>
                    <a:pt x="129" y="21"/>
                    <a:pt x="129" y="21"/>
                  </a:cubicBezTo>
                  <a:cubicBezTo>
                    <a:pt x="129" y="21"/>
                    <a:pt x="129" y="22"/>
                    <a:pt x="129" y="22"/>
                  </a:cubicBezTo>
                  <a:cubicBezTo>
                    <a:pt x="132" y="38"/>
                    <a:pt x="132" y="38"/>
                    <a:pt x="132" y="38"/>
                  </a:cubicBezTo>
                  <a:cubicBezTo>
                    <a:pt x="123" y="7"/>
                    <a:pt x="123" y="7"/>
                    <a:pt x="123" y="7"/>
                  </a:cubicBezTo>
                  <a:cubicBezTo>
                    <a:pt x="124" y="8"/>
                    <a:pt x="125" y="8"/>
                    <a:pt x="127" y="8"/>
                  </a:cubicBezTo>
                  <a:lnTo>
                    <a:pt x="130" y="21"/>
                  </a:lnTo>
                  <a:close/>
                  <a:moveTo>
                    <a:pt x="134" y="49"/>
                  </a:moveTo>
                  <a:cubicBezTo>
                    <a:pt x="131" y="51"/>
                    <a:pt x="131" y="51"/>
                    <a:pt x="131" y="51"/>
                  </a:cubicBezTo>
                  <a:cubicBezTo>
                    <a:pt x="118" y="6"/>
                    <a:pt x="118" y="6"/>
                    <a:pt x="118" y="6"/>
                  </a:cubicBezTo>
                  <a:cubicBezTo>
                    <a:pt x="119" y="6"/>
                    <a:pt x="120" y="6"/>
                    <a:pt x="121" y="7"/>
                  </a:cubicBezTo>
                  <a:lnTo>
                    <a:pt x="134" y="49"/>
                  </a:ln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6" y="50"/>
                    <a:pt x="136" y="50"/>
                    <a:pt x="136" y="49"/>
                  </a:cubicBezTo>
                  <a:cubicBezTo>
                    <a:pt x="135" y="47"/>
                    <a:pt x="135" y="47"/>
                    <a:pt x="135" y="47"/>
                  </a:cubicBezTo>
                  <a:cubicBezTo>
                    <a:pt x="187" y="47"/>
                    <a:pt x="187" y="47"/>
                    <a:pt x="187" y="47"/>
                  </a:cubicBezTo>
                  <a:cubicBezTo>
                    <a:pt x="192" y="53"/>
                    <a:pt x="192" y="53"/>
                    <a:pt x="192" y="53"/>
                  </a:cubicBezTo>
                  <a:cubicBezTo>
                    <a:pt x="131" y="53"/>
                    <a:pt x="131" y="53"/>
                    <a:pt x="131" y="53"/>
                  </a:cubicBezTo>
                  <a:lnTo>
                    <a:pt x="135" y="50"/>
                  </a:lnTo>
                  <a:close/>
                  <a:moveTo>
                    <a:pt x="198" y="56"/>
                  </a:moveTo>
                  <a:cubicBezTo>
                    <a:pt x="198" y="11"/>
                    <a:pt x="198" y="11"/>
                    <a:pt x="198" y="11"/>
                  </a:cubicBezTo>
                  <a:cubicBezTo>
                    <a:pt x="199" y="10"/>
                    <a:pt x="200" y="10"/>
                    <a:pt x="201" y="10"/>
                  </a:cubicBezTo>
                  <a:cubicBezTo>
                    <a:pt x="201" y="60"/>
                    <a:pt x="201" y="60"/>
                    <a:pt x="201" y="60"/>
                  </a:cubicBezTo>
                  <a:lnTo>
                    <a:pt x="198" y="56"/>
                  </a:lnTo>
                  <a:close/>
                  <a:moveTo>
                    <a:pt x="203" y="9"/>
                  </a:moveTo>
                  <a:cubicBezTo>
                    <a:pt x="204" y="9"/>
                    <a:pt x="205" y="8"/>
                    <a:pt x="206" y="8"/>
                  </a:cubicBezTo>
                  <a:cubicBezTo>
                    <a:pt x="206" y="62"/>
                    <a:pt x="206" y="62"/>
                    <a:pt x="206" y="62"/>
                  </a:cubicBezTo>
                  <a:cubicBezTo>
                    <a:pt x="203" y="62"/>
                    <a:pt x="203" y="62"/>
                    <a:pt x="203" y="62"/>
                  </a:cubicBezTo>
                  <a:lnTo>
                    <a:pt x="203" y="9"/>
                  </a:lnTo>
                  <a:close/>
                  <a:moveTo>
                    <a:pt x="207" y="7"/>
                  </a:moveTo>
                  <a:cubicBezTo>
                    <a:pt x="208" y="7"/>
                    <a:pt x="209" y="7"/>
                    <a:pt x="210" y="7"/>
                  </a:cubicBezTo>
                  <a:cubicBezTo>
                    <a:pt x="210" y="62"/>
                    <a:pt x="210" y="62"/>
                    <a:pt x="210" y="62"/>
                  </a:cubicBezTo>
                  <a:cubicBezTo>
                    <a:pt x="207" y="62"/>
                    <a:pt x="207" y="62"/>
                    <a:pt x="207" y="62"/>
                  </a:cubicBezTo>
                  <a:lnTo>
                    <a:pt x="207" y="7"/>
                  </a:lnTo>
                  <a:close/>
                  <a:moveTo>
                    <a:pt x="212" y="6"/>
                  </a:moveTo>
                  <a:cubicBezTo>
                    <a:pt x="213" y="6"/>
                    <a:pt x="214" y="6"/>
                    <a:pt x="215" y="6"/>
                  </a:cubicBezTo>
                  <a:cubicBezTo>
                    <a:pt x="215" y="62"/>
                    <a:pt x="215" y="62"/>
                    <a:pt x="215" y="62"/>
                  </a:cubicBezTo>
                  <a:cubicBezTo>
                    <a:pt x="212" y="62"/>
                    <a:pt x="212" y="62"/>
                    <a:pt x="212" y="62"/>
                  </a:cubicBezTo>
                  <a:lnTo>
                    <a:pt x="212" y="6"/>
                  </a:lnTo>
                  <a:close/>
                  <a:moveTo>
                    <a:pt x="217" y="5"/>
                  </a:moveTo>
                  <a:cubicBezTo>
                    <a:pt x="218" y="5"/>
                    <a:pt x="219" y="5"/>
                    <a:pt x="220" y="4"/>
                  </a:cubicBezTo>
                  <a:cubicBezTo>
                    <a:pt x="220" y="62"/>
                    <a:pt x="220" y="62"/>
                    <a:pt x="220" y="62"/>
                  </a:cubicBezTo>
                  <a:cubicBezTo>
                    <a:pt x="217" y="62"/>
                    <a:pt x="217" y="62"/>
                    <a:pt x="217" y="62"/>
                  </a:cubicBezTo>
                  <a:lnTo>
                    <a:pt x="217" y="5"/>
                  </a:lnTo>
                  <a:close/>
                  <a:moveTo>
                    <a:pt x="222" y="4"/>
                  </a:moveTo>
                  <a:cubicBezTo>
                    <a:pt x="223" y="4"/>
                    <a:pt x="224" y="4"/>
                    <a:pt x="225" y="4"/>
                  </a:cubicBezTo>
                  <a:cubicBezTo>
                    <a:pt x="225" y="62"/>
                    <a:pt x="225" y="62"/>
                    <a:pt x="225" y="62"/>
                  </a:cubicBezTo>
                  <a:cubicBezTo>
                    <a:pt x="222" y="62"/>
                    <a:pt x="222" y="62"/>
                    <a:pt x="222" y="62"/>
                  </a:cubicBezTo>
                  <a:lnTo>
                    <a:pt x="222" y="4"/>
                  </a:lnTo>
                  <a:close/>
                  <a:moveTo>
                    <a:pt x="227" y="3"/>
                  </a:moveTo>
                  <a:cubicBezTo>
                    <a:pt x="228" y="3"/>
                    <a:pt x="229" y="3"/>
                    <a:pt x="230" y="3"/>
                  </a:cubicBezTo>
                  <a:cubicBezTo>
                    <a:pt x="230" y="62"/>
                    <a:pt x="230" y="62"/>
                    <a:pt x="230" y="62"/>
                  </a:cubicBezTo>
                  <a:cubicBezTo>
                    <a:pt x="227" y="62"/>
                    <a:pt x="227" y="62"/>
                    <a:pt x="227" y="62"/>
                  </a:cubicBezTo>
                  <a:lnTo>
                    <a:pt x="227" y="3"/>
                  </a:lnTo>
                  <a:close/>
                  <a:moveTo>
                    <a:pt x="232" y="3"/>
                  </a:moveTo>
                  <a:cubicBezTo>
                    <a:pt x="233" y="2"/>
                    <a:pt x="234" y="2"/>
                    <a:pt x="235" y="2"/>
                  </a:cubicBezTo>
                  <a:cubicBezTo>
                    <a:pt x="235" y="62"/>
                    <a:pt x="235" y="62"/>
                    <a:pt x="235" y="62"/>
                  </a:cubicBezTo>
                  <a:cubicBezTo>
                    <a:pt x="232" y="62"/>
                    <a:pt x="232" y="62"/>
                    <a:pt x="232" y="62"/>
                  </a:cubicBezTo>
                  <a:lnTo>
                    <a:pt x="232" y="3"/>
                  </a:lnTo>
                  <a:close/>
                  <a:moveTo>
                    <a:pt x="236" y="2"/>
                  </a:moveTo>
                  <a:cubicBezTo>
                    <a:pt x="238" y="2"/>
                    <a:pt x="239" y="2"/>
                    <a:pt x="239" y="2"/>
                  </a:cubicBezTo>
                  <a:cubicBezTo>
                    <a:pt x="239" y="62"/>
                    <a:pt x="239" y="62"/>
                    <a:pt x="239" y="62"/>
                  </a:cubicBezTo>
                  <a:cubicBezTo>
                    <a:pt x="236" y="62"/>
                    <a:pt x="236" y="62"/>
                    <a:pt x="236" y="62"/>
                  </a:cubicBezTo>
                  <a:lnTo>
                    <a:pt x="236" y="2"/>
                  </a:lnTo>
                  <a:close/>
                  <a:moveTo>
                    <a:pt x="241" y="2"/>
                  </a:moveTo>
                  <a:cubicBezTo>
                    <a:pt x="244" y="2"/>
                    <a:pt x="244" y="2"/>
                    <a:pt x="244" y="2"/>
                  </a:cubicBezTo>
                  <a:cubicBezTo>
                    <a:pt x="244" y="62"/>
                    <a:pt x="244" y="62"/>
                    <a:pt x="244" y="62"/>
                  </a:cubicBezTo>
                  <a:cubicBezTo>
                    <a:pt x="241" y="62"/>
                    <a:pt x="241" y="62"/>
                    <a:pt x="241" y="62"/>
                  </a:cubicBezTo>
                  <a:lnTo>
                    <a:pt x="241" y="2"/>
                  </a:lnTo>
                  <a:close/>
                  <a:moveTo>
                    <a:pt x="246" y="2"/>
                  </a:moveTo>
                  <a:cubicBezTo>
                    <a:pt x="249" y="2"/>
                    <a:pt x="249" y="2"/>
                    <a:pt x="249" y="2"/>
                  </a:cubicBezTo>
                  <a:cubicBezTo>
                    <a:pt x="249" y="62"/>
                    <a:pt x="249" y="62"/>
                    <a:pt x="249" y="62"/>
                  </a:cubicBezTo>
                  <a:cubicBezTo>
                    <a:pt x="246" y="62"/>
                    <a:pt x="246" y="62"/>
                    <a:pt x="246" y="62"/>
                  </a:cubicBezTo>
                  <a:lnTo>
                    <a:pt x="246" y="2"/>
                  </a:lnTo>
                  <a:close/>
                  <a:moveTo>
                    <a:pt x="251" y="2"/>
                  </a:moveTo>
                  <a:cubicBezTo>
                    <a:pt x="254" y="2"/>
                    <a:pt x="254" y="2"/>
                    <a:pt x="254" y="2"/>
                  </a:cubicBezTo>
                  <a:cubicBezTo>
                    <a:pt x="254" y="62"/>
                    <a:pt x="254" y="62"/>
                    <a:pt x="254" y="62"/>
                  </a:cubicBezTo>
                  <a:cubicBezTo>
                    <a:pt x="251" y="62"/>
                    <a:pt x="251" y="62"/>
                    <a:pt x="251" y="62"/>
                  </a:cubicBezTo>
                  <a:lnTo>
                    <a:pt x="251" y="2"/>
                  </a:lnTo>
                  <a:close/>
                  <a:moveTo>
                    <a:pt x="256" y="2"/>
                  </a:moveTo>
                  <a:cubicBezTo>
                    <a:pt x="259" y="2"/>
                    <a:pt x="259" y="2"/>
                    <a:pt x="259" y="2"/>
                  </a:cubicBezTo>
                  <a:cubicBezTo>
                    <a:pt x="259" y="62"/>
                    <a:pt x="259" y="62"/>
                    <a:pt x="259" y="62"/>
                  </a:cubicBezTo>
                  <a:cubicBezTo>
                    <a:pt x="256" y="62"/>
                    <a:pt x="256" y="62"/>
                    <a:pt x="256" y="62"/>
                  </a:cubicBezTo>
                  <a:lnTo>
                    <a:pt x="256" y="2"/>
                  </a:lnTo>
                  <a:close/>
                  <a:moveTo>
                    <a:pt x="260" y="2"/>
                  </a:moveTo>
                  <a:cubicBezTo>
                    <a:pt x="263" y="2"/>
                    <a:pt x="263" y="2"/>
                    <a:pt x="263" y="2"/>
                  </a:cubicBezTo>
                  <a:cubicBezTo>
                    <a:pt x="263" y="62"/>
                    <a:pt x="263" y="62"/>
                    <a:pt x="263" y="62"/>
                  </a:cubicBezTo>
                  <a:cubicBezTo>
                    <a:pt x="260" y="62"/>
                    <a:pt x="260" y="62"/>
                    <a:pt x="260" y="62"/>
                  </a:cubicBezTo>
                  <a:lnTo>
                    <a:pt x="260" y="2"/>
                  </a:lnTo>
                  <a:close/>
                  <a:moveTo>
                    <a:pt x="265" y="2"/>
                  </a:moveTo>
                  <a:cubicBezTo>
                    <a:pt x="268" y="2"/>
                    <a:pt x="268" y="2"/>
                    <a:pt x="268" y="2"/>
                  </a:cubicBezTo>
                  <a:cubicBezTo>
                    <a:pt x="268" y="62"/>
                    <a:pt x="268" y="62"/>
                    <a:pt x="268" y="62"/>
                  </a:cubicBezTo>
                  <a:cubicBezTo>
                    <a:pt x="265" y="62"/>
                    <a:pt x="265" y="62"/>
                    <a:pt x="265" y="62"/>
                  </a:cubicBezTo>
                  <a:lnTo>
                    <a:pt x="265" y="2"/>
                  </a:lnTo>
                  <a:close/>
                  <a:moveTo>
                    <a:pt x="270" y="2"/>
                  </a:moveTo>
                  <a:cubicBezTo>
                    <a:pt x="273" y="2"/>
                    <a:pt x="273" y="2"/>
                    <a:pt x="273" y="2"/>
                  </a:cubicBezTo>
                  <a:cubicBezTo>
                    <a:pt x="273" y="62"/>
                    <a:pt x="273" y="62"/>
                    <a:pt x="273" y="62"/>
                  </a:cubicBezTo>
                  <a:cubicBezTo>
                    <a:pt x="270" y="62"/>
                    <a:pt x="270" y="62"/>
                    <a:pt x="270" y="62"/>
                  </a:cubicBezTo>
                  <a:lnTo>
                    <a:pt x="270" y="2"/>
                  </a:lnTo>
                  <a:close/>
                  <a:moveTo>
                    <a:pt x="275" y="2"/>
                  </a:moveTo>
                  <a:cubicBezTo>
                    <a:pt x="278" y="2"/>
                    <a:pt x="278" y="2"/>
                    <a:pt x="278" y="2"/>
                  </a:cubicBezTo>
                  <a:cubicBezTo>
                    <a:pt x="278" y="62"/>
                    <a:pt x="278" y="62"/>
                    <a:pt x="278" y="62"/>
                  </a:cubicBezTo>
                  <a:cubicBezTo>
                    <a:pt x="275" y="62"/>
                    <a:pt x="275" y="62"/>
                    <a:pt x="275" y="62"/>
                  </a:cubicBezTo>
                  <a:lnTo>
                    <a:pt x="275" y="2"/>
                  </a:lnTo>
                  <a:close/>
                  <a:moveTo>
                    <a:pt x="280" y="2"/>
                  </a:moveTo>
                  <a:cubicBezTo>
                    <a:pt x="283" y="2"/>
                    <a:pt x="283" y="2"/>
                    <a:pt x="283" y="2"/>
                  </a:cubicBezTo>
                  <a:cubicBezTo>
                    <a:pt x="283" y="62"/>
                    <a:pt x="283" y="62"/>
                    <a:pt x="283" y="62"/>
                  </a:cubicBezTo>
                  <a:cubicBezTo>
                    <a:pt x="280" y="62"/>
                    <a:pt x="280" y="62"/>
                    <a:pt x="280" y="62"/>
                  </a:cubicBezTo>
                  <a:lnTo>
                    <a:pt x="280" y="2"/>
                  </a:lnTo>
                  <a:close/>
                  <a:moveTo>
                    <a:pt x="285" y="2"/>
                  </a:moveTo>
                  <a:cubicBezTo>
                    <a:pt x="288" y="2"/>
                    <a:pt x="288" y="2"/>
                    <a:pt x="288" y="2"/>
                  </a:cubicBezTo>
                  <a:cubicBezTo>
                    <a:pt x="288" y="62"/>
                    <a:pt x="288" y="62"/>
                    <a:pt x="288" y="62"/>
                  </a:cubicBezTo>
                  <a:cubicBezTo>
                    <a:pt x="285" y="62"/>
                    <a:pt x="285" y="62"/>
                    <a:pt x="285" y="62"/>
                  </a:cubicBezTo>
                  <a:lnTo>
                    <a:pt x="285" y="2"/>
                  </a:lnTo>
                  <a:close/>
                  <a:moveTo>
                    <a:pt x="289" y="2"/>
                  </a:moveTo>
                  <a:cubicBezTo>
                    <a:pt x="292" y="2"/>
                    <a:pt x="292" y="2"/>
                    <a:pt x="292" y="2"/>
                  </a:cubicBezTo>
                  <a:cubicBezTo>
                    <a:pt x="292" y="62"/>
                    <a:pt x="292" y="62"/>
                    <a:pt x="292" y="62"/>
                  </a:cubicBezTo>
                  <a:cubicBezTo>
                    <a:pt x="289" y="62"/>
                    <a:pt x="289" y="62"/>
                    <a:pt x="289" y="62"/>
                  </a:cubicBezTo>
                  <a:lnTo>
                    <a:pt x="289" y="2"/>
                  </a:lnTo>
                  <a:close/>
                  <a:moveTo>
                    <a:pt x="294" y="2"/>
                  </a:moveTo>
                  <a:cubicBezTo>
                    <a:pt x="297" y="2"/>
                    <a:pt x="297" y="2"/>
                    <a:pt x="297" y="2"/>
                  </a:cubicBezTo>
                  <a:cubicBezTo>
                    <a:pt x="297" y="62"/>
                    <a:pt x="297" y="62"/>
                    <a:pt x="297" y="62"/>
                  </a:cubicBezTo>
                  <a:cubicBezTo>
                    <a:pt x="294" y="62"/>
                    <a:pt x="294" y="62"/>
                    <a:pt x="294" y="62"/>
                  </a:cubicBezTo>
                  <a:lnTo>
                    <a:pt x="294" y="2"/>
                  </a:lnTo>
                  <a:close/>
                  <a:moveTo>
                    <a:pt x="299" y="2"/>
                  </a:moveTo>
                  <a:cubicBezTo>
                    <a:pt x="302" y="2"/>
                    <a:pt x="302" y="2"/>
                    <a:pt x="302" y="2"/>
                  </a:cubicBezTo>
                  <a:cubicBezTo>
                    <a:pt x="302" y="62"/>
                    <a:pt x="302" y="62"/>
                    <a:pt x="302" y="62"/>
                  </a:cubicBezTo>
                  <a:cubicBezTo>
                    <a:pt x="299" y="62"/>
                    <a:pt x="299" y="62"/>
                    <a:pt x="299" y="62"/>
                  </a:cubicBezTo>
                  <a:lnTo>
                    <a:pt x="299" y="2"/>
                  </a:lnTo>
                  <a:close/>
                  <a:moveTo>
                    <a:pt x="304" y="2"/>
                  </a:moveTo>
                  <a:cubicBezTo>
                    <a:pt x="307" y="2"/>
                    <a:pt x="307" y="2"/>
                    <a:pt x="307" y="2"/>
                  </a:cubicBezTo>
                  <a:cubicBezTo>
                    <a:pt x="307" y="62"/>
                    <a:pt x="307" y="62"/>
                    <a:pt x="307" y="62"/>
                  </a:cubicBezTo>
                  <a:cubicBezTo>
                    <a:pt x="304" y="62"/>
                    <a:pt x="304" y="62"/>
                    <a:pt x="304" y="62"/>
                  </a:cubicBezTo>
                  <a:lnTo>
                    <a:pt x="304" y="2"/>
                  </a:lnTo>
                  <a:close/>
                  <a:moveTo>
                    <a:pt x="309" y="2"/>
                  </a:moveTo>
                  <a:cubicBezTo>
                    <a:pt x="312" y="2"/>
                    <a:pt x="312" y="2"/>
                    <a:pt x="312" y="2"/>
                  </a:cubicBezTo>
                  <a:cubicBezTo>
                    <a:pt x="312" y="62"/>
                    <a:pt x="312" y="62"/>
                    <a:pt x="312" y="62"/>
                  </a:cubicBezTo>
                  <a:cubicBezTo>
                    <a:pt x="309" y="62"/>
                    <a:pt x="309" y="62"/>
                    <a:pt x="309" y="62"/>
                  </a:cubicBezTo>
                  <a:lnTo>
                    <a:pt x="309" y="2"/>
                  </a:lnTo>
                  <a:close/>
                  <a:moveTo>
                    <a:pt x="313" y="2"/>
                  </a:moveTo>
                  <a:cubicBezTo>
                    <a:pt x="316" y="2"/>
                    <a:pt x="316" y="2"/>
                    <a:pt x="316" y="2"/>
                  </a:cubicBezTo>
                  <a:cubicBezTo>
                    <a:pt x="316" y="62"/>
                    <a:pt x="316" y="62"/>
                    <a:pt x="316" y="62"/>
                  </a:cubicBezTo>
                  <a:cubicBezTo>
                    <a:pt x="313" y="62"/>
                    <a:pt x="313" y="62"/>
                    <a:pt x="313" y="62"/>
                  </a:cubicBezTo>
                  <a:lnTo>
                    <a:pt x="313" y="2"/>
                  </a:lnTo>
                  <a:close/>
                  <a:moveTo>
                    <a:pt x="318" y="2"/>
                  </a:moveTo>
                  <a:cubicBezTo>
                    <a:pt x="321" y="2"/>
                    <a:pt x="321" y="2"/>
                    <a:pt x="321" y="2"/>
                  </a:cubicBezTo>
                  <a:cubicBezTo>
                    <a:pt x="321" y="62"/>
                    <a:pt x="321" y="62"/>
                    <a:pt x="321" y="62"/>
                  </a:cubicBezTo>
                  <a:cubicBezTo>
                    <a:pt x="318" y="62"/>
                    <a:pt x="318" y="62"/>
                    <a:pt x="318" y="62"/>
                  </a:cubicBezTo>
                  <a:lnTo>
                    <a:pt x="318" y="2"/>
                  </a:lnTo>
                  <a:close/>
                  <a:moveTo>
                    <a:pt x="182" y="18"/>
                  </a:moveTo>
                  <a:cubicBezTo>
                    <a:pt x="182" y="19"/>
                    <a:pt x="182" y="19"/>
                    <a:pt x="182" y="19"/>
                  </a:cubicBezTo>
                  <a:cubicBezTo>
                    <a:pt x="181" y="19"/>
                    <a:pt x="180" y="19"/>
                    <a:pt x="179" y="19"/>
                  </a:cubicBezTo>
                  <a:cubicBezTo>
                    <a:pt x="180" y="19"/>
                    <a:pt x="181" y="18"/>
                    <a:pt x="182" y="18"/>
                  </a:cubicBezTo>
                  <a:close/>
                  <a:moveTo>
                    <a:pt x="192" y="22"/>
                  </a:moveTo>
                  <a:cubicBezTo>
                    <a:pt x="191" y="27"/>
                    <a:pt x="191" y="27"/>
                    <a:pt x="191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1" y="23"/>
                    <a:pt x="131" y="23"/>
                    <a:pt x="131" y="23"/>
                  </a:cubicBezTo>
                  <a:cubicBezTo>
                    <a:pt x="137" y="22"/>
                    <a:pt x="166" y="18"/>
                    <a:pt x="192" y="22"/>
                  </a:cubicBezTo>
                  <a:close/>
                  <a:moveTo>
                    <a:pt x="151" y="19"/>
                  </a:moveTo>
                  <a:cubicBezTo>
                    <a:pt x="151" y="18"/>
                    <a:pt x="151" y="18"/>
                    <a:pt x="151" y="18"/>
                  </a:cubicBezTo>
                  <a:cubicBezTo>
                    <a:pt x="152" y="19"/>
                    <a:pt x="152" y="19"/>
                    <a:pt x="152" y="19"/>
                  </a:cubicBezTo>
                  <a:cubicBezTo>
                    <a:pt x="152" y="19"/>
                    <a:pt x="152" y="19"/>
                    <a:pt x="151" y="19"/>
                  </a:cubicBezTo>
                  <a:close/>
                  <a:moveTo>
                    <a:pt x="95" y="2"/>
                  </a:moveTo>
                  <a:cubicBezTo>
                    <a:pt x="113" y="62"/>
                    <a:pt x="113" y="62"/>
                    <a:pt x="113" y="62"/>
                  </a:cubicBezTo>
                  <a:cubicBezTo>
                    <a:pt x="110" y="62"/>
                    <a:pt x="110" y="62"/>
                    <a:pt x="110" y="62"/>
                  </a:cubicBezTo>
                  <a:cubicBezTo>
                    <a:pt x="92" y="2"/>
                    <a:pt x="92" y="2"/>
                    <a:pt x="92" y="2"/>
                  </a:cubicBezTo>
                  <a:cubicBezTo>
                    <a:pt x="93" y="2"/>
                    <a:pt x="94" y="2"/>
                    <a:pt x="95" y="2"/>
                  </a:cubicBezTo>
                  <a:close/>
                  <a:moveTo>
                    <a:pt x="2" y="2"/>
                  </a:moveTo>
                  <a:cubicBezTo>
                    <a:pt x="90" y="2"/>
                    <a:pt x="90" y="2"/>
                    <a:pt x="90" y="2"/>
                  </a:cubicBezTo>
                  <a:cubicBezTo>
                    <a:pt x="108" y="62"/>
                    <a:pt x="108" y="62"/>
                    <a:pt x="108" y="62"/>
                  </a:cubicBezTo>
                  <a:cubicBezTo>
                    <a:pt x="2" y="62"/>
                    <a:pt x="2" y="62"/>
                    <a:pt x="2" y="62"/>
                  </a:cubicBezTo>
                  <a:lnTo>
                    <a:pt x="2" y="2"/>
                  </a:lnTo>
                  <a:close/>
                  <a:moveTo>
                    <a:pt x="115" y="62"/>
                  </a:moveTo>
                  <a:cubicBezTo>
                    <a:pt x="97" y="2"/>
                    <a:pt x="97" y="2"/>
                    <a:pt x="97" y="2"/>
                  </a:cubicBezTo>
                  <a:cubicBezTo>
                    <a:pt x="98" y="2"/>
                    <a:pt x="99" y="3"/>
                    <a:pt x="100" y="3"/>
                  </a:cubicBezTo>
                  <a:cubicBezTo>
                    <a:pt x="100" y="3"/>
                    <a:pt x="100" y="3"/>
                    <a:pt x="100" y="3"/>
                  </a:cubicBezTo>
                  <a:cubicBezTo>
                    <a:pt x="118" y="62"/>
                    <a:pt x="118" y="62"/>
                    <a:pt x="118" y="62"/>
                  </a:cubicBezTo>
                  <a:cubicBezTo>
                    <a:pt x="118" y="62"/>
                    <a:pt x="118" y="62"/>
                    <a:pt x="118" y="62"/>
                  </a:cubicBezTo>
                  <a:lnTo>
                    <a:pt x="115" y="62"/>
                  </a:lnTo>
                  <a:close/>
                  <a:moveTo>
                    <a:pt x="129" y="55"/>
                  </a:moveTo>
                  <a:cubicBezTo>
                    <a:pt x="129" y="55"/>
                    <a:pt x="129" y="55"/>
                    <a:pt x="129" y="55"/>
                  </a:cubicBezTo>
                  <a:cubicBezTo>
                    <a:pt x="193" y="55"/>
                    <a:pt x="193" y="55"/>
                    <a:pt x="193" y="55"/>
                  </a:cubicBezTo>
                  <a:cubicBezTo>
                    <a:pt x="194" y="55"/>
                    <a:pt x="194" y="55"/>
                    <a:pt x="194" y="55"/>
                  </a:cubicBezTo>
                  <a:cubicBezTo>
                    <a:pt x="196" y="57"/>
                    <a:pt x="196" y="57"/>
                    <a:pt x="196" y="57"/>
                  </a:cubicBezTo>
                  <a:cubicBezTo>
                    <a:pt x="196" y="57"/>
                    <a:pt x="196" y="58"/>
                    <a:pt x="196" y="58"/>
                  </a:cubicBezTo>
                  <a:cubicBezTo>
                    <a:pt x="126" y="58"/>
                    <a:pt x="126" y="58"/>
                    <a:pt x="126" y="58"/>
                  </a:cubicBezTo>
                  <a:lnTo>
                    <a:pt x="129" y="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4" name="Freeform 221"/>
            <p:cNvSpPr>
              <a:spLocks noEditPoints="1"/>
            </p:cNvSpPr>
            <p:nvPr userDrawn="1"/>
          </p:nvSpPr>
          <p:spPr bwMode="auto">
            <a:xfrm>
              <a:off x="-6350" y="4583113"/>
              <a:ext cx="2128838" cy="265113"/>
            </a:xfrm>
            <a:custGeom>
              <a:avLst/>
              <a:gdLst>
                <a:gd name="T0" fmla="*/ 1332 w 1341"/>
                <a:gd name="T1" fmla="*/ 163 h 167"/>
                <a:gd name="T2" fmla="*/ 1332 w 1341"/>
                <a:gd name="T3" fmla="*/ 163 h 167"/>
                <a:gd name="T4" fmla="*/ 1336 w 1341"/>
                <a:gd name="T5" fmla="*/ 163 h 167"/>
                <a:gd name="T6" fmla="*/ 1328 w 1341"/>
                <a:gd name="T7" fmla="*/ 61 h 167"/>
                <a:gd name="T8" fmla="*/ 1101 w 1341"/>
                <a:gd name="T9" fmla="*/ 0 h 167"/>
                <a:gd name="T10" fmla="*/ 940 w 1341"/>
                <a:gd name="T11" fmla="*/ 61 h 167"/>
                <a:gd name="T12" fmla="*/ 853 w 1341"/>
                <a:gd name="T13" fmla="*/ 0 h 167"/>
                <a:gd name="T14" fmla="*/ 692 w 1341"/>
                <a:gd name="T15" fmla="*/ 61 h 167"/>
                <a:gd name="T16" fmla="*/ 600 w 1341"/>
                <a:gd name="T17" fmla="*/ 4 h 167"/>
                <a:gd name="T18" fmla="*/ 439 w 1341"/>
                <a:gd name="T19" fmla="*/ 61 h 167"/>
                <a:gd name="T20" fmla="*/ 352 w 1341"/>
                <a:gd name="T21" fmla="*/ 4 h 167"/>
                <a:gd name="T22" fmla="*/ 191 w 1341"/>
                <a:gd name="T23" fmla="*/ 61 h 167"/>
                <a:gd name="T24" fmla="*/ 0 w 1341"/>
                <a:gd name="T25" fmla="*/ 167 h 167"/>
                <a:gd name="T26" fmla="*/ 605 w 1341"/>
                <a:gd name="T27" fmla="*/ 150 h 167"/>
                <a:gd name="T28" fmla="*/ 1319 w 1341"/>
                <a:gd name="T29" fmla="*/ 70 h 167"/>
                <a:gd name="T30" fmla="*/ 1101 w 1341"/>
                <a:gd name="T31" fmla="*/ 158 h 167"/>
                <a:gd name="T32" fmla="*/ 1319 w 1341"/>
                <a:gd name="T33" fmla="*/ 70 h 167"/>
                <a:gd name="T34" fmla="*/ 1092 w 1341"/>
                <a:gd name="T35" fmla="*/ 8 h 167"/>
                <a:gd name="T36" fmla="*/ 949 w 1341"/>
                <a:gd name="T37" fmla="*/ 154 h 167"/>
                <a:gd name="T38" fmla="*/ 940 w 1341"/>
                <a:gd name="T39" fmla="*/ 70 h 167"/>
                <a:gd name="T40" fmla="*/ 853 w 1341"/>
                <a:gd name="T41" fmla="*/ 158 h 167"/>
                <a:gd name="T42" fmla="*/ 940 w 1341"/>
                <a:gd name="T43" fmla="*/ 70 h 167"/>
                <a:gd name="T44" fmla="*/ 844 w 1341"/>
                <a:gd name="T45" fmla="*/ 8 h 167"/>
                <a:gd name="T46" fmla="*/ 696 w 1341"/>
                <a:gd name="T47" fmla="*/ 154 h 167"/>
                <a:gd name="T48" fmla="*/ 692 w 1341"/>
                <a:gd name="T49" fmla="*/ 70 h 167"/>
                <a:gd name="T50" fmla="*/ 600 w 1341"/>
                <a:gd name="T51" fmla="*/ 158 h 167"/>
                <a:gd name="T52" fmla="*/ 692 w 1341"/>
                <a:gd name="T53" fmla="*/ 70 h 167"/>
                <a:gd name="T54" fmla="*/ 592 w 1341"/>
                <a:gd name="T55" fmla="*/ 13 h 167"/>
                <a:gd name="T56" fmla="*/ 587 w 1341"/>
                <a:gd name="T57" fmla="*/ 158 h 167"/>
                <a:gd name="T58" fmla="*/ 448 w 1341"/>
                <a:gd name="T59" fmla="*/ 13 h 167"/>
                <a:gd name="T60" fmla="*/ 439 w 1341"/>
                <a:gd name="T61" fmla="*/ 158 h 167"/>
                <a:gd name="T62" fmla="*/ 352 w 1341"/>
                <a:gd name="T63" fmla="*/ 70 h 167"/>
                <a:gd name="T64" fmla="*/ 196 w 1341"/>
                <a:gd name="T65" fmla="*/ 13 h 167"/>
                <a:gd name="T66" fmla="*/ 344 w 1341"/>
                <a:gd name="T67" fmla="*/ 158 h 167"/>
                <a:gd name="T68" fmla="*/ 196 w 1341"/>
                <a:gd name="T69" fmla="*/ 13 h 167"/>
                <a:gd name="T70" fmla="*/ 191 w 1341"/>
                <a:gd name="T71" fmla="*/ 70 h 167"/>
                <a:gd name="T72" fmla="*/ 8 w 1341"/>
                <a:gd name="T73" fmla="*/ 158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341" h="167">
                  <a:moveTo>
                    <a:pt x="600" y="167"/>
                  </a:moveTo>
                  <a:lnTo>
                    <a:pt x="1332" y="163"/>
                  </a:lnTo>
                  <a:lnTo>
                    <a:pt x="1332" y="163"/>
                  </a:lnTo>
                  <a:lnTo>
                    <a:pt x="1332" y="163"/>
                  </a:lnTo>
                  <a:lnTo>
                    <a:pt x="1336" y="163"/>
                  </a:lnTo>
                  <a:lnTo>
                    <a:pt x="1336" y="163"/>
                  </a:lnTo>
                  <a:lnTo>
                    <a:pt x="1341" y="163"/>
                  </a:lnTo>
                  <a:lnTo>
                    <a:pt x="1328" y="61"/>
                  </a:lnTo>
                  <a:lnTo>
                    <a:pt x="1101" y="61"/>
                  </a:lnTo>
                  <a:lnTo>
                    <a:pt x="1101" y="0"/>
                  </a:lnTo>
                  <a:lnTo>
                    <a:pt x="940" y="0"/>
                  </a:lnTo>
                  <a:lnTo>
                    <a:pt x="940" y="61"/>
                  </a:lnTo>
                  <a:lnTo>
                    <a:pt x="853" y="61"/>
                  </a:lnTo>
                  <a:lnTo>
                    <a:pt x="853" y="0"/>
                  </a:lnTo>
                  <a:lnTo>
                    <a:pt x="692" y="0"/>
                  </a:lnTo>
                  <a:lnTo>
                    <a:pt x="692" y="61"/>
                  </a:lnTo>
                  <a:lnTo>
                    <a:pt x="600" y="61"/>
                  </a:lnTo>
                  <a:lnTo>
                    <a:pt x="600" y="4"/>
                  </a:lnTo>
                  <a:lnTo>
                    <a:pt x="439" y="4"/>
                  </a:lnTo>
                  <a:lnTo>
                    <a:pt x="439" y="61"/>
                  </a:lnTo>
                  <a:lnTo>
                    <a:pt x="352" y="61"/>
                  </a:lnTo>
                  <a:lnTo>
                    <a:pt x="352" y="4"/>
                  </a:lnTo>
                  <a:lnTo>
                    <a:pt x="191" y="4"/>
                  </a:lnTo>
                  <a:lnTo>
                    <a:pt x="191" y="61"/>
                  </a:lnTo>
                  <a:lnTo>
                    <a:pt x="26" y="61"/>
                  </a:lnTo>
                  <a:lnTo>
                    <a:pt x="0" y="167"/>
                  </a:lnTo>
                  <a:lnTo>
                    <a:pt x="587" y="167"/>
                  </a:lnTo>
                  <a:lnTo>
                    <a:pt x="605" y="150"/>
                  </a:lnTo>
                  <a:lnTo>
                    <a:pt x="600" y="167"/>
                  </a:lnTo>
                  <a:close/>
                  <a:moveTo>
                    <a:pt x="1319" y="70"/>
                  </a:moveTo>
                  <a:lnTo>
                    <a:pt x="1332" y="154"/>
                  </a:lnTo>
                  <a:lnTo>
                    <a:pt x="1101" y="158"/>
                  </a:lnTo>
                  <a:lnTo>
                    <a:pt x="1101" y="70"/>
                  </a:lnTo>
                  <a:lnTo>
                    <a:pt x="1319" y="70"/>
                  </a:lnTo>
                  <a:close/>
                  <a:moveTo>
                    <a:pt x="949" y="8"/>
                  </a:moveTo>
                  <a:lnTo>
                    <a:pt x="1092" y="8"/>
                  </a:lnTo>
                  <a:lnTo>
                    <a:pt x="1092" y="154"/>
                  </a:lnTo>
                  <a:lnTo>
                    <a:pt x="949" y="154"/>
                  </a:lnTo>
                  <a:lnTo>
                    <a:pt x="949" y="8"/>
                  </a:lnTo>
                  <a:close/>
                  <a:moveTo>
                    <a:pt x="940" y="70"/>
                  </a:moveTo>
                  <a:lnTo>
                    <a:pt x="940" y="158"/>
                  </a:lnTo>
                  <a:lnTo>
                    <a:pt x="853" y="158"/>
                  </a:lnTo>
                  <a:lnTo>
                    <a:pt x="853" y="70"/>
                  </a:lnTo>
                  <a:lnTo>
                    <a:pt x="940" y="70"/>
                  </a:lnTo>
                  <a:close/>
                  <a:moveTo>
                    <a:pt x="696" y="8"/>
                  </a:moveTo>
                  <a:lnTo>
                    <a:pt x="844" y="8"/>
                  </a:lnTo>
                  <a:lnTo>
                    <a:pt x="844" y="154"/>
                  </a:lnTo>
                  <a:lnTo>
                    <a:pt x="696" y="154"/>
                  </a:lnTo>
                  <a:lnTo>
                    <a:pt x="696" y="8"/>
                  </a:lnTo>
                  <a:close/>
                  <a:moveTo>
                    <a:pt x="692" y="70"/>
                  </a:moveTo>
                  <a:lnTo>
                    <a:pt x="692" y="158"/>
                  </a:lnTo>
                  <a:lnTo>
                    <a:pt x="600" y="158"/>
                  </a:lnTo>
                  <a:lnTo>
                    <a:pt x="600" y="70"/>
                  </a:lnTo>
                  <a:lnTo>
                    <a:pt x="692" y="70"/>
                  </a:lnTo>
                  <a:close/>
                  <a:moveTo>
                    <a:pt x="448" y="13"/>
                  </a:moveTo>
                  <a:lnTo>
                    <a:pt x="592" y="13"/>
                  </a:lnTo>
                  <a:lnTo>
                    <a:pt x="592" y="158"/>
                  </a:lnTo>
                  <a:lnTo>
                    <a:pt x="587" y="158"/>
                  </a:lnTo>
                  <a:lnTo>
                    <a:pt x="448" y="158"/>
                  </a:lnTo>
                  <a:lnTo>
                    <a:pt x="448" y="13"/>
                  </a:lnTo>
                  <a:close/>
                  <a:moveTo>
                    <a:pt x="439" y="70"/>
                  </a:moveTo>
                  <a:lnTo>
                    <a:pt x="439" y="158"/>
                  </a:lnTo>
                  <a:lnTo>
                    <a:pt x="352" y="158"/>
                  </a:lnTo>
                  <a:lnTo>
                    <a:pt x="352" y="70"/>
                  </a:lnTo>
                  <a:lnTo>
                    <a:pt x="439" y="70"/>
                  </a:lnTo>
                  <a:close/>
                  <a:moveTo>
                    <a:pt x="196" y="13"/>
                  </a:moveTo>
                  <a:lnTo>
                    <a:pt x="344" y="13"/>
                  </a:lnTo>
                  <a:lnTo>
                    <a:pt x="344" y="158"/>
                  </a:lnTo>
                  <a:lnTo>
                    <a:pt x="196" y="158"/>
                  </a:lnTo>
                  <a:lnTo>
                    <a:pt x="196" y="13"/>
                  </a:lnTo>
                  <a:close/>
                  <a:moveTo>
                    <a:pt x="30" y="70"/>
                  </a:moveTo>
                  <a:lnTo>
                    <a:pt x="191" y="70"/>
                  </a:lnTo>
                  <a:lnTo>
                    <a:pt x="191" y="158"/>
                  </a:lnTo>
                  <a:lnTo>
                    <a:pt x="8" y="158"/>
                  </a:lnTo>
                  <a:lnTo>
                    <a:pt x="30" y="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222"/>
            <p:cNvSpPr>
              <a:spLocks noEditPoints="1"/>
            </p:cNvSpPr>
            <p:nvPr userDrawn="1"/>
          </p:nvSpPr>
          <p:spPr bwMode="auto">
            <a:xfrm>
              <a:off x="366713" y="4630738"/>
              <a:ext cx="103188" cy="176213"/>
            </a:xfrm>
            <a:custGeom>
              <a:avLst/>
              <a:gdLst>
                <a:gd name="T0" fmla="*/ 13 w 15"/>
                <a:gd name="T1" fmla="*/ 8 h 25"/>
                <a:gd name="T2" fmla="*/ 11 w 15"/>
                <a:gd name="T3" fmla="*/ 9 h 25"/>
                <a:gd name="T4" fmla="*/ 10 w 15"/>
                <a:gd name="T5" fmla="*/ 10 h 25"/>
                <a:gd name="T6" fmla="*/ 7 w 15"/>
                <a:gd name="T7" fmla="*/ 13 h 25"/>
                <a:gd name="T8" fmla="*/ 6 w 15"/>
                <a:gd name="T9" fmla="*/ 13 h 25"/>
                <a:gd name="T10" fmla="*/ 8 w 15"/>
                <a:gd name="T11" fmla="*/ 11 h 25"/>
                <a:gd name="T12" fmla="*/ 11 w 15"/>
                <a:gd name="T13" fmla="*/ 7 h 25"/>
                <a:gd name="T14" fmla="*/ 12 w 15"/>
                <a:gd name="T15" fmla="*/ 5 h 25"/>
                <a:gd name="T16" fmla="*/ 11 w 15"/>
                <a:gd name="T17" fmla="*/ 4 h 25"/>
                <a:gd name="T18" fmla="*/ 10 w 15"/>
                <a:gd name="T19" fmla="*/ 2 h 25"/>
                <a:gd name="T20" fmla="*/ 9 w 15"/>
                <a:gd name="T21" fmla="*/ 1 h 25"/>
                <a:gd name="T22" fmla="*/ 7 w 15"/>
                <a:gd name="T23" fmla="*/ 1 h 25"/>
                <a:gd name="T24" fmla="*/ 7 w 15"/>
                <a:gd name="T25" fmla="*/ 2 h 25"/>
                <a:gd name="T26" fmla="*/ 7 w 15"/>
                <a:gd name="T27" fmla="*/ 5 h 25"/>
                <a:gd name="T28" fmla="*/ 7 w 15"/>
                <a:gd name="T29" fmla="*/ 6 h 25"/>
                <a:gd name="T30" fmla="*/ 7 w 15"/>
                <a:gd name="T31" fmla="*/ 9 h 25"/>
                <a:gd name="T32" fmla="*/ 4 w 15"/>
                <a:gd name="T33" fmla="*/ 11 h 25"/>
                <a:gd name="T34" fmla="*/ 3 w 15"/>
                <a:gd name="T35" fmla="*/ 12 h 25"/>
                <a:gd name="T36" fmla="*/ 4 w 15"/>
                <a:gd name="T37" fmla="*/ 13 h 25"/>
                <a:gd name="T38" fmla="*/ 5 w 15"/>
                <a:gd name="T39" fmla="*/ 13 h 25"/>
                <a:gd name="T40" fmla="*/ 4 w 15"/>
                <a:gd name="T41" fmla="*/ 15 h 25"/>
                <a:gd name="T42" fmla="*/ 3 w 15"/>
                <a:gd name="T43" fmla="*/ 17 h 25"/>
                <a:gd name="T44" fmla="*/ 1 w 15"/>
                <a:gd name="T45" fmla="*/ 20 h 25"/>
                <a:gd name="T46" fmla="*/ 0 w 15"/>
                <a:gd name="T47" fmla="*/ 20 h 25"/>
                <a:gd name="T48" fmla="*/ 1 w 15"/>
                <a:gd name="T49" fmla="*/ 22 h 25"/>
                <a:gd name="T50" fmla="*/ 2 w 15"/>
                <a:gd name="T51" fmla="*/ 25 h 25"/>
                <a:gd name="T52" fmla="*/ 4 w 15"/>
                <a:gd name="T53" fmla="*/ 23 h 25"/>
                <a:gd name="T54" fmla="*/ 4 w 15"/>
                <a:gd name="T55" fmla="*/ 22 h 25"/>
                <a:gd name="T56" fmla="*/ 3 w 15"/>
                <a:gd name="T57" fmla="*/ 20 h 25"/>
                <a:gd name="T58" fmla="*/ 5 w 15"/>
                <a:gd name="T59" fmla="*/ 18 h 25"/>
                <a:gd name="T60" fmla="*/ 6 w 15"/>
                <a:gd name="T61" fmla="*/ 20 h 25"/>
                <a:gd name="T62" fmla="*/ 7 w 15"/>
                <a:gd name="T63" fmla="*/ 21 h 25"/>
                <a:gd name="T64" fmla="*/ 6 w 15"/>
                <a:gd name="T65" fmla="*/ 22 h 25"/>
                <a:gd name="T66" fmla="*/ 7 w 15"/>
                <a:gd name="T67" fmla="*/ 23 h 25"/>
                <a:gd name="T68" fmla="*/ 8 w 15"/>
                <a:gd name="T69" fmla="*/ 24 h 25"/>
                <a:gd name="T70" fmla="*/ 9 w 15"/>
                <a:gd name="T71" fmla="*/ 23 h 25"/>
                <a:gd name="T72" fmla="*/ 11 w 15"/>
                <a:gd name="T73" fmla="*/ 21 h 25"/>
                <a:gd name="T74" fmla="*/ 13 w 15"/>
                <a:gd name="T75" fmla="*/ 22 h 25"/>
                <a:gd name="T76" fmla="*/ 14 w 15"/>
                <a:gd name="T77" fmla="*/ 18 h 25"/>
                <a:gd name="T78" fmla="*/ 14 w 15"/>
                <a:gd name="T79" fmla="*/ 17 h 25"/>
                <a:gd name="T80" fmla="*/ 14 w 15"/>
                <a:gd name="T81" fmla="*/ 13 h 25"/>
                <a:gd name="T82" fmla="*/ 15 w 15"/>
                <a:gd name="T83" fmla="*/ 10 h 25"/>
                <a:gd name="T84" fmla="*/ 14 w 15"/>
                <a:gd name="T85" fmla="*/ 8 h 25"/>
                <a:gd name="T86" fmla="*/ 8 w 15"/>
                <a:gd name="T87" fmla="*/ 15 h 25"/>
                <a:gd name="T88" fmla="*/ 8 w 15"/>
                <a:gd name="T89" fmla="*/ 17 h 25"/>
                <a:gd name="T90" fmla="*/ 7 w 15"/>
                <a:gd name="T91" fmla="*/ 18 h 25"/>
                <a:gd name="T92" fmla="*/ 7 w 15"/>
                <a:gd name="T93" fmla="*/ 16 h 25"/>
                <a:gd name="T94" fmla="*/ 7 w 15"/>
                <a:gd name="T95" fmla="*/ 14 h 25"/>
                <a:gd name="T96" fmla="*/ 8 w 15"/>
                <a:gd name="T97" fmla="*/ 14 h 25"/>
                <a:gd name="T98" fmla="*/ 9 w 15"/>
                <a:gd name="T99" fmla="*/ 14 h 25"/>
                <a:gd name="T100" fmla="*/ 11 w 15"/>
                <a:gd name="T101" fmla="*/ 14 h 25"/>
                <a:gd name="T102" fmla="*/ 11 w 15"/>
                <a:gd name="T103" fmla="*/ 16 h 25"/>
                <a:gd name="T104" fmla="*/ 11 w 15"/>
                <a:gd name="T105" fmla="*/ 20 h 25"/>
                <a:gd name="T106" fmla="*/ 10 w 15"/>
                <a:gd name="T107" fmla="*/ 19 h 25"/>
                <a:gd name="T108" fmla="*/ 9 w 15"/>
                <a:gd name="T109" fmla="*/ 18 h 25"/>
                <a:gd name="T110" fmla="*/ 9 w 15"/>
                <a:gd name="T111" fmla="*/ 16 h 25"/>
                <a:gd name="T112" fmla="*/ 10 w 15"/>
                <a:gd name="T113" fmla="*/ 13 h 25"/>
                <a:gd name="T114" fmla="*/ 10 w 15"/>
                <a:gd name="T115" fmla="*/ 11 h 25"/>
                <a:gd name="T116" fmla="*/ 12 w 15"/>
                <a:gd name="T117" fmla="*/ 10 h 25"/>
                <a:gd name="T118" fmla="*/ 11 w 15"/>
                <a:gd name="T119" fmla="*/ 1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5" h="25">
                  <a:moveTo>
                    <a:pt x="14" y="8"/>
                  </a:moveTo>
                  <a:cubicBezTo>
                    <a:pt x="14" y="8"/>
                    <a:pt x="13" y="8"/>
                    <a:pt x="13" y="8"/>
                  </a:cubicBezTo>
                  <a:cubicBezTo>
                    <a:pt x="13" y="8"/>
                    <a:pt x="12" y="8"/>
                    <a:pt x="12" y="8"/>
                  </a:cubicBezTo>
                  <a:cubicBezTo>
                    <a:pt x="12" y="8"/>
                    <a:pt x="11" y="8"/>
                    <a:pt x="11" y="9"/>
                  </a:cubicBezTo>
                  <a:cubicBezTo>
                    <a:pt x="11" y="9"/>
                    <a:pt x="11" y="9"/>
                    <a:pt x="11" y="10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0" y="10"/>
                    <a:pt x="10" y="10"/>
                    <a:pt x="10" y="11"/>
                  </a:cubicBezTo>
                  <a:cubicBezTo>
                    <a:pt x="9" y="11"/>
                    <a:pt x="8" y="12"/>
                    <a:pt x="7" y="13"/>
                  </a:cubicBezTo>
                  <a:cubicBezTo>
                    <a:pt x="7" y="13"/>
                    <a:pt x="7" y="13"/>
                    <a:pt x="7" y="14"/>
                  </a:cubicBezTo>
                  <a:cubicBezTo>
                    <a:pt x="7" y="14"/>
                    <a:pt x="7" y="13"/>
                    <a:pt x="6" y="13"/>
                  </a:cubicBezTo>
                  <a:cubicBezTo>
                    <a:pt x="7" y="13"/>
                    <a:pt x="7" y="12"/>
                    <a:pt x="7" y="12"/>
                  </a:cubicBezTo>
                  <a:cubicBezTo>
                    <a:pt x="7" y="11"/>
                    <a:pt x="7" y="11"/>
                    <a:pt x="8" y="11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9" y="9"/>
                    <a:pt x="10" y="8"/>
                    <a:pt x="11" y="7"/>
                  </a:cubicBezTo>
                  <a:cubicBezTo>
                    <a:pt x="11" y="7"/>
                    <a:pt x="12" y="7"/>
                    <a:pt x="12" y="6"/>
                  </a:cubicBezTo>
                  <a:cubicBezTo>
                    <a:pt x="12" y="6"/>
                    <a:pt x="12" y="6"/>
                    <a:pt x="12" y="5"/>
                  </a:cubicBezTo>
                  <a:cubicBezTo>
                    <a:pt x="11" y="5"/>
                    <a:pt x="11" y="6"/>
                    <a:pt x="10" y="5"/>
                  </a:cubicBezTo>
                  <a:cubicBezTo>
                    <a:pt x="10" y="5"/>
                    <a:pt x="11" y="4"/>
                    <a:pt x="11" y="4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0" y="3"/>
                    <a:pt x="10" y="3"/>
                    <a:pt x="10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2"/>
                    <a:pt x="9" y="1"/>
                    <a:pt x="9" y="1"/>
                  </a:cubicBezTo>
                  <a:cubicBezTo>
                    <a:pt x="9" y="0"/>
                    <a:pt x="8" y="0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7" y="2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3"/>
                    <a:pt x="7" y="4"/>
                    <a:pt x="7" y="4"/>
                  </a:cubicBezTo>
                  <a:cubicBezTo>
                    <a:pt x="7" y="4"/>
                    <a:pt x="7" y="4"/>
                    <a:pt x="7" y="5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7" y="6"/>
                    <a:pt x="7" y="6"/>
                    <a:pt x="7" y="7"/>
                  </a:cubicBezTo>
                  <a:cubicBezTo>
                    <a:pt x="7" y="8"/>
                    <a:pt x="7" y="8"/>
                    <a:pt x="7" y="9"/>
                  </a:cubicBezTo>
                  <a:cubicBezTo>
                    <a:pt x="7" y="9"/>
                    <a:pt x="6" y="9"/>
                    <a:pt x="6" y="9"/>
                  </a:cubicBezTo>
                  <a:cubicBezTo>
                    <a:pt x="5" y="10"/>
                    <a:pt x="4" y="11"/>
                    <a:pt x="4" y="11"/>
                  </a:cubicBezTo>
                  <a:cubicBezTo>
                    <a:pt x="4" y="11"/>
                    <a:pt x="3" y="12"/>
                    <a:pt x="3" y="12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3" y="12"/>
                    <a:pt x="3" y="13"/>
                    <a:pt x="3" y="13"/>
                  </a:cubicBezTo>
                  <a:cubicBezTo>
                    <a:pt x="3" y="13"/>
                    <a:pt x="4" y="13"/>
                    <a:pt x="4" y="13"/>
                  </a:cubicBezTo>
                  <a:cubicBezTo>
                    <a:pt x="4" y="13"/>
                    <a:pt x="4" y="13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6" y="13"/>
                    <a:pt x="6" y="14"/>
                    <a:pt x="6" y="14"/>
                  </a:cubicBezTo>
                  <a:cubicBezTo>
                    <a:pt x="6" y="15"/>
                    <a:pt x="5" y="15"/>
                    <a:pt x="4" y="15"/>
                  </a:cubicBezTo>
                  <a:cubicBezTo>
                    <a:pt x="4" y="16"/>
                    <a:pt x="5" y="16"/>
                    <a:pt x="5" y="16"/>
                  </a:cubicBezTo>
                  <a:cubicBezTo>
                    <a:pt x="4" y="16"/>
                    <a:pt x="4" y="17"/>
                    <a:pt x="3" y="17"/>
                  </a:cubicBezTo>
                  <a:cubicBezTo>
                    <a:pt x="3" y="17"/>
                    <a:pt x="3" y="18"/>
                    <a:pt x="3" y="18"/>
                  </a:cubicBezTo>
                  <a:cubicBezTo>
                    <a:pt x="2" y="19"/>
                    <a:pt x="2" y="19"/>
                    <a:pt x="1" y="20"/>
                  </a:cubicBezTo>
                  <a:cubicBezTo>
                    <a:pt x="1" y="19"/>
                    <a:pt x="1" y="19"/>
                    <a:pt x="1" y="18"/>
                  </a:cubicBezTo>
                  <a:cubicBezTo>
                    <a:pt x="0" y="19"/>
                    <a:pt x="0" y="19"/>
                    <a:pt x="0" y="20"/>
                  </a:cubicBezTo>
                  <a:cubicBezTo>
                    <a:pt x="0" y="20"/>
                    <a:pt x="0" y="21"/>
                    <a:pt x="0" y="21"/>
                  </a:cubicBezTo>
                  <a:cubicBezTo>
                    <a:pt x="1" y="21"/>
                    <a:pt x="1" y="22"/>
                    <a:pt x="1" y="22"/>
                  </a:cubicBezTo>
                  <a:cubicBezTo>
                    <a:pt x="1" y="23"/>
                    <a:pt x="1" y="23"/>
                    <a:pt x="1" y="24"/>
                  </a:cubicBezTo>
                  <a:cubicBezTo>
                    <a:pt x="2" y="24"/>
                    <a:pt x="2" y="24"/>
                    <a:pt x="2" y="25"/>
                  </a:cubicBezTo>
                  <a:cubicBezTo>
                    <a:pt x="3" y="25"/>
                    <a:pt x="3" y="25"/>
                    <a:pt x="3" y="25"/>
                  </a:cubicBezTo>
                  <a:cubicBezTo>
                    <a:pt x="4" y="24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2"/>
                    <a:pt x="4" y="22"/>
                  </a:cubicBezTo>
                  <a:cubicBezTo>
                    <a:pt x="3" y="22"/>
                    <a:pt x="2" y="22"/>
                    <a:pt x="2" y="21"/>
                  </a:cubicBezTo>
                  <a:cubicBezTo>
                    <a:pt x="2" y="21"/>
                    <a:pt x="3" y="20"/>
                    <a:pt x="3" y="20"/>
                  </a:cubicBezTo>
                  <a:cubicBezTo>
                    <a:pt x="3" y="19"/>
                    <a:pt x="3" y="19"/>
                    <a:pt x="4" y="19"/>
                  </a:cubicBezTo>
                  <a:cubicBezTo>
                    <a:pt x="5" y="19"/>
                    <a:pt x="5" y="18"/>
                    <a:pt x="5" y="18"/>
                  </a:cubicBezTo>
                  <a:cubicBezTo>
                    <a:pt x="5" y="18"/>
                    <a:pt x="6" y="18"/>
                    <a:pt x="6" y="19"/>
                  </a:cubicBezTo>
                  <a:cubicBezTo>
                    <a:pt x="6" y="19"/>
                    <a:pt x="5" y="19"/>
                    <a:pt x="6" y="20"/>
                  </a:cubicBezTo>
                  <a:cubicBezTo>
                    <a:pt x="6" y="20"/>
                    <a:pt x="6" y="19"/>
                    <a:pt x="6" y="19"/>
                  </a:cubicBezTo>
                  <a:cubicBezTo>
                    <a:pt x="7" y="19"/>
                    <a:pt x="7" y="21"/>
                    <a:pt x="7" y="21"/>
                  </a:cubicBezTo>
                  <a:cubicBezTo>
                    <a:pt x="6" y="21"/>
                    <a:pt x="6" y="21"/>
                    <a:pt x="6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7" y="22"/>
                    <a:pt x="7" y="22"/>
                  </a:cubicBezTo>
                  <a:cubicBezTo>
                    <a:pt x="7" y="22"/>
                    <a:pt x="7" y="23"/>
                    <a:pt x="7" y="23"/>
                  </a:cubicBezTo>
                  <a:cubicBezTo>
                    <a:pt x="7" y="23"/>
                    <a:pt x="8" y="24"/>
                    <a:pt x="8" y="24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8" y="24"/>
                    <a:pt x="8" y="24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2"/>
                    <a:pt x="9" y="21"/>
                    <a:pt x="9" y="20"/>
                  </a:cubicBezTo>
                  <a:cubicBezTo>
                    <a:pt x="10" y="20"/>
                    <a:pt x="10" y="21"/>
                    <a:pt x="11" y="21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22"/>
                    <a:pt x="12" y="22"/>
                    <a:pt x="13" y="22"/>
                  </a:cubicBezTo>
                  <a:cubicBezTo>
                    <a:pt x="13" y="21"/>
                    <a:pt x="14" y="21"/>
                    <a:pt x="14" y="20"/>
                  </a:cubicBezTo>
                  <a:cubicBezTo>
                    <a:pt x="14" y="20"/>
                    <a:pt x="14" y="19"/>
                    <a:pt x="14" y="18"/>
                  </a:cubicBezTo>
                  <a:cubicBezTo>
                    <a:pt x="14" y="18"/>
                    <a:pt x="14" y="18"/>
                    <a:pt x="14" y="17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14" y="16"/>
                    <a:pt x="14" y="15"/>
                    <a:pt x="14" y="15"/>
                  </a:cubicBezTo>
                  <a:cubicBezTo>
                    <a:pt x="14" y="14"/>
                    <a:pt x="14" y="13"/>
                    <a:pt x="14" y="13"/>
                  </a:cubicBezTo>
                  <a:cubicBezTo>
                    <a:pt x="14" y="12"/>
                    <a:pt x="15" y="12"/>
                    <a:pt x="15" y="11"/>
                  </a:cubicBezTo>
                  <a:cubicBezTo>
                    <a:pt x="15" y="11"/>
                    <a:pt x="15" y="10"/>
                    <a:pt x="15" y="10"/>
                  </a:cubicBezTo>
                  <a:cubicBezTo>
                    <a:pt x="15" y="10"/>
                    <a:pt x="15" y="9"/>
                    <a:pt x="14" y="9"/>
                  </a:cubicBezTo>
                  <a:cubicBezTo>
                    <a:pt x="14" y="9"/>
                    <a:pt x="14" y="9"/>
                    <a:pt x="14" y="8"/>
                  </a:cubicBezTo>
                  <a:close/>
                  <a:moveTo>
                    <a:pt x="8" y="15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6"/>
                    <a:pt x="8" y="16"/>
                  </a:cubicBezTo>
                  <a:cubicBezTo>
                    <a:pt x="8" y="16"/>
                    <a:pt x="8" y="16"/>
                    <a:pt x="8" y="17"/>
                  </a:cubicBezTo>
                  <a:cubicBezTo>
                    <a:pt x="8" y="17"/>
                    <a:pt x="8" y="17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7"/>
                    <a:pt x="7" y="17"/>
                    <a:pt x="7" y="16"/>
                  </a:cubicBezTo>
                  <a:cubicBezTo>
                    <a:pt x="7" y="16"/>
                    <a:pt x="7" y="16"/>
                    <a:pt x="7" y="16"/>
                  </a:cubicBezTo>
                  <a:cubicBezTo>
                    <a:pt x="7" y="16"/>
                    <a:pt x="7" y="15"/>
                    <a:pt x="7" y="15"/>
                  </a:cubicBezTo>
                  <a:cubicBezTo>
                    <a:pt x="7" y="15"/>
                    <a:pt x="7" y="14"/>
                    <a:pt x="7" y="14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8" y="14"/>
                    <a:pt x="8" y="14"/>
                  </a:cubicBezTo>
                  <a:cubicBezTo>
                    <a:pt x="8" y="14"/>
                    <a:pt x="8" y="13"/>
                    <a:pt x="8" y="13"/>
                  </a:cubicBezTo>
                  <a:cubicBezTo>
                    <a:pt x="8" y="13"/>
                    <a:pt x="8" y="14"/>
                    <a:pt x="9" y="14"/>
                  </a:cubicBezTo>
                  <a:cubicBezTo>
                    <a:pt x="8" y="14"/>
                    <a:pt x="8" y="14"/>
                    <a:pt x="8" y="15"/>
                  </a:cubicBezTo>
                  <a:close/>
                  <a:moveTo>
                    <a:pt x="11" y="14"/>
                  </a:moveTo>
                  <a:cubicBezTo>
                    <a:pt x="11" y="14"/>
                    <a:pt x="11" y="14"/>
                    <a:pt x="11" y="15"/>
                  </a:cubicBezTo>
                  <a:cubicBezTo>
                    <a:pt x="11" y="15"/>
                    <a:pt x="11" y="15"/>
                    <a:pt x="11" y="16"/>
                  </a:cubicBezTo>
                  <a:cubicBezTo>
                    <a:pt x="11" y="16"/>
                    <a:pt x="11" y="16"/>
                    <a:pt x="11" y="17"/>
                  </a:cubicBezTo>
                  <a:cubicBezTo>
                    <a:pt x="11" y="18"/>
                    <a:pt x="11" y="19"/>
                    <a:pt x="11" y="20"/>
                  </a:cubicBezTo>
                  <a:cubicBezTo>
                    <a:pt x="11" y="20"/>
                    <a:pt x="10" y="20"/>
                    <a:pt x="9" y="20"/>
                  </a:cubicBezTo>
                  <a:cubicBezTo>
                    <a:pt x="9" y="20"/>
                    <a:pt x="10" y="19"/>
                    <a:pt x="10" y="19"/>
                  </a:cubicBezTo>
                  <a:cubicBezTo>
                    <a:pt x="10" y="18"/>
                    <a:pt x="9" y="19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10" y="14"/>
                    <a:pt x="11" y="13"/>
                    <a:pt x="10" y="13"/>
                  </a:cubicBezTo>
                  <a:cubicBezTo>
                    <a:pt x="10" y="13"/>
                    <a:pt x="10" y="12"/>
                    <a:pt x="9" y="12"/>
                  </a:cubicBezTo>
                  <a:cubicBezTo>
                    <a:pt x="9" y="12"/>
                    <a:pt x="10" y="11"/>
                    <a:pt x="10" y="11"/>
                  </a:cubicBezTo>
                  <a:cubicBezTo>
                    <a:pt x="11" y="11"/>
                    <a:pt x="11" y="10"/>
                    <a:pt x="11" y="10"/>
                  </a:cubicBezTo>
                  <a:cubicBezTo>
                    <a:pt x="11" y="10"/>
                    <a:pt x="12" y="10"/>
                    <a:pt x="12" y="10"/>
                  </a:cubicBezTo>
                  <a:cubicBezTo>
                    <a:pt x="12" y="11"/>
                    <a:pt x="11" y="12"/>
                    <a:pt x="11" y="13"/>
                  </a:cubicBezTo>
                  <a:cubicBezTo>
                    <a:pt x="11" y="13"/>
                    <a:pt x="11" y="14"/>
                    <a:pt x="11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Freeform 223"/>
            <p:cNvSpPr/>
            <p:nvPr userDrawn="1"/>
          </p:nvSpPr>
          <p:spPr bwMode="auto">
            <a:xfrm>
              <a:off x="1160463" y="4652963"/>
              <a:ext cx="90488" cy="125413"/>
            </a:xfrm>
            <a:custGeom>
              <a:avLst/>
              <a:gdLst>
                <a:gd name="T0" fmla="*/ 11 w 13"/>
                <a:gd name="T1" fmla="*/ 7 h 18"/>
                <a:gd name="T2" fmla="*/ 13 w 13"/>
                <a:gd name="T3" fmla="*/ 6 h 18"/>
                <a:gd name="T4" fmla="*/ 13 w 13"/>
                <a:gd name="T5" fmla="*/ 5 h 18"/>
                <a:gd name="T6" fmla="*/ 12 w 13"/>
                <a:gd name="T7" fmla="*/ 5 h 18"/>
                <a:gd name="T8" fmla="*/ 11 w 13"/>
                <a:gd name="T9" fmla="*/ 5 h 18"/>
                <a:gd name="T10" fmla="*/ 11 w 13"/>
                <a:gd name="T11" fmla="*/ 5 h 18"/>
                <a:gd name="T12" fmla="*/ 11 w 13"/>
                <a:gd name="T13" fmla="*/ 6 h 18"/>
                <a:gd name="T14" fmla="*/ 10 w 13"/>
                <a:gd name="T15" fmla="*/ 6 h 18"/>
                <a:gd name="T16" fmla="*/ 9 w 13"/>
                <a:gd name="T17" fmla="*/ 7 h 18"/>
                <a:gd name="T18" fmla="*/ 8 w 13"/>
                <a:gd name="T19" fmla="*/ 7 h 18"/>
                <a:gd name="T20" fmla="*/ 8 w 13"/>
                <a:gd name="T21" fmla="*/ 5 h 18"/>
                <a:gd name="T22" fmla="*/ 8 w 13"/>
                <a:gd name="T23" fmla="*/ 4 h 18"/>
                <a:gd name="T24" fmla="*/ 9 w 13"/>
                <a:gd name="T25" fmla="*/ 3 h 18"/>
                <a:gd name="T26" fmla="*/ 9 w 13"/>
                <a:gd name="T27" fmla="*/ 2 h 18"/>
                <a:gd name="T28" fmla="*/ 9 w 13"/>
                <a:gd name="T29" fmla="*/ 1 h 18"/>
                <a:gd name="T30" fmla="*/ 8 w 13"/>
                <a:gd name="T31" fmla="*/ 1 h 18"/>
                <a:gd name="T32" fmla="*/ 7 w 13"/>
                <a:gd name="T33" fmla="*/ 0 h 18"/>
                <a:gd name="T34" fmla="*/ 6 w 13"/>
                <a:gd name="T35" fmla="*/ 1 h 18"/>
                <a:gd name="T36" fmla="*/ 7 w 13"/>
                <a:gd name="T37" fmla="*/ 2 h 18"/>
                <a:gd name="T38" fmla="*/ 6 w 13"/>
                <a:gd name="T39" fmla="*/ 5 h 18"/>
                <a:gd name="T40" fmla="*/ 6 w 13"/>
                <a:gd name="T41" fmla="*/ 7 h 18"/>
                <a:gd name="T42" fmla="*/ 6 w 13"/>
                <a:gd name="T43" fmla="*/ 8 h 18"/>
                <a:gd name="T44" fmla="*/ 6 w 13"/>
                <a:gd name="T45" fmla="*/ 8 h 18"/>
                <a:gd name="T46" fmla="*/ 5 w 13"/>
                <a:gd name="T47" fmla="*/ 9 h 18"/>
                <a:gd name="T48" fmla="*/ 2 w 13"/>
                <a:gd name="T49" fmla="*/ 9 h 18"/>
                <a:gd name="T50" fmla="*/ 2 w 13"/>
                <a:gd name="T51" fmla="*/ 10 h 18"/>
                <a:gd name="T52" fmla="*/ 1 w 13"/>
                <a:gd name="T53" fmla="*/ 10 h 18"/>
                <a:gd name="T54" fmla="*/ 1 w 13"/>
                <a:gd name="T55" fmla="*/ 10 h 18"/>
                <a:gd name="T56" fmla="*/ 2 w 13"/>
                <a:gd name="T57" fmla="*/ 12 h 18"/>
                <a:gd name="T58" fmla="*/ 2 w 13"/>
                <a:gd name="T59" fmla="*/ 12 h 18"/>
                <a:gd name="T60" fmla="*/ 3 w 13"/>
                <a:gd name="T61" fmla="*/ 12 h 18"/>
                <a:gd name="T62" fmla="*/ 3 w 13"/>
                <a:gd name="T63" fmla="*/ 11 h 18"/>
                <a:gd name="T64" fmla="*/ 5 w 13"/>
                <a:gd name="T65" fmla="*/ 10 h 18"/>
                <a:gd name="T66" fmla="*/ 6 w 13"/>
                <a:gd name="T67" fmla="*/ 9 h 18"/>
                <a:gd name="T68" fmla="*/ 6 w 13"/>
                <a:gd name="T69" fmla="*/ 10 h 18"/>
                <a:gd name="T70" fmla="*/ 6 w 13"/>
                <a:gd name="T71" fmla="*/ 11 h 18"/>
                <a:gd name="T72" fmla="*/ 6 w 13"/>
                <a:gd name="T73" fmla="*/ 11 h 18"/>
                <a:gd name="T74" fmla="*/ 4 w 13"/>
                <a:gd name="T75" fmla="*/ 14 h 18"/>
                <a:gd name="T76" fmla="*/ 2 w 13"/>
                <a:gd name="T77" fmla="*/ 16 h 18"/>
                <a:gd name="T78" fmla="*/ 1 w 13"/>
                <a:gd name="T79" fmla="*/ 16 h 18"/>
                <a:gd name="T80" fmla="*/ 0 w 13"/>
                <a:gd name="T81" fmla="*/ 17 h 18"/>
                <a:gd name="T82" fmla="*/ 2 w 13"/>
                <a:gd name="T83" fmla="*/ 17 h 18"/>
                <a:gd name="T84" fmla="*/ 2 w 13"/>
                <a:gd name="T85" fmla="*/ 17 h 18"/>
                <a:gd name="T86" fmla="*/ 4 w 13"/>
                <a:gd name="T87" fmla="*/ 16 h 18"/>
                <a:gd name="T88" fmla="*/ 5 w 13"/>
                <a:gd name="T89" fmla="*/ 15 h 18"/>
                <a:gd name="T90" fmla="*/ 6 w 13"/>
                <a:gd name="T91" fmla="*/ 14 h 18"/>
                <a:gd name="T92" fmla="*/ 7 w 13"/>
                <a:gd name="T93" fmla="*/ 12 h 18"/>
                <a:gd name="T94" fmla="*/ 7 w 13"/>
                <a:gd name="T95" fmla="*/ 11 h 18"/>
                <a:gd name="T96" fmla="*/ 8 w 13"/>
                <a:gd name="T97" fmla="*/ 8 h 18"/>
                <a:gd name="T98" fmla="*/ 9 w 13"/>
                <a:gd name="T99" fmla="*/ 8 h 18"/>
                <a:gd name="T100" fmla="*/ 11 w 13"/>
                <a:gd name="T101" fmla="*/ 7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3" h="18">
                  <a:moveTo>
                    <a:pt x="11" y="7"/>
                  </a:moveTo>
                  <a:cubicBezTo>
                    <a:pt x="12" y="7"/>
                    <a:pt x="12" y="7"/>
                    <a:pt x="13" y="6"/>
                  </a:cubicBezTo>
                  <a:cubicBezTo>
                    <a:pt x="13" y="6"/>
                    <a:pt x="13" y="6"/>
                    <a:pt x="13" y="5"/>
                  </a:cubicBezTo>
                  <a:cubicBezTo>
                    <a:pt x="13" y="5"/>
                    <a:pt x="12" y="5"/>
                    <a:pt x="12" y="5"/>
                  </a:cubicBezTo>
                  <a:cubicBezTo>
                    <a:pt x="12" y="5"/>
                    <a:pt x="12" y="5"/>
                    <a:pt x="11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0" y="5"/>
                    <a:pt x="11" y="5"/>
                    <a:pt x="11" y="6"/>
                  </a:cubicBezTo>
                  <a:cubicBezTo>
                    <a:pt x="11" y="6"/>
                    <a:pt x="10" y="6"/>
                    <a:pt x="10" y="6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6"/>
                    <a:pt x="8" y="6"/>
                    <a:pt x="8" y="5"/>
                  </a:cubicBezTo>
                  <a:cubicBezTo>
                    <a:pt x="8" y="5"/>
                    <a:pt x="8" y="5"/>
                    <a:pt x="8" y="4"/>
                  </a:cubicBezTo>
                  <a:cubicBezTo>
                    <a:pt x="9" y="4"/>
                    <a:pt x="8" y="3"/>
                    <a:pt x="9" y="3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2"/>
                    <a:pt x="9" y="1"/>
                    <a:pt x="9" y="1"/>
                  </a:cubicBezTo>
                  <a:cubicBezTo>
                    <a:pt x="9" y="1"/>
                    <a:pt x="8" y="1"/>
                    <a:pt x="8" y="1"/>
                  </a:cubicBezTo>
                  <a:cubicBezTo>
                    <a:pt x="8" y="0"/>
                    <a:pt x="8" y="0"/>
                    <a:pt x="7" y="0"/>
                  </a:cubicBezTo>
                  <a:cubicBezTo>
                    <a:pt x="7" y="0"/>
                    <a:pt x="6" y="1"/>
                    <a:pt x="6" y="1"/>
                  </a:cubicBezTo>
                  <a:cubicBezTo>
                    <a:pt x="6" y="1"/>
                    <a:pt x="6" y="2"/>
                    <a:pt x="7" y="2"/>
                  </a:cubicBezTo>
                  <a:cubicBezTo>
                    <a:pt x="7" y="3"/>
                    <a:pt x="7" y="4"/>
                    <a:pt x="6" y="5"/>
                  </a:cubicBezTo>
                  <a:cubicBezTo>
                    <a:pt x="6" y="6"/>
                    <a:pt x="6" y="6"/>
                    <a:pt x="6" y="7"/>
                  </a:cubicBezTo>
                  <a:cubicBezTo>
                    <a:pt x="6" y="7"/>
                    <a:pt x="7" y="8"/>
                    <a:pt x="6" y="8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5" y="8"/>
                    <a:pt x="5" y="9"/>
                    <a:pt x="5" y="9"/>
                  </a:cubicBezTo>
                  <a:cubicBezTo>
                    <a:pt x="4" y="9"/>
                    <a:pt x="3" y="9"/>
                    <a:pt x="2" y="9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0"/>
                    <a:pt x="1" y="10"/>
                    <a:pt x="1" y="10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11"/>
                    <a:pt x="1" y="11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3" y="12"/>
                    <a:pt x="3" y="12"/>
                  </a:cubicBezTo>
                  <a:cubicBezTo>
                    <a:pt x="3" y="12"/>
                    <a:pt x="3" y="12"/>
                    <a:pt x="3" y="11"/>
                  </a:cubicBezTo>
                  <a:cubicBezTo>
                    <a:pt x="4" y="11"/>
                    <a:pt x="5" y="11"/>
                    <a:pt x="5" y="10"/>
                  </a:cubicBezTo>
                  <a:cubicBezTo>
                    <a:pt x="5" y="10"/>
                    <a:pt x="5" y="9"/>
                    <a:pt x="6" y="9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6" y="10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3"/>
                    <a:pt x="4" y="14"/>
                    <a:pt x="4" y="14"/>
                  </a:cubicBezTo>
                  <a:cubicBezTo>
                    <a:pt x="3" y="15"/>
                    <a:pt x="3" y="15"/>
                    <a:pt x="2" y="16"/>
                  </a:cubicBezTo>
                  <a:cubicBezTo>
                    <a:pt x="2" y="16"/>
                    <a:pt x="1" y="16"/>
                    <a:pt x="1" y="16"/>
                  </a:cubicBezTo>
                  <a:cubicBezTo>
                    <a:pt x="1" y="17"/>
                    <a:pt x="0" y="17"/>
                    <a:pt x="0" y="17"/>
                  </a:cubicBezTo>
                  <a:cubicBezTo>
                    <a:pt x="1" y="18"/>
                    <a:pt x="2" y="17"/>
                    <a:pt x="2" y="17"/>
                  </a:cubicBezTo>
                  <a:cubicBezTo>
                    <a:pt x="2" y="17"/>
                    <a:pt x="2" y="17"/>
                    <a:pt x="2" y="17"/>
                  </a:cubicBezTo>
                  <a:cubicBezTo>
                    <a:pt x="3" y="17"/>
                    <a:pt x="4" y="16"/>
                    <a:pt x="4" y="16"/>
                  </a:cubicBezTo>
                  <a:cubicBezTo>
                    <a:pt x="5" y="16"/>
                    <a:pt x="5" y="16"/>
                    <a:pt x="5" y="15"/>
                  </a:cubicBezTo>
                  <a:cubicBezTo>
                    <a:pt x="5" y="15"/>
                    <a:pt x="6" y="15"/>
                    <a:pt x="6" y="14"/>
                  </a:cubicBezTo>
                  <a:cubicBezTo>
                    <a:pt x="7" y="13"/>
                    <a:pt x="7" y="13"/>
                    <a:pt x="7" y="12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8" y="10"/>
                    <a:pt x="8" y="9"/>
                    <a:pt x="8" y="8"/>
                  </a:cubicBezTo>
                  <a:cubicBezTo>
                    <a:pt x="8" y="8"/>
                    <a:pt x="8" y="8"/>
                    <a:pt x="9" y="8"/>
                  </a:cubicBezTo>
                  <a:cubicBezTo>
                    <a:pt x="9" y="8"/>
                    <a:pt x="10" y="7"/>
                    <a:pt x="11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7" name="Freeform 224"/>
            <p:cNvSpPr/>
            <p:nvPr userDrawn="1"/>
          </p:nvSpPr>
          <p:spPr bwMode="auto">
            <a:xfrm>
              <a:off x="1216025" y="4714875"/>
              <a:ext cx="55563" cy="49213"/>
            </a:xfrm>
            <a:custGeom>
              <a:avLst/>
              <a:gdLst>
                <a:gd name="T0" fmla="*/ 5 w 8"/>
                <a:gd name="T1" fmla="*/ 5 h 7"/>
                <a:gd name="T2" fmla="*/ 4 w 8"/>
                <a:gd name="T3" fmla="*/ 3 h 7"/>
                <a:gd name="T4" fmla="*/ 3 w 8"/>
                <a:gd name="T5" fmla="*/ 3 h 7"/>
                <a:gd name="T6" fmla="*/ 2 w 8"/>
                <a:gd name="T7" fmla="*/ 2 h 7"/>
                <a:gd name="T8" fmla="*/ 2 w 8"/>
                <a:gd name="T9" fmla="*/ 2 h 7"/>
                <a:gd name="T10" fmla="*/ 1 w 8"/>
                <a:gd name="T11" fmla="*/ 1 h 7"/>
                <a:gd name="T12" fmla="*/ 0 w 8"/>
                <a:gd name="T13" fmla="*/ 0 h 7"/>
                <a:gd name="T14" fmla="*/ 1 w 8"/>
                <a:gd name="T15" fmla="*/ 1 h 7"/>
                <a:gd name="T16" fmla="*/ 1 w 8"/>
                <a:gd name="T17" fmla="*/ 3 h 7"/>
                <a:gd name="T18" fmla="*/ 2 w 8"/>
                <a:gd name="T19" fmla="*/ 4 h 7"/>
                <a:gd name="T20" fmla="*/ 3 w 8"/>
                <a:gd name="T21" fmla="*/ 5 h 7"/>
                <a:gd name="T22" fmla="*/ 3 w 8"/>
                <a:gd name="T23" fmla="*/ 6 h 7"/>
                <a:gd name="T24" fmla="*/ 5 w 8"/>
                <a:gd name="T25" fmla="*/ 7 h 7"/>
                <a:gd name="T26" fmla="*/ 6 w 8"/>
                <a:gd name="T27" fmla="*/ 7 h 7"/>
                <a:gd name="T28" fmla="*/ 6 w 8"/>
                <a:gd name="T29" fmla="*/ 7 h 7"/>
                <a:gd name="T30" fmla="*/ 7 w 8"/>
                <a:gd name="T31" fmla="*/ 6 h 7"/>
                <a:gd name="T32" fmla="*/ 8 w 8"/>
                <a:gd name="T33" fmla="*/ 6 h 7"/>
                <a:gd name="T34" fmla="*/ 6 w 8"/>
                <a:gd name="T35" fmla="*/ 5 h 7"/>
                <a:gd name="T36" fmla="*/ 5 w 8"/>
                <a:gd name="T37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8" h="7">
                  <a:moveTo>
                    <a:pt x="5" y="5"/>
                  </a:moveTo>
                  <a:cubicBezTo>
                    <a:pt x="5" y="4"/>
                    <a:pt x="4" y="4"/>
                    <a:pt x="4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1" y="1"/>
                    <a:pt x="1" y="1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1" y="1"/>
                    <a:pt x="1" y="1"/>
                  </a:cubicBezTo>
                  <a:cubicBezTo>
                    <a:pt x="1" y="2"/>
                    <a:pt x="1" y="2"/>
                    <a:pt x="1" y="3"/>
                  </a:cubicBezTo>
                  <a:cubicBezTo>
                    <a:pt x="1" y="3"/>
                    <a:pt x="2" y="4"/>
                    <a:pt x="2" y="4"/>
                  </a:cubicBezTo>
                  <a:cubicBezTo>
                    <a:pt x="2" y="4"/>
                    <a:pt x="2" y="5"/>
                    <a:pt x="3" y="5"/>
                  </a:cubicBezTo>
                  <a:cubicBezTo>
                    <a:pt x="3" y="5"/>
                    <a:pt x="3" y="6"/>
                    <a:pt x="3" y="6"/>
                  </a:cubicBezTo>
                  <a:cubicBezTo>
                    <a:pt x="4" y="6"/>
                    <a:pt x="4" y="7"/>
                    <a:pt x="5" y="7"/>
                  </a:cubicBezTo>
                  <a:cubicBezTo>
                    <a:pt x="5" y="7"/>
                    <a:pt x="5" y="7"/>
                    <a:pt x="6" y="7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6" y="7"/>
                    <a:pt x="7" y="7"/>
                    <a:pt x="7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8" y="5"/>
                    <a:pt x="7" y="5"/>
                    <a:pt x="6" y="5"/>
                  </a:cubicBezTo>
                  <a:cubicBezTo>
                    <a:pt x="6" y="5"/>
                    <a:pt x="6" y="5"/>
                    <a:pt x="5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8" name="Freeform 225"/>
            <p:cNvSpPr>
              <a:spLocks noEditPoints="1"/>
            </p:cNvSpPr>
            <p:nvPr userDrawn="1"/>
          </p:nvSpPr>
          <p:spPr bwMode="auto">
            <a:xfrm>
              <a:off x="1562100" y="4638675"/>
              <a:ext cx="96838" cy="168275"/>
            </a:xfrm>
            <a:custGeom>
              <a:avLst/>
              <a:gdLst>
                <a:gd name="T0" fmla="*/ 12 w 14"/>
                <a:gd name="T1" fmla="*/ 5 h 24"/>
                <a:gd name="T2" fmla="*/ 14 w 14"/>
                <a:gd name="T3" fmla="*/ 2 h 24"/>
                <a:gd name="T4" fmla="*/ 13 w 14"/>
                <a:gd name="T5" fmla="*/ 1 h 24"/>
                <a:gd name="T6" fmla="*/ 11 w 14"/>
                <a:gd name="T7" fmla="*/ 4 h 24"/>
                <a:gd name="T8" fmla="*/ 10 w 14"/>
                <a:gd name="T9" fmla="*/ 5 h 24"/>
                <a:gd name="T10" fmla="*/ 9 w 14"/>
                <a:gd name="T11" fmla="*/ 7 h 24"/>
                <a:gd name="T12" fmla="*/ 10 w 14"/>
                <a:gd name="T13" fmla="*/ 9 h 24"/>
                <a:gd name="T14" fmla="*/ 8 w 14"/>
                <a:gd name="T15" fmla="*/ 6 h 24"/>
                <a:gd name="T16" fmla="*/ 9 w 14"/>
                <a:gd name="T17" fmla="*/ 3 h 24"/>
                <a:gd name="T18" fmla="*/ 9 w 14"/>
                <a:gd name="T19" fmla="*/ 0 h 24"/>
                <a:gd name="T20" fmla="*/ 7 w 14"/>
                <a:gd name="T21" fmla="*/ 2 h 24"/>
                <a:gd name="T22" fmla="*/ 5 w 14"/>
                <a:gd name="T23" fmla="*/ 5 h 24"/>
                <a:gd name="T24" fmla="*/ 3 w 14"/>
                <a:gd name="T25" fmla="*/ 6 h 24"/>
                <a:gd name="T26" fmla="*/ 4 w 14"/>
                <a:gd name="T27" fmla="*/ 8 h 24"/>
                <a:gd name="T28" fmla="*/ 2 w 14"/>
                <a:gd name="T29" fmla="*/ 8 h 24"/>
                <a:gd name="T30" fmla="*/ 2 w 14"/>
                <a:gd name="T31" fmla="*/ 11 h 24"/>
                <a:gd name="T32" fmla="*/ 4 w 14"/>
                <a:gd name="T33" fmla="*/ 11 h 24"/>
                <a:gd name="T34" fmla="*/ 5 w 14"/>
                <a:gd name="T35" fmla="*/ 9 h 24"/>
                <a:gd name="T36" fmla="*/ 5 w 14"/>
                <a:gd name="T37" fmla="*/ 11 h 24"/>
                <a:gd name="T38" fmla="*/ 9 w 14"/>
                <a:gd name="T39" fmla="*/ 9 h 24"/>
                <a:gd name="T40" fmla="*/ 7 w 14"/>
                <a:gd name="T41" fmla="*/ 12 h 24"/>
                <a:gd name="T42" fmla="*/ 4 w 14"/>
                <a:gd name="T43" fmla="*/ 13 h 24"/>
                <a:gd name="T44" fmla="*/ 5 w 14"/>
                <a:gd name="T45" fmla="*/ 14 h 24"/>
                <a:gd name="T46" fmla="*/ 9 w 14"/>
                <a:gd name="T47" fmla="*/ 11 h 24"/>
                <a:gd name="T48" fmla="*/ 8 w 14"/>
                <a:gd name="T49" fmla="*/ 15 h 24"/>
                <a:gd name="T50" fmla="*/ 6 w 14"/>
                <a:gd name="T51" fmla="*/ 18 h 24"/>
                <a:gd name="T52" fmla="*/ 4 w 14"/>
                <a:gd name="T53" fmla="*/ 20 h 24"/>
                <a:gd name="T54" fmla="*/ 0 w 14"/>
                <a:gd name="T55" fmla="*/ 22 h 24"/>
                <a:gd name="T56" fmla="*/ 4 w 14"/>
                <a:gd name="T57" fmla="*/ 21 h 24"/>
                <a:gd name="T58" fmla="*/ 8 w 14"/>
                <a:gd name="T59" fmla="*/ 18 h 24"/>
                <a:gd name="T60" fmla="*/ 8 w 14"/>
                <a:gd name="T61" fmla="*/ 22 h 24"/>
                <a:gd name="T62" fmla="*/ 6 w 14"/>
                <a:gd name="T63" fmla="*/ 23 h 24"/>
                <a:gd name="T64" fmla="*/ 9 w 14"/>
                <a:gd name="T65" fmla="*/ 23 h 24"/>
                <a:gd name="T66" fmla="*/ 11 w 14"/>
                <a:gd name="T67" fmla="*/ 21 h 24"/>
                <a:gd name="T68" fmla="*/ 9 w 14"/>
                <a:gd name="T69" fmla="*/ 18 h 24"/>
                <a:gd name="T70" fmla="*/ 11 w 14"/>
                <a:gd name="T71" fmla="*/ 17 h 24"/>
                <a:gd name="T72" fmla="*/ 9 w 14"/>
                <a:gd name="T73" fmla="*/ 14 h 24"/>
                <a:gd name="T74" fmla="*/ 14 w 14"/>
                <a:gd name="T75" fmla="*/ 9 h 24"/>
                <a:gd name="T76" fmla="*/ 11 w 14"/>
                <a:gd name="T77" fmla="*/ 9 h 24"/>
                <a:gd name="T78" fmla="*/ 12 w 14"/>
                <a:gd name="T79" fmla="*/ 6 h 24"/>
                <a:gd name="T80" fmla="*/ 5 w 14"/>
                <a:gd name="T81" fmla="*/ 6 h 24"/>
                <a:gd name="T82" fmla="*/ 7 w 14"/>
                <a:gd name="T83" fmla="*/ 8 h 24"/>
                <a:gd name="T84" fmla="*/ 7 w 14"/>
                <a:gd name="T85" fmla="*/ 8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" h="24">
                  <a:moveTo>
                    <a:pt x="12" y="6"/>
                  </a:moveTo>
                  <a:cubicBezTo>
                    <a:pt x="12" y="6"/>
                    <a:pt x="12" y="6"/>
                    <a:pt x="12" y="6"/>
                  </a:cubicBezTo>
                  <a:cubicBezTo>
                    <a:pt x="12" y="6"/>
                    <a:pt x="12" y="5"/>
                    <a:pt x="12" y="5"/>
                  </a:cubicBezTo>
                  <a:cubicBezTo>
                    <a:pt x="12" y="5"/>
                    <a:pt x="13" y="4"/>
                    <a:pt x="13" y="3"/>
                  </a:cubicBezTo>
                  <a:cubicBezTo>
                    <a:pt x="13" y="3"/>
                    <a:pt x="13" y="3"/>
                    <a:pt x="14" y="3"/>
                  </a:cubicBezTo>
                  <a:cubicBezTo>
                    <a:pt x="14" y="3"/>
                    <a:pt x="14" y="2"/>
                    <a:pt x="14" y="2"/>
                  </a:cubicBezTo>
                  <a:cubicBezTo>
                    <a:pt x="14" y="2"/>
                    <a:pt x="14" y="2"/>
                    <a:pt x="13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1"/>
                    <a:pt x="12" y="1"/>
                    <a:pt x="12" y="1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3"/>
                    <a:pt x="12" y="4"/>
                    <a:pt x="11" y="4"/>
                  </a:cubicBezTo>
                  <a:cubicBezTo>
                    <a:pt x="11" y="5"/>
                    <a:pt x="11" y="6"/>
                    <a:pt x="10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9" y="5"/>
                    <a:pt x="8" y="5"/>
                    <a:pt x="8" y="5"/>
                  </a:cubicBezTo>
                  <a:cubicBezTo>
                    <a:pt x="9" y="5"/>
                    <a:pt x="9" y="5"/>
                    <a:pt x="9" y="6"/>
                  </a:cubicBezTo>
                  <a:cubicBezTo>
                    <a:pt x="9" y="6"/>
                    <a:pt x="9" y="7"/>
                    <a:pt x="9" y="7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0" y="8"/>
                    <a:pt x="10" y="9"/>
                    <a:pt x="10" y="9"/>
                  </a:cubicBezTo>
                  <a:cubicBezTo>
                    <a:pt x="10" y="9"/>
                    <a:pt x="9" y="9"/>
                    <a:pt x="8" y="9"/>
                  </a:cubicBezTo>
                  <a:cubicBezTo>
                    <a:pt x="8" y="8"/>
                    <a:pt x="7" y="7"/>
                    <a:pt x="8" y="7"/>
                  </a:cubicBezTo>
                  <a:cubicBezTo>
                    <a:pt x="8" y="7"/>
                    <a:pt x="8" y="7"/>
                    <a:pt x="8" y="6"/>
                  </a:cubicBezTo>
                  <a:cubicBezTo>
                    <a:pt x="9" y="6"/>
                    <a:pt x="8" y="5"/>
                    <a:pt x="8" y="5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3"/>
                  </a:cubicBezTo>
                  <a:cubicBezTo>
                    <a:pt x="9" y="3"/>
                    <a:pt x="10" y="2"/>
                    <a:pt x="10" y="2"/>
                  </a:cubicBezTo>
                  <a:cubicBezTo>
                    <a:pt x="10" y="2"/>
                    <a:pt x="10" y="1"/>
                    <a:pt x="10" y="1"/>
                  </a:cubicBezTo>
                  <a:cubicBezTo>
                    <a:pt x="10" y="1"/>
                    <a:pt x="10" y="0"/>
                    <a:pt x="9" y="0"/>
                  </a:cubicBezTo>
                  <a:cubicBezTo>
                    <a:pt x="9" y="0"/>
                    <a:pt x="9" y="0"/>
                    <a:pt x="8" y="0"/>
                  </a:cubicBezTo>
                  <a:cubicBezTo>
                    <a:pt x="8" y="0"/>
                    <a:pt x="7" y="0"/>
                    <a:pt x="7" y="0"/>
                  </a:cubicBezTo>
                  <a:cubicBezTo>
                    <a:pt x="7" y="1"/>
                    <a:pt x="7" y="1"/>
                    <a:pt x="7" y="2"/>
                  </a:cubicBezTo>
                  <a:cubicBezTo>
                    <a:pt x="7" y="3"/>
                    <a:pt x="7" y="3"/>
                    <a:pt x="7" y="4"/>
                  </a:cubicBezTo>
                  <a:cubicBezTo>
                    <a:pt x="7" y="4"/>
                    <a:pt x="7" y="4"/>
                    <a:pt x="7" y="5"/>
                  </a:cubicBezTo>
                  <a:cubicBezTo>
                    <a:pt x="7" y="5"/>
                    <a:pt x="6" y="5"/>
                    <a:pt x="5" y="5"/>
                  </a:cubicBezTo>
                  <a:cubicBezTo>
                    <a:pt x="5" y="5"/>
                    <a:pt x="4" y="5"/>
                    <a:pt x="4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3" y="6"/>
                    <a:pt x="2" y="7"/>
                    <a:pt x="2" y="7"/>
                  </a:cubicBezTo>
                  <a:cubicBezTo>
                    <a:pt x="2" y="7"/>
                    <a:pt x="3" y="7"/>
                    <a:pt x="3" y="7"/>
                  </a:cubicBezTo>
                  <a:cubicBezTo>
                    <a:pt x="3" y="7"/>
                    <a:pt x="3" y="7"/>
                    <a:pt x="4" y="8"/>
                  </a:cubicBezTo>
                  <a:cubicBezTo>
                    <a:pt x="4" y="8"/>
                    <a:pt x="4" y="8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3" y="9"/>
                    <a:pt x="3" y="8"/>
                    <a:pt x="2" y="8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0"/>
                    <a:pt x="2" y="11"/>
                    <a:pt x="2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3" y="11"/>
                    <a:pt x="3" y="12"/>
                    <a:pt x="3" y="12"/>
                  </a:cubicBezTo>
                  <a:cubicBezTo>
                    <a:pt x="4" y="12"/>
                    <a:pt x="4" y="11"/>
                    <a:pt x="4" y="11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5" y="10"/>
                    <a:pt x="5" y="9"/>
                    <a:pt x="5" y="9"/>
                  </a:cubicBezTo>
                  <a:cubicBezTo>
                    <a:pt x="5" y="9"/>
                    <a:pt x="5" y="8"/>
                    <a:pt x="5" y="8"/>
                  </a:cubicBezTo>
                  <a:cubicBezTo>
                    <a:pt x="6" y="8"/>
                    <a:pt x="6" y="9"/>
                    <a:pt x="6" y="9"/>
                  </a:cubicBezTo>
                  <a:cubicBezTo>
                    <a:pt x="6" y="10"/>
                    <a:pt x="5" y="10"/>
                    <a:pt x="5" y="11"/>
                  </a:cubicBezTo>
                  <a:cubicBezTo>
                    <a:pt x="5" y="11"/>
                    <a:pt x="6" y="10"/>
                    <a:pt x="6" y="10"/>
                  </a:cubicBezTo>
                  <a:cubicBezTo>
                    <a:pt x="6" y="10"/>
                    <a:pt x="6" y="9"/>
                    <a:pt x="7" y="9"/>
                  </a:cubicBezTo>
                  <a:cubicBezTo>
                    <a:pt x="7" y="10"/>
                    <a:pt x="8" y="10"/>
                    <a:pt x="9" y="9"/>
                  </a:cubicBezTo>
                  <a:cubicBezTo>
                    <a:pt x="9" y="9"/>
                    <a:pt x="9" y="10"/>
                    <a:pt x="9" y="10"/>
                  </a:cubicBezTo>
                  <a:cubicBezTo>
                    <a:pt x="9" y="11"/>
                    <a:pt x="8" y="11"/>
                    <a:pt x="8" y="11"/>
                  </a:cubicBezTo>
                  <a:cubicBezTo>
                    <a:pt x="8" y="11"/>
                    <a:pt x="7" y="11"/>
                    <a:pt x="7" y="12"/>
                  </a:cubicBezTo>
                  <a:cubicBezTo>
                    <a:pt x="7" y="12"/>
                    <a:pt x="6" y="12"/>
                    <a:pt x="6" y="12"/>
                  </a:cubicBezTo>
                  <a:cubicBezTo>
                    <a:pt x="6" y="12"/>
                    <a:pt x="5" y="13"/>
                    <a:pt x="5" y="13"/>
                  </a:cubicBezTo>
                  <a:cubicBezTo>
                    <a:pt x="5" y="13"/>
                    <a:pt x="5" y="13"/>
                    <a:pt x="4" y="13"/>
                  </a:cubicBezTo>
                  <a:cubicBezTo>
                    <a:pt x="4" y="13"/>
                    <a:pt x="3" y="14"/>
                    <a:pt x="3" y="14"/>
                  </a:cubicBezTo>
                  <a:cubicBezTo>
                    <a:pt x="3" y="15"/>
                    <a:pt x="4" y="15"/>
                    <a:pt x="4" y="15"/>
                  </a:cubicBezTo>
                  <a:cubicBezTo>
                    <a:pt x="5" y="15"/>
                    <a:pt x="5" y="14"/>
                    <a:pt x="5" y="14"/>
                  </a:cubicBezTo>
                  <a:cubicBezTo>
                    <a:pt x="6" y="14"/>
                    <a:pt x="6" y="14"/>
                    <a:pt x="6" y="13"/>
                  </a:cubicBezTo>
                  <a:cubicBezTo>
                    <a:pt x="7" y="13"/>
                    <a:pt x="7" y="13"/>
                    <a:pt x="8" y="12"/>
                  </a:cubicBezTo>
                  <a:cubicBezTo>
                    <a:pt x="8" y="12"/>
                    <a:pt x="8" y="11"/>
                    <a:pt x="9" y="11"/>
                  </a:cubicBezTo>
                  <a:cubicBezTo>
                    <a:pt x="9" y="11"/>
                    <a:pt x="10" y="11"/>
                    <a:pt x="10" y="11"/>
                  </a:cubicBezTo>
                  <a:cubicBezTo>
                    <a:pt x="9" y="13"/>
                    <a:pt x="9" y="14"/>
                    <a:pt x="7" y="14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6"/>
                  </a:cubicBezTo>
                  <a:cubicBezTo>
                    <a:pt x="8" y="16"/>
                    <a:pt x="7" y="17"/>
                    <a:pt x="7" y="17"/>
                  </a:cubicBezTo>
                  <a:cubicBezTo>
                    <a:pt x="6" y="17"/>
                    <a:pt x="6" y="18"/>
                    <a:pt x="6" y="18"/>
                  </a:cubicBezTo>
                  <a:cubicBezTo>
                    <a:pt x="5" y="18"/>
                    <a:pt x="5" y="18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20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3" y="20"/>
                    <a:pt x="3" y="20"/>
                    <a:pt x="2" y="20"/>
                  </a:cubicBezTo>
                  <a:cubicBezTo>
                    <a:pt x="2" y="21"/>
                    <a:pt x="0" y="21"/>
                    <a:pt x="0" y="22"/>
                  </a:cubicBezTo>
                  <a:cubicBezTo>
                    <a:pt x="1" y="23"/>
                    <a:pt x="2" y="22"/>
                    <a:pt x="3" y="23"/>
                  </a:cubicBezTo>
                  <a:cubicBezTo>
                    <a:pt x="3" y="22"/>
                    <a:pt x="3" y="22"/>
                    <a:pt x="4" y="22"/>
                  </a:cubicBezTo>
                  <a:cubicBezTo>
                    <a:pt x="4" y="22"/>
                    <a:pt x="4" y="22"/>
                    <a:pt x="4" y="21"/>
                  </a:cubicBezTo>
                  <a:cubicBezTo>
                    <a:pt x="5" y="21"/>
                    <a:pt x="6" y="20"/>
                    <a:pt x="6" y="20"/>
                  </a:cubicBezTo>
                  <a:cubicBezTo>
                    <a:pt x="6" y="19"/>
                    <a:pt x="7" y="19"/>
                    <a:pt x="7" y="18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9" y="18"/>
                    <a:pt x="8" y="19"/>
                    <a:pt x="8" y="20"/>
                  </a:cubicBezTo>
                  <a:cubicBezTo>
                    <a:pt x="8" y="21"/>
                    <a:pt x="9" y="21"/>
                    <a:pt x="9" y="21"/>
                  </a:cubicBezTo>
                  <a:cubicBezTo>
                    <a:pt x="9" y="22"/>
                    <a:pt x="8" y="21"/>
                    <a:pt x="8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7" y="22"/>
                    <a:pt x="6" y="22"/>
                    <a:pt x="5" y="22"/>
                  </a:cubicBezTo>
                  <a:cubicBezTo>
                    <a:pt x="5" y="23"/>
                    <a:pt x="6" y="23"/>
                    <a:pt x="6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3"/>
                    <a:pt x="8" y="23"/>
                    <a:pt x="8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10" y="24"/>
                    <a:pt x="10" y="23"/>
                  </a:cubicBezTo>
                  <a:cubicBezTo>
                    <a:pt x="10" y="23"/>
                    <a:pt x="11" y="23"/>
                    <a:pt x="11" y="23"/>
                  </a:cubicBezTo>
                  <a:cubicBezTo>
                    <a:pt x="12" y="22"/>
                    <a:pt x="11" y="22"/>
                    <a:pt x="11" y="21"/>
                  </a:cubicBezTo>
                  <a:cubicBezTo>
                    <a:pt x="10" y="21"/>
                    <a:pt x="10" y="20"/>
                    <a:pt x="10" y="20"/>
                  </a:cubicBezTo>
                  <a:cubicBezTo>
                    <a:pt x="10" y="20"/>
                    <a:pt x="10" y="19"/>
                    <a:pt x="10" y="19"/>
                  </a:cubicBezTo>
                  <a:cubicBezTo>
                    <a:pt x="10" y="19"/>
                    <a:pt x="9" y="19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8"/>
                    <a:pt x="9" y="17"/>
                    <a:pt x="9" y="17"/>
                  </a:cubicBezTo>
                  <a:cubicBezTo>
                    <a:pt x="10" y="17"/>
                    <a:pt x="10" y="17"/>
                    <a:pt x="11" y="17"/>
                  </a:cubicBezTo>
                  <a:cubicBezTo>
                    <a:pt x="12" y="17"/>
                    <a:pt x="12" y="16"/>
                    <a:pt x="12" y="15"/>
                  </a:cubicBezTo>
                  <a:cubicBezTo>
                    <a:pt x="12" y="15"/>
                    <a:pt x="11" y="15"/>
                    <a:pt x="11" y="15"/>
                  </a:cubicBezTo>
                  <a:cubicBezTo>
                    <a:pt x="11" y="14"/>
                    <a:pt x="10" y="14"/>
                    <a:pt x="9" y="14"/>
                  </a:cubicBezTo>
                  <a:cubicBezTo>
                    <a:pt x="10" y="13"/>
                    <a:pt x="10" y="12"/>
                    <a:pt x="11" y="12"/>
                  </a:cubicBezTo>
                  <a:cubicBezTo>
                    <a:pt x="11" y="12"/>
                    <a:pt x="12" y="12"/>
                    <a:pt x="12" y="11"/>
                  </a:cubicBezTo>
                  <a:cubicBezTo>
                    <a:pt x="13" y="11"/>
                    <a:pt x="13" y="9"/>
                    <a:pt x="14" y="9"/>
                  </a:cubicBezTo>
                  <a:cubicBezTo>
                    <a:pt x="13" y="9"/>
                    <a:pt x="14" y="9"/>
                    <a:pt x="14" y="8"/>
                  </a:cubicBezTo>
                  <a:cubicBezTo>
                    <a:pt x="14" y="8"/>
                    <a:pt x="13" y="8"/>
                    <a:pt x="13" y="8"/>
                  </a:cubicBezTo>
                  <a:cubicBezTo>
                    <a:pt x="12" y="8"/>
                    <a:pt x="12" y="8"/>
                    <a:pt x="11" y="9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1" y="8"/>
                    <a:pt x="11" y="8"/>
                    <a:pt x="11" y="7"/>
                  </a:cubicBezTo>
                  <a:cubicBezTo>
                    <a:pt x="11" y="7"/>
                    <a:pt x="11" y="7"/>
                    <a:pt x="12" y="6"/>
                  </a:cubicBezTo>
                  <a:close/>
                  <a:moveTo>
                    <a:pt x="5" y="8"/>
                  </a:moveTo>
                  <a:cubicBezTo>
                    <a:pt x="4" y="7"/>
                    <a:pt x="4" y="7"/>
                    <a:pt x="4" y="6"/>
                  </a:cubicBezTo>
                  <a:cubicBezTo>
                    <a:pt x="4" y="6"/>
                    <a:pt x="5" y="6"/>
                    <a:pt x="5" y="6"/>
                  </a:cubicBezTo>
                  <a:cubicBezTo>
                    <a:pt x="5" y="6"/>
                    <a:pt x="5" y="6"/>
                    <a:pt x="6" y="6"/>
                  </a:cubicBezTo>
                  <a:cubicBezTo>
                    <a:pt x="6" y="7"/>
                    <a:pt x="5" y="7"/>
                    <a:pt x="5" y="8"/>
                  </a:cubicBezTo>
                  <a:close/>
                  <a:moveTo>
                    <a:pt x="7" y="8"/>
                  </a:moveTo>
                  <a:cubicBezTo>
                    <a:pt x="6" y="8"/>
                    <a:pt x="6" y="8"/>
                    <a:pt x="5" y="8"/>
                  </a:cubicBezTo>
                  <a:cubicBezTo>
                    <a:pt x="6" y="7"/>
                    <a:pt x="6" y="6"/>
                    <a:pt x="6" y="6"/>
                  </a:cubicBezTo>
                  <a:cubicBezTo>
                    <a:pt x="7" y="6"/>
                    <a:pt x="7" y="7"/>
                    <a:pt x="7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Freeform 226"/>
            <p:cNvSpPr/>
            <p:nvPr userDrawn="1"/>
          </p:nvSpPr>
          <p:spPr bwMode="auto">
            <a:xfrm>
              <a:off x="1555750" y="4737100"/>
              <a:ext cx="20638" cy="34925"/>
            </a:xfrm>
            <a:custGeom>
              <a:avLst/>
              <a:gdLst>
                <a:gd name="T0" fmla="*/ 3 w 3"/>
                <a:gd name="T1" fmla="*/ 4 h 5"/>
                <a:gd name="T2" fmla="*/ 3 w 3"/>
                <a:gd name="T3" fmla="*/ 2 h 5"/>
                <a:gd name="T4" fmla="*/ 3 w 3"/>
                <a:gd name="T5" fmla="*/ 1 h 5"/>
                <a:gd name="T6" fmla="*/ 1 w 3"/>
                <a:gd name="T7" fmla="*/ 0 h 5"/>
                <a:gd name="T8" fmla="*/ 1 w 3"/>
                <a:gd name="T9" fmla="*/ 1 h 5"/>
                <a:gd name="T10" fmla="*/ 1 w 3"/>
                <a:gd name="T11" fmla="*/ 3 h 5"/>
                <a:gd name="T12" fmla="*/ 1 w 3"/>
                <a:gd name="T13" fmla="*/ 3 h 5"/>
                <a:gd name="T14" fmla="*/ 1 w 3"/>
                <a:gd name="T15" fmla="*/ 4 h 5"/>
                <a:gd name="T16" fmla="*/ 0 w 3"/>
                <a:gd name="T17" fmla="*/ 4 h 5"/>
                <a:gd name="T18" fmla="*/ 0 w 3"/>
                <a:gd name="T19" fmla="*/ 5 h 5"/>
                <a:gd name="T20" fmla="*/ 1 w 3"/>
                <a:gd name="T21" fmla="*/ 5 h 5"/>
                <a:gd name="T22" fmla="*/ 3 w 3"/>
                <a:gd name="T23" fmla="*/ 5 h 5"/>
                <a:gd name="T24" fmla="*/ 3 w 3"/>
                <a:gd name="T25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" h="5">
                  <a:moveTo>
                    <a:pt x="3" y="4"/>
                  </a:moveTo>
                  <a:cubicBezTo>
                    <a:pt x="3" y="3"/>
                    <a:pt x="3" y="2"/>
                    <a:pt x="3" y="2"/>
                  </a:cubicBezTo>
                  <a:cubicBezTo>
                    <a:pt x="3" y="2"/>
                    <a:pt x="3" y="2"/>
                    <a:pt x="3" y="1"/>
                  </a:cubicBezTo>
                  <a:cubicBezTo>
                    <a:pt x="2" y="1"/>
                    <a:pt x="2" y="0"/>
                    <a:pt x="1" y="0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1" y="2"/>
                    <a:pt x="1" y="2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4"/>
                  </a:cubicBezTo>
                  <a:cubicBezTo>
                    <a:pt x="1" y="4"/>
                    <a:pt x="0" y="4"/>
                    <a:pt x="0" y="4"/>
                  </a:cubicBezTo>
                  <a:cubicBezTo>
                    <a:pt x="0" y="4"/>
                    <a:pt x="0" y="5"/>
                    <a:pt x="0" y="5"/>
                  </a:cubicBezTo>
                  <a:cubicBezTo>
                    <a:pt x="0" y="5"/>
                    <a:pt x="1" y="5"/>
                    <a:pt x="1" y="5"/>
                  </a:cubicBezTo>
                  <a:cubicBezTo>
                    <a:pt x="2" y="5"/>
                    <a:pt x="2" y="5"/>
                    <a:pt x="3" y="5"/>
                  </a:cubicBezTo>
                  <a:cubicBezTo>
                    <a:pt x="3" y="5"/>
                    <a:pt x="3" y="4"/>
                    <a:pt x="3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0" name="Freeform 227"/>
            <p:cNvSpPr/>
            <p:nvPr userDrawn="1"/>
          </p:nvSpPr>
          <p:spPr bwMode="auto">
            <a:xfrm>
              <a:off x="808038" y="4652963"/>
              <a:ext cx="20638" cy="20638"/>
            </a:xfrm>
            <a:custGeom>
              <a:avLst/>
              <a:gdLst>
                <a:gd name="T0" fmla="*/ 1 w 3"/>
                <a:gd name="T1" fmla="*/ 2 h 3"/>
                <a:gd name="T2" fmla="*/ 3 w 3"/>
                <a:gd name="T3" fmla="*/ 2 h 3"/>
                <a:gd name="T4" fmla="*/ 3 w 3"/>
                <a:gd name="T5" fmla="*/ 1 h 3"/>
                <a:gd name="T6" fmla="*/ 2 w 3"/>
                <a:gd name="T7" fmla="*/ 0 h 3"/>
                <a:gd name="T8" fmla="*/ 0 w 3"/>
                <a:gd name="T9" fmla="*/ 1 h 3"/>
                <a:gd name="T10" fmla="*/ 1 w 3"/>
                <a:gd name="T11" fmla="*/ 2 h 3"/>
                <a:gd name="T12" fmla="*/ 1 w 3"/>
                <a:gd name="T13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3">
                  <a:moveTo>
                    <a:pt x="1" y="2"/>
                  </a:moveTo>
                  <a:cubicBezTo>
                    <a:pt x="2" y="2"/>
                    <a:pt x="3" y="3"/>
                    <a:pt x="3" y="2"/>
                  </a:cubicBezTo>
                  <a:cubicBezTo>
                    <a:pt x="3" y="2"/>
                    <a:pt x="3" y="1"/>
                    <a:pt x="3" y="1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"/>
                    <a:pt x="0" y="1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Freeform 228"/>
            <p:cNvSpPr/>
            <p:nvPr userDrawn="1"/>
          </p:nvSpPr>
          <p:spPr bwMode="auto">
            <a:xfrm>
              <a:off x="781050" y="4667250"/>
              <a:ext cx="69850" cy="41275"/>
            </a:xfrm>
            <a:custGeom>
              <a:avLst/>
              <a:gdLst>
                <a:gd name="T0" fmla="*/ 1 w 10"/>
                <a:gd name="T1" fmla="*/ 6 h 6"/>
                <a:gd name="T2" fmla="*/ 3 w 10"/>
                <a:gd name="T3" fmla="*/ 6 h 6"/>
                <a:gd name="T4" fmla="*/ 3 w 10"/>
                <a:gd name="T5" fmla="*/ 5 h 6"/>
                <a:gd name="T6" fmla="*/ 4 w 10"/>
                <a:gd name="T7" fmla="*/ 5 h 6"/>
                <a:gd name="T8" fmla="*/ 5 w 10"/>
                <a:gd name="T9" fmla="*/ 4 h 6"/>
                <a:gd name="T10" fmla="*/ 6 w 10"/>
                <a:gd name="T11" fmla="*/ 3 h 6"/>
                <a:gd name="T12" fmla="*/ 7 w 10"/>
                <a:gd name="T13" fmla="*/ 2 h 6"/>
                <a:gd name="T14" fmla="*/ 10 w 10"/>
                <a:gd name="T15" fmla="*/ 0 h 6"/>
                <a:gd name="T16" fmla="*/ 9 w 10"/>
                <a:gd name="T17" fmla="*/ 0 h 6"/>
                <a:gd name="T18" fmla="*/ 9 w 10"/>
                <a:gd name="T19" fmla="*/ 0 h 6"/>
                <a:gd name="T20" fmla="*/ 7 w 10"/>
                <a:gd name="T21" fmla="*/ 1 h 6"/>
                <a:gd name="T22" fmla="*/ 6 w 10"/>
                <a:gd name="T23" fmla="*/ 2 h 6"/>
                <a:gd name="T24" fmla="*/ 5 w 10"/>
                <a:gd name="T25" fmla="*/ 2 h 6"/>
                <a:gd name="T26" fmla="*/ 5 w 10"/>
                <a:gd name="T27" fmla="*/ 2 h 6"/>
                <a:gd name="T28" fmla="*/ 3 w 10"/>
                <a:gd name="T29" fmla="*/ 3 h 6"/>
                <a:gd name="T30" fmla="*/ 2 w 10"/>
                <a:gd name="T31" fmla="*/ 4 h 6"/>
                <a:gd name="T32" fmla="*/ 0 w 10"/>
                <a:gd name="T33" fmla="*/ 5 h 6"/>
                <a:gd name="T34" fmla="*/ 0 w 10"/>
                <a:gd name="T35" fmla="*/ 6 h 6"/>
                <a:gd name="T36" fmla="*/ 1 w 10"/>
                <a:gd name="T37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" h="6">
                  <a:moveTo>
                    <a:pt x="1" y="6"/>
                  </a:moveTo>
                  <a:cubicBezTo>
                    <a:pt x="1" y="6"/>
                    <a:pt x="2" y="6"/>
                    <a:pt x="3" y="6"/>
                  </a:cubicBezTo>
                  <a:cubicBezTo>
                    <a:pt x="3" y="6"/>
                    <a:pt x="3" y="6"/>
                    <a:pt x="3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4"/>
                    <a:pt x="4" y="4"/>
                    <a:pt x="5" y="4"/>
                  </a:cubicBezTo>
                  <a:cubicBezTo>
                    <a:pt x="5" y="4"/>
                    <a:pt x="6" y="3"/>
                    <a:pt x="6" y="3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1"/>
                    <a:pt x="10" y="0"/>
                  </a:cubicBezTo>
                  <a:cubicBezTo>
                    <a:pt x="10" y="0"/>
                    <a:pt x="10" y="0"/>
                    <a:pt x="9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8" y="0"/>
                    <a:pt x="8" y="1"/>
                    <a:pt x="7" y="1"/>
                  </a:cubicBezTo>
                  <a:cubicBezTo>
                    <a:pt x="7" y="1"/>
                    <a:pt x="6" y="2"/>
                    <a:pt x="6" y="2"/>
                  </a:cubicBezTo>
                  <a:cubicBezTo>
                    <a:pt x="6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3"/>
                    <a:pt x="4" y="3"/>
                    <a:pt x="3" y="3"/>
                  </a:cubicBezTo>
                  <a:cubicBezTo>
                    <a:pt x="3" y="3"/>
                    <a:pt x="2" y="4"/>
                    <a:pt x="2" y="4"/>
                  </a:cubicBezTo>
                  <a:cubicBezTo>
                    <a:pt x="1" y="4"/>
                    <a:pt x="0" y="5"/>
                    <a:pt x="0" y="5"/>
                  </a:cubicBezTo>
                  <a:cubicBezTo>
                    <a:pt x="0" y="5"/>
                    <a:pt x="0" y="5"/>
                    <a:pt x="0" y="6"/>
                  </a:cubicBezTo>
                  <a:cubicBezTo>
                    <a:pt x="0" y="6"/>
                    <a:pt x="0" y="6"/>
                    <a:pt x="1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229"/>
            <p:cNvSpPr/>
            <p:nvPr userDrawn="1"/>
          </p:nvSpPr>
          <p:spPr bwMode="auto">
            <a:xfrm>
              <a:off x="808038" y="4694238"/>
              <a:ext cx="42863" cy="42863"/>
            </a:xfrm>
            <a:custGeom>
              <a:avLst/>
              <a:gdLst>
                <a:gd name="T0" fmla="*/ 5 w 6"/>
                <a:gd name="T1" fmla="*/ 3 h 6"/>
                <a:gd name="T2" fmla="*/ 4 w 6"/>
                <a:gd name="T3" fmla="*/ 3 h 6"/>
                <a:gd name="T4" fmla="*/ 5 w 6"/>
                <a:gd name="T5" fmla="*/ 3 h 6"/>
                <a:gd name="T6" fmla="*/ 5 w 6"/>
                <a:gd name="T7" fmla="*/ 2 h 6"/>
                <a:gd name="T8" fmla="*/ 6 w 6"/>
                <a:gd name="T9" fmla="*/ 1 h 6"/>
                <a:gd name="T10" fmla="*/ 4 w 6"/>
                <a:gd name="T11" fmla="*/ 0 h 6"/>
                <a:gd name="T12" fmla="*/ 3 w 6"/>
                <a:gd name="T13" fmla="*/ 1 h 6"/>
                <a:gd name="T14" fmla="*/ 1 w 6"/>
                <a:gd name="T15" fmla="*/ 2 h 6"/>
                <a:gd name="T16" fmla="*/ 0 w 6"/>
                <a:gd name="T17" fmla="*/ 3 h 6"/>
                <a:gd name="T18" fmla="*/ 1 w 6"/>
                <a:gd name="T19" fmla="*/ 3 h 6"/>
                <a:gd name="T20" fmla="*/ 2 w 6"/>
                <a:gd name="T21" fmla="*/ 2 h 6"/>
                <a:gd name="T22" fmla="*/ 3 w 6"/>
                <a:gd name="T23" fmla="*/ 2 h 6"/>
                <a:gd name="T24" fmla="*/ 3 w 6"/>
                <a:gd name="T25" fmla="*/ 2 h 6"/>
                <a:gd name="T26" fmla="*/ 3 w 6"/>
                <a:gd name="T27" fmla="*/ 3 h 6"/>
                <a:gd name="T28" fmla="*/ 3 w 6"/>
                <a:gd name="T29" fmla="*/ 3 h 6"/>
                <a:gd name="T30" fmla="*/ 2 w 6"/>
                <a:gd name="T31" fmla="*/ 3 h 6"/>
                <a:gd name="T32" fmla="*/ 2 w 6"/>
                <a:gd name="T33" fmla="*/ 4 h 6"/>
                <a:gd name="T34" fmla="*/ 2 w 6"/>
                <a:gd name="T35" fmla="*/ 5 h 6"/>
                <a:gd name="T36" fmla="*/ 3 w 6"/>
                <a:gd name="T37" fmla="*/ 5 h 6"/>
                <a:gd name="T38" fmla="*/ 4 w 6"/>
                <a:gd name="T39" fmla="*/ 5 h 6"/>
                <a:gd name="T40" fmla="*/ 5 w 6"/>
                <a:gd name="T41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" h="6">
                  <a:moveTo>
                    <a:pt x="5" y="3"/>
                  </a:moveTo>
                  <a:cubicBezTo>
                    <a:pt x="4" y="3"/>
                    <a:pt x="4" y="3"/>
                    <a:pt x="4" y="3"/>
                  </a:cubicBezTo>
                  <a:cubicBezTo>
                    <a:pt x="3" y="3"/>
                    <a:pt x="4" y="3"/>
                    <a:pt x="5" y="3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6" y="2"/>
                    <a:pt x="6" y="1"/>
                  </a:cubicBezTo>
                  <a:cubicBezTo>
                    <a:pt x="5" y="1"/>
                    <a:pt x="5" y="1"/>
                    <a:pt x="4" y="0"/>
                  </a:cubicBezTo>
                  <a:cubicBezTo>
                    <a:pt x="4" y="0"/>
                    <a:pt x="4" y="1"/>
                    <a:pt x="3" y="1"/>
                  </a:cubicBezTo>
                  <a:cubicBezTo>
                    <a:pt x="3" y="1"/>
                    <a:pt x="2" y="2"/>
                    <a:pt x="1" y="2"/>
                  </a:cubicBezTo>
                  <a:cubicBezTo>
                    <a:pt x="1" y="2"/>
                    <a:pt x="0" y="3"/>
                    <a:pt x="0" y="3"/>
                  </a:cubicBezTo>
                  <a:cubicBezTo>
                    <a:pt x="0" y="4"/>
                    <a:pt x="1" y="3"/>
                    <a:pt x="1" y="3"/>
                  </a:cubicBezTo>
                  <a:cubicBezTo>
                    <a:pt x="1" y="3"/>
                    <a:pt x="2" y="3"/>
                    <a:pt x="2" y="2"/>
                  </a:cubicBezTo>
                  <a:cubicBezTo>
                    <a:pt x="2" y="2"/>
                    <a:pt x="3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2" y="3"/>
                    <a:pt x="2" y="3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1" y="5"/>
                    <a:pt x="2" y="5"/>
                  </a:cubicBezTo>
                  <a:cubicBezTo>
                    <a:pt x="2" y="6"/>
                    <a:pt x="3" y="5"/>
                    <a:pt x="3" y="5"/>
                  </a:cubicBezTo>
                  <a:cubicBezTo>
                    <a:pt x="3" y="5"/>
                    <a:pt x="4" y="5"/>
                    <a:pt x="4" y="5"/>
                  </a:cubicBezTo>
                  <a:cubicBezTo>
                    <a:pt x="5" y="4"/>
                    <a:pt x="5" y="4"/>
                    <a:pt x="5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230"/>
            <p:cNvSpPr/>
            <p:nvPr userDrawn="1"/>
          </p:nvSpPr>
          <p:spPr bwMode="auto">
            <a:xfrm>
              <a:off x="795338" y="4714875"/>
              <a:ext cx="20638" cy="22225"/>
            </a:xfrm>
            <a:custGeom>
              <a:avLst/>
              <a:gdLst>
                <a:gd name="T0" fmla="*/ 1 w 3"/>
                <a:gd name="T1" fmla="*/ 3 h 3"/>
                <a:gd name="T2" fmla="*/ 2 w 3"/>
                <a:gd name="T3" fmla="*/ 3 h 3"/>
                <a:gd name="T4" fmla="*/ 1 w 3"/>
                <a:gd name="T5" fmla="*/ 0 h 3"/>
                <a:gd name="T6" fmla="*/ 0 w 3"/>
                <a:gd name="T7" fmla="*/ 1 h 3"/>
                <a:gd name="T8" fmla="*/ 0 w 3"/>
                <a:gd name="T9" fmla="*/ 2 h 3"/>
                <a:gd name="T10" fmla="*/ 1 w 3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" h="3">
                  <a:moveTo>
                    <a:pt x="1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3" y="2"/>
                    <a:pt x="2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1" y="3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231"/>
            <p:cNvSpPr>
              <a:spLocks noEditPoints="1"/>
            </p:cNvSpPr>
            <p:nvPr userDrawn="1"/>
          </p:nvSpPr>
          <p:spPr bwMode="auto">
            <a:xfrm>
              <a:off x="774700" y="4737100"/>
              <a:ext cx="53975" cy="55563"/>
            </a:xfrm>
            <a:custGeom>
              <a:avLst/>
              <a:gdLst>
                <a:gd name="T0" fmla="*/ 7 w 8"/>
                <a:gd name="T1" fmla="*/ 1 h 8"/>
                <a:gd name="T2" fmla="*/ 7 w 8"/>
                <a:gd name="T3" fmla="*/ 0 h 8"/>
                <a:gd name="T4" fmla="*/ 6 w 8"/>
                <a:gd name="T5" fmla="*/ 1 h 8"/>
                <a:gd name="T6" fmla="*/ 6 w 8"/>
                <a:gd name="T7" fmla="*/ 2 h 8"/>
                <a:gd name="T8" fmla="*/ 4 w 8"/>
                <a:gd name="T9" fmla="*/ 3 h 8"/>
                <a:gd name="T10" fmla="*/ 3 w 8"/>
                <a:gd name="T11" fmla="*/ 3 h 8"/>
                <a:gd name="T12" fmla="*/ 3 w 8"/>
                <a:gd name="T13" fmla="*/ 4 h 8"/>
                <a:gd name="T14" fmla="*/ 2 w 8"/>
                <a:gd name="T15" fmla="*/ 4 h 8"/>
                <a:gd name="T16" fmla="*/ 1 w 8"/>
                <a:gd name="T17" fmla="*/ 4 h 8"/>
                <a:gd name="T18" fmla="*/ 1 w 8"/>
                <a:gd name="T19" fmla="*/ 4 h 8"/>
                <a:gd name="T20" fmla="*/ 0 w 8"/>
                <a:gd name="T21" fmla="*/ 5 h 8"/>
                <a:gd name="T22" fmla="*/ 0 w 8"/>
                <a:gd name="T23" fmla="*/ 5 h 8"/>
                <a:gd name="T24" fmla="*/ 0 w 8"/>
                <a:gd name="T25" fmla="*/ 7 h 8"/>
                <a:gd name="T26" fmla="*/ 1 w 8"/>
                <a:gd name="T27" fmla="*/ 8 h 8"/>
                <a:gd name="T28" fmla="*/ 2 w 8"/>
                <a:gd name="T29" fmla="*/ 7 h 8"/>
                <a:gd name="T30" fmla="*/ 3 w 8"/>
                <a:gd name="T31" fmla="*/ 6 h 8"/>
                <a:gd name="T32" fmla="*/ 4 w 8"/>
                <a:gd name="T33" fmla="*/ 5 h 8"/>
                <a:gd name="T34" fmla="*/ 4 w 8"/>
                <a:gd name="T35" fmla="*/ 4 h 8"/>
                <a:gd name="T36" fmla="*/ 5 w 8"/>
                <a:gd name="T37" fmla="*/ 5 h 8"/>
                <a:gd name="T38" fmla="*/ 6 w 8"/>
                <a:gd name="T39" fmla="*/ 6 h 8"/>
                <a:gd name="T40" fmla="*/ 7 w 8"/>
                <a:gd name="T41" fmla="*/ 7 h 8"/>
                <a:gd name="T42" fmla="*/ 8 w 8"/>
                <a:gd name="T43" fmla="*/ 6 h 8"/>
                <a:gd name="T44" fmla="*/ 7 w 8"/>
                <a:gd name="T45" fmla="*/ 4 h 8"/>
                <a:gd name="T46" fmla="*/ 7 w 8"/>
                <a:gd name="T47" fmla="*/ 1 h 8"/>
                <a:gd name="T48" fmla="*/ 6 w 8"/>
                <a:gd name="T49" fmla="*/ 5 h 8"/>
                <a:gd name="T50" fmla="*/ 5 w 8"/>
                <a:gd name="T51" fmla="*/ 4 h 8"/>
                <a:gd name="T52" fmla="*/ 5 w 8"/>
                <a:gd name="T53" fmla="*/ 4 h 8"/>
                <a:gd name="T54" fmla="*/ 6 w 8"/>
                <a:gd name="T55" fmla="*/ 3 h 8"/>
                <a:gd name="T56" fmla="*/ 6 w 8"/>
                <a:gd name="T57" fmla="*/ 4 h 8"/>
                <a:gd name="T58" fmla="*/ 6 w 8"/>
                <a:gd name="T59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8" h="8">
                  <a:moveTo>
                    <a:pt x="7" y="1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6" y="0"/>
                    <a:pt x="6" y="0"/>
                    <a:pt x="6" y="1"/>
                  </a:cubicBezTo>
                  <a:cubicBezTo>
                    <a:pt x="6" y="1"/>
                    <a:pt x="6" y="2"/>
                    <a:pt x="6" y="2"/>
                  </a:cubicBezTo>
                  <a:cubicBezTo>
                    <a:pt x="5" y="2"/>
                    <a:pt x="4" y="3"/>
                    <a:pt x="4" y="3"/>
                  </a:cubicBezTo>
                  <a:cubicBezTo>
                    <a:pt x="4" y="3"/>
                    <a:pt x="3" y="3"/>
                    <a:pt x="3" y="3"/>
                  </a:cubicBezTo>
                  <a:cubicBezTo>
                    <a:pt x="3" y="3"/>
                    <a:pt x="3" y="4"/>
                    <a:pt x="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4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7"/>
                    <a:pt x="0" y="7"/>
                  </a:cubicBezTo>
                  <a:cubicBezTo>
                    <a:pt x="0" y="7"/>
                    <a:pt x="1" y="8"/>
                    <a:pt x="1" y="8"/>
                  </a:cubicBezTo>
                  <a:cubicBezTo>
                    <a:pt x="2" y="8"/>
                    <a:pt x="2" y="7"/>
                    <a:pt x="2" y="7"/>
                  </a:cubicBezTo>
                  <a:cubicBezTo>
                    <a:pt x="2" y="7"/>
                    <a:pt x="3" y="6"/>
                    <a:pt x="3" y="6"/>
                  </a:cubicBezTo>
                  <a:cubicBezTo>
                    <a:pt x="3" y="6"/>
                    <a:pt x="3" y="5"/>
                    <a:pt x="4" y="5"/>
                  </a:cubicBezTo>
                  <a:cubicBezTo>
                    <a:pt x="4" y="5"/>
                    <a:pt x="4" y="4"/>
                    <a:pt x="4" y="4"/>
                  </a:cubicBezTo>
                  <a:cubicBezTo>
                    <a:pt x="5" y="4"/>
                    <a:pt x="5" y="5"/>
                    <a:pt x="5" y="5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6" y="6"/>
                    <a:pt x="6" y="7"/>
                    <a:pt x="7" y="7"/>
                  </a:cubicBezTo>
                  <a:cubicBezTo>
                    <a:pt x="7" y="7"/>
                    <a:pt x="7" y="6"/>
                    <a:pt x="8" y="6"/>
                  </a:cubicBezTo>
                  <a:cubicBezTo>
                    <a:pt x="8" y="5"/>
                    <a:pt x="8" y="4"/>
                    <a:pt x="7" y="4"/>
                  </a:cubicBezTo>
                  <a:cubicBezTo>
                    <a:pt x="7" y="3"/>
                    <a:pt x="8" y="1"/>
                    <a:pt x="7" y="1"/>
                  </a:cubicBezTo>
                  <a:close/>
                  <a:moveTo>
                    <a:pt x="6" y="5"/>
                  </a:moveTo>
                  <a:cubicBezTo>
                    <a:pt x="6" y="5"/>
                    <a:pt x="6" y="5"/>
                    <a:pt x="5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4"/>
                    <a:pt x="5" y="3"/>
                    <a:pt x="6" y="3"/>
                  </a:cubicBezTo>
                  <a:cubicBezTo>
                    <a:pt x="6" y="2"/>
                    <a:pt x="6" y="3"/>
                    <a:pt x="6" y="4"/>
                  </a:cubicBezTo>
                  <a:cubicBezTo>
                    <a:pt x="6" y="4"/>
                    <a:pt x="6" y="4"/>
                    <a:pt x="6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232"/>
            <p:cNvSpPr/>
            <p:nvPr userDrawn="1"/>
          </p:nvSpPr>
          <p:spPr bwMode="auto">
            <a:xfrm>
              <a:off x="836613" y="4743450"/>
              <a:ext cx="14288" cy="34925"/>
            </a:xfrm>
            <a:custGeom>
              <a:avLst/>
              <a:gdLst>
                <a:gd name="T0" fmla="*/ 0 w 2"/>
                <a:gd name="T1" fmla="*/ 0 h 5"/>
                <a:gd name="T2" fmla="*/ 0 w 2"/>
                <a:gd name="T3" fmla="*/ 1 h 5"/>
                <a:gd name="T4" fmla="*/ 0 w 2"/>
                <a:gd name="T5" fmla="*/ 4 h 5"/>
                <a:gd name="T6" fmla="*/ 1 w 2"/>
                <a:gd name="T7" fmla="*/ 5 h 5"/>
                <a:gd name="T8" fmla="*/ 2 w 2"/>
                <a:gd name="T9" fmla="*/ 4 h 5"/>
                <a:gd name="T10" fmla="*/ 2 w 2"/>
                <a:gd name="T11" fmla="*/ 1 h 5"/>
                <a:gd name="T12" fmla="*/ 0 w 2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5">
                  <a:moveTo>
                    <a:pt x="0" y="0"/>
                  </a:move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3"/>
                    <a:pt x="0" y="4"/>
                  </a:cubicBezTo>
                  <a:cubicBezTo>
                    <a:pt x="0" y="4"/>
                    <a:pt x="0" y="5"/>
                    <a:pt x="1" y="5"/>
                  </a:cubicBezTo>
                  <a:cubicBezTo>
                    <a:pt x="1" y="5"/>
                    <a:pt x="1" y="4"/>
                    <a:pt x="2" y="4"/>
                  </a:cubicBezTo>
                  <a:cubicBezTo>
                    <a:pt x="2" y="3"/>
                    <a:pt x="2" y="2"/>
                    <a:pt x="2" y="1"/>
                  </a:cubicBezTo>
                  <a:cubicBezTo>
                    <a:pt x="1" y="1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233"/>
            <p:cNvSpPr>
              <a:spLocks noEditPoints="1"/>
            </p:cNvSpPr>
            <p:nvPr userDrawn="1"/>
          </p:nvSpPr>
          <p:spPr bwMode="auto">
            <a:xfrm>
              <a:off x="4686300" y="3575050"/>
              <a:ext cx="2784475" cy="1266825"/>
            </a:xfrm>
            <a:custGeom>
              <a:avLst/>
              <a:gdLst>
                <a:gd name="T0" fmla="*/ 384 w 403"/>
                <a:gd name="T1" fmla="*/ 114 h 181"/>
                <a:gd name="T2" fmla="*/ 315 w 403"/>
                <a:gd name="T3" fmla="*/ 64 h 181"/>
                <a:gd name="T4" fmla="*/ 233 w 403"/>
                <a:gd name="T5" fmla="*/ 25 h 181"/>
                <a:gd name="T6" fmla="*/ 225 w 403"/>
                <a:gd name="T7" fmla="*/ 16 h 181"/>
                <a:gd name="T8" fmla="*/ 201 w 403"/>
                <a:gd name="T9" fmla="*/ 0 h 181"/>
                <a:gd name="T10" fmla="*/ 167 w 403"/>
                <a:gd name="T11" fmla="*/ 17 h 181"/>
                <a:gd name="T12" fmla="*/ 176 w 403"/>
                <a:gd name="T13" fmla="*/ 25 h 181"/>
                <a:gd name="T14" fmla="*/ 62 w 403"/>
                <a:gd name="T15" fmla="*/ 87 h 181"/>
                <a:gd name="T16" fmla="*/ 19 w 403"/>
                <a:gd name="T17" fmla="*/ 115 h 181"/>
                <a:gd name="T18" fmla="*/ 18 w 403"/>
                <a:gd name="T19" fmla="*/ 181 h 181"/>
                <a:gd name="T20" fmla="*/ 225 w 403"/>
                <a:gd name="T21" fmla="*/ 181 h 181"/>
                <a:gd name="T22" fmla="*/ 220 w 403"/>
                <a:gd name="T23" fmla="*/ 5 h 181"/>
                <a:gd name="T24" fmla="*/ 182 w 403"/>
                <a:gd name="T25" fmla="*/ 5 h 181"/>
                <a:gd name="T26" fmla="*/ 182 w 403"/>
                <a:gd name="T27" fmla="*/ 5 h 181"/>
                <a:gd name="T28" fmla="*/ 219 w 403"/>
                <a:gd name="T29" fmla="*/ 18 h 181"/>
                <a:gd name="T30" fmla="*/ 168 w 403"/>
                <a:gd name="T31" fmla="*/ 19 h 181"/>
                <a:gd name="T32" fmla="*/ 187 w 403"/>
                <a:gd name="T33" fmla="*/ 33 h 181"/>
                <a:gd name="T34" fmla="*/ 178 w 403"/>
                <a:gd name="T35" fmla="*/ 25 h 181"/>
                <a:gd name="T36" fmla="*/ 189 w 403"/>
                <a:gd name="T37" fmla="*/ 44 h 181"/>
                <a:gd name="T38" fmla="*/ 197 w 403"/>
                <a:gd name="T39" fmla="*/ 92 h 181"/>
                <a:gd name="T40" fmla="*/ 206 w 403"/>
                <a:gd name="T41" fmla="*/ 75 h 181"/>
                <a:gd name="T42" fmla="*/ 197 w 403"/>
                <a:gd name="T43" fmla="*/ 101 h 181"/>
                <a:gd name="T44" fmla="*/ 197 w 403"/>
                <a:gd name="T45" fmla="*/ 62 h 181"/>
                <a:gd name="T46" fmla="*/ 206 w 403"/>
                <a:gd name="T47" fmla="*/ 114 h 181"/>
                <a:gd name="T48" fmla="*/ 197 w 403"/>
                <a:gd name="T49" fmla="*/ 53 h 181"/>
                <a:gd name="T50" fmla="*/ 206 w 403"/>
                <a:gd name="T51" fmla="*/ 123 h 181"/>
                <a:gd name="T52" fmla="*/ 197 w 403"/>
                <a:gd name="T53" fmla="*/ 49 h 181"/>
                <a:gd name="T54" fmla="*/ 195 w 403"/>
                <a:gd name="T55" fmla="*/ 52 h 181"/>
                <a:gd name="T56" fmla="*/ 195 w 403"/>
                <a:gd name="T57" fmla="*/ 61 h 181"/>
                <a:gd name="T58" fmla="*/ 195 w 403"/>
                <a:gd name="T59" fmla="*/ 83 h 181"/>
                <a:gd name="T60" fmla="*/ 195 w 403"/>
                <a:gd name="T61" fmla="*/ 102 h 181"/>
                <a:gd name="T62" fmla="*/ 195 w 403"/>
                <a:gd name="T63" fmla="*/ 115 h 181"/>
                <a:gd name="T64" fmla="*/ 189 w 403"/>
                <a:gd name="T65" fmla="*/ 140 h 181"/>
                <a:gd name="T66" fmla="*/ 197 w 403"/>
                <a:gd name="T67" fmla="*/ 140 h 181"/>
                <a:gd name="T68" fmla="*/ 208 w 403"/>
                <a:gd name="T69" fmla="*/ 140 h 181"/>
                <a:gd name="T70" fmla="*/ 214 w 403"/>
                <a:gd name="T71" fmla="*/ 33 h 181"/>
                <a:gd name="T72" fmla="*/ 189 w 403"/>
                <a:gd name="T73" fmla="*/ 145 h 181"/>
                <a:gd name="T74" fmla="*/ 216 w 403"/>
                <a:gd name="T75" fmla="*/ 179 h 181"/>
                <a:gd name="T76" fmla="*/ 227 w 403"/>
                <a:gd name="T77" fmla="*/ 179 h 181"/>
                <a:gd name="T78" fmla="*/ 382 w 403"/>
                <a:gd name="T79" fmla="*/ 115 h 181"/>
                <a:gd name="T80" fmla="*/ 227 w 403"/>
                <a:gd name="T81" fmla="*/ 72 h 181"/>
                <a:gd name="T82" fmla="*/ 384 w 403"/>
                <a:gd name="T83" fmla="*/ 113 h 181"/>
                <a:gd name="T84" fmla="*/ 341 w 403"/>
                <a:gd name="T85" fmla="*/ 89 h 181"/>
                <a:gd name="T86" fmla="*/ 315 w 403"/>
                <a:gd name="T87" fmla="*/ 70 h 181"/>
                <a:gd name="T88" fmla="*/ 310 w 403"/>
                <a:gd name="T89" fmla="*/ 67 h 181"/>
                <a:gd name="T90" fmla="*/ 93 w 403"/>
                <a:gd name="T91" fmla="*/ 67 h 181"/>
                <a:gd name="T92" fmla="*/ 65 w 403"/>
                <a:gd name="T93" fmla="*/ 90 h 181"/>
                <a:gd name="T94" fmla="*/ 8 w 403"/>
                <a:gd name="T95" fmla="*/ 107 h 181"/>
                <a:gd name="T96" fmla="*/ 176 w 403"/>
                <a:gd name="T97" fmla="*/ 113 h 181"/>
                <a:gd name="T98" fmla="*/ 21 w 403"/>
                <a:gd name="T99" fmla="*/ 117 h 181"/>
                <a:gd name="T100" fmla="*/ 176 w 403"/>
                <a:gd name="T101" fmla="*/ 179 h 181"/>
                <a:gd name="T102" fmla="*/ 214 w 403"/>
                <a:gd name="T103" fmla="*/ 147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03" h="181">
                  <a:moveTo>
                    <a:pt x="384" y="179"/>
                  </a:moveTo>
                  <a:cubicBezTo>
                    <a:pt x="384" y="179"/>
                    <a:pt x="384" y="179"/>
                    <a:pt x="384" y="179"/>
                  </a:cubicBezTo>
                  <a:cubicBezTo>
                    <a:pt x="384" y="115"/>
                    <a:pt x="384" y="115"/>
                    <a:pt x="384" y="115"/>
                  </a:cubicBezTo>
                  <a:cubicBezTo>
                    <a:pt x="384" y="115"/>
                    <a:pt x="384" y="115"/>
                    <a:pt x="384" y="115"/>
                  </a:cubicBezTo>
                  <a:cubicBezTo>
                    <a:pt x="384" y="115"/>
                    <a:pt x="384" y="115"/>
                    <a:pt x="384" y="114"/>
                  </a:cubicBezTo>
                  <a:cubicBezTo>
                    <a:pt x="403" y="105"/>
                    <a:pt x="403" y="105"/>
                    <a:pt x="403" y="105"/>
                  </a:cubicBezTo>
                  <a:cubicBezTo>
                    <a:pt x="403" y="104"/>
                    <a:pt x="403" y="104"/>
                    <a:pt x="403" y="104"/>
                  </a:cubicBezTo>
                  <a:cubicBezTo>
                    <a:pt x="403" y="103"/>
                    <a:pt x="403" y="103"/>
                    <a:pt x="403" y="103"/>
                  </a:cubicBezTo>
                  <a:cubicBezTo>
                    <a:pt x="341" y="87"/>
                    <a:pt x="341" y="87"/>
                    <a:pt x="341" y="87"/>
                  </a:cubicBezTo>
                  <a:cubicBezTo>
                    <a:pt x="315" y="64"/>
                    <a:pt x="315" y="64"/>
                    <a:pt x="315" y="64"/>
                  </a:cubicBezTo>
                  <a:cubicBezTo>
                    <a:pt x="315" y="63"/>
                    <a:pt x="315" y="63"/>
                    <a:pt x="314" y="63"/>
                  </a:cubicBezTo>
                  <a:cubicBezTo>
                    <a:pt x="310" y="65"/>
                    <a:pt x="310" y="65"/>
                    <a:pt x="310" y="65"/>
                  </a:cubicBezTo>
                  <a:cubicBezTo>
                    <a:pt x="227" y="65"/>
                    <a:pt x="227" y="65"/>
                    <a:pt x="227" y="65"/>
                  </a:cubicBezTo>
                  <a:cubicBezTo>
                    <a:pt x="227" y="25"/>
                    <a:pt x="227" y="25"/>
                    <a:pt x="227" y="25"/>
                  </a:cubicBezTo>
                  <a:cubicBezTo>
                    <a:pt x="233" y="25"/>
                    <a:pt x="233" y="25"/>
                    <a:pt x="233" y="25"/>
                  </a:cubicBezTo>
                  <a:cubicBezTo>
                    <a:pt x="233" y="25"/>
                    <a:pt x="234" y="25"/>
                    <a:pt x="234" y="24"/>
                  </a:cubicBezTo>
                  <a:cubicBezTo>
                    <a:pt x="237" y="17"/>
                    <a:pt x="237" y="17"/>
                    <a:pt x="237" y="17"/>
                  </a:cubicBezTo>
                  <a:cubicBezTo>
                    <a:pt x="237" y="17"/>
                    <a:pt x="237" y="17"/>
                    <a:pt x="237" y="16"/>
                  </a:cubicBezTo>
                  <a:cubicBezTo>
                    <a:pt x="237" y="16"/>
                    <a:pt x="237" y="16"/>
                    <a:pt x="236" y="16"/>
                  </a:cubicBezTo>
                  <a:cubicBezTo>
                    <a:pt x="225" y="16"/>
                    <a:pt x="225" y="16"/>
                    <a:pt x="225" y="16"/>
                  </a:cubicBezTo>
                  <a:cubicBezTo>
                    <a:pt x="222" y="4"/>
                    <a:pt x="222" y="4"/>
                    <a:pt x="222" y="4"/>
                  </a:cubicBezTo>
                  <a:cubicBezTo>
                    <a:pt x="222" y="4"/>
                    <a:pt x="222" y="3"/>
                    <a:pt x="221" y="3"/>
                  </a:cubicBezTo>
                  <a:cubicBezTo>
                    <a:pt x="206" y="3"/>
                    <a:pt x="206" y="3"/>
                    <a:pt x="206" y="3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202" y="0"/>
                    <a:pt x="202" y="0"/>
                    <a:pt x="201" y="0"/>
                  </a:cubicBezTo>
                  <a:cubicBezTo>
                    <a:pt x="198" y="3"/>
                    <a:pt x="198" y="3"/>
                    <a:pt x="198" y="3"/>
                  </a:cubicBezTo>
                  <a:cubicBezTo>
                    <a:pt x="181" y="3"/>
                    <a:pt x="181" y="3"/>
                    <a:pt x="181" y="3"/>
                  </a:cubicBezTo>
                  <a:cubicBezTo>
                    <a:pt x="181" y="3"/>
                    <a:pt x="180" y="4"/>
                    <a:pt x="180" y="4"/>
                  </a:cubicBezTo>
                  <a:cubicBezTo>
                    <a:pt x="178" y="17"/>
                    <a:pt x="178" y="17"/>
                    <a:pt x="178" y="17"/>
                  </a:cubicBezTo>
                  <a:cubicBezTo>
                    <a:pt x="167" y="17"/>
                    <a:pt x="167" y="17"/>
                    <a:pt x="167" y="17"/>
                  </a:cubicBezTo>
                  <a:cubicBezTo>
                    <a:pt x="166" y="17"/>
                    <a:pt x="166" y="17"/>
                    <a:pt x="166" y="17"/>
                  </a:cubicBezTo>
                  <a:cubicBezTo>
                    <a:pt x="165" y="17"/>
                    <a:pt x="165" y="18"/>
                    <a:pt x="166" y="18"/>
                  </a:cubicBezTo>
                  <a:cubicBezTo>
                    <a:pt x="169" y="25"/>
                    <a:pt x="169" y="25"/>
                    <a:pt x="169" y="25"/>
                  </a:cubicBezTo>
                  <a:cubicBezTo>
                    <a:pt x="169" y="25"/>
                    <a:pt x="170" y="25"/>
                    <a:pt x="170" y="25"/>
                  </a:cubicBezTo>
                  <a:cubicBezTo>
                    <a:pt x="176" y="25"/>
                    <a:pt x="176" y="25"/>
                    <a:pt x="176" y="25"/>
                  </a:cubicBezTo>
                  <a:cubicBezTo>
                    <a:pt x="176" y="65"/>
                    <a:pt x="176" y="65"/>
                    <a:pt x="176" y="65"/>
                  </a:cubicBezTo>
                  <a:cubicBezTo>
                    <a:pt x="93" y="65"/>
                    <a:pt x="93" y="65"/>
                    <a:pt x="93" y="65"/>
                  </a:cubicBezTo>
                  <a:cubicBezTo>
                    <a:pt x="89" y="63"/>
                    <a:pt x="89" y="63"/>
                    <a:pt x="89" y="63"/>
                  </a:cubicBezTo>
                  <a:cubicBezTo>
                    <a:pt x="88" y="63"/>
                    <a:pt x="88" y="63"/>
                    <a:pt x="88" y="64"/>
                  </a:cubicBezTo>
                  <a:cubicBezTo>
                    <a:pt x="62" y="87"/>
                    <a:pt x="62" y="87"/>
                    <a:pt x="62" y="87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0" y="103"/>
                    <a:pt x="0" y="103"/>
                    <a:pt x="0" y="104"/>
                  </a:cubicBezTo>
                  <a:cubicBezTo>
                    <a:pt x="0" y="104"/>
                    <a:pt x="0" y="104"/>
                    <a:pt x="0" y="105"/>
                  </a:cubicBezTo>
                  <a:cubicBezTo>
                    <a:pt x="18" y="114"/>
                    <a:pt x="18" y="114"/>
                    <a:pt x="18" y="114"/>
                  </a:cubicBezTo>
                  <a:cubicBezTo>
                    <a:pt x="19" y="115"/>
                    <a:pt x="19" y="115"/>
                    <a:pt x="19" y="115"/>
                  </a:cubicBezTo>
                  <a:cubicBezTo>
                    <a:pt x="19" y="115"/>
                    <a:pt x="19" y="115"/>
                    <a:pt x="19" y="115"/>
                  </a:cubicBezTo>
                  <a:cubicBezTo>
                    <a:pt x="19" y="179"/>
                    <a:pt x="19" y="179"/>
                    <a:pt x="19" y="179"/>
                  </a:cubicBezTo>
                  <a:cubicBezTo>
                    <a:pt x="18" y="179"/>
                    <a:pt x="18" y="179"/>
                    <a:pt x="18" y="179"/>
                  </a:cubicBezTo>
                  <a:cubicBezTo>
                    <a:pt x="18" y="179"/>
                    <a:pt x="17" y="179"/>
                    <a:pt x="17" y="180"/>
                  </a:cubicBezTo>
                  <a:cubicBezTo>
                    <a:pt x="17" y="181"/>
                    <a:pt x="18" y="181"/>
                    <a:pt x="18" y="181"/>
                  </a:cubicBezTo>
                  <a:cubicBezTo>
                    <a:pt x="178" y="181"/>
                    <a:pt x="178" y="181"/>
                    <a:pt x="178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88" y="181"/>
                    <a:pt x="188" y="181"/>
                    <a:pt x="188" y="181"/>
                  </a:cubicBezTo>
                  <a:cubicBezTo>
                    <a:pt x="215" y="181"/>
                    <a:pt x="215" y="181"/>
                    <a:pt x="215" y="181"/>
                  </a:cubicBezTo>
                  <a:cubicBezTo>
                    <a:pt x="225" y="181"/>
                    <a:pt x="225" y="181"/>
                    <a:pt x="225" y="181"/>
                  </a:cubicBezTo>
                  <a:cubicBezTo>
                    <a:pt x="225" y="181"/>
                    <a:pt x="225" y="181"/>
                    <a:pt x="225" y="181"/>
                  </a:cubicBezTo>
                  <a:cubicBezTo>
                    <a:pt x="384" y="181"/>
                    <a:pt x="384" y="181"/>
                    <a:pt x="384" y="181"/>
                  </a:cubicBezTo>
                  <a:cubicBezTo>
                    <a:pt x="384" y="181"/>
                    <a:pt x="385" y="181"/>
                    <a:pt x="385" y="180"/>
                  </a:cubicBezTo>
                  <a:cubicBezTo>
                    <a:pt x="385" y="179"/>
                    <a:pt x="384" y="179"/>
                    <a:pt x="384" y="179"/>
                  </a:cubicBezTo>
                  <a:close/>
                  <a:moveTo>
                    <a:pt x="220" y="5"/>
                  </a:moveTo>
                  <a:cubicBezTo>
                    <a:pt x="223" y="16"/>
                    <a:pt x="223" y="16"/>
                    <a:pt x="223" y="16"/>
                  </a:cubicBezTo>
                  <a:cubicBezTo>
                    <a:pt x="220" y="16"/>
                    <a:pt x="220" y="16"/>
                    <a:pt x="220" y="16"/>
                  </a:cubicBezTo>
                  <a:cubicBezTo>
                    <a:pt x="208" y="5"/>
                    <a:pt x="208" y="5"/>
                    <a:pt x="208" y="5"/>
                  </a:cubicBezTo>
                  <a:lnTo>
                    <a:pt x="220" y="5"/>
                  </a:lnTo>
                  <a:close/>
                  <a:moveTo>
                    <a:pt x="182" y="5"/>
                  </a:moveTo>
                  <a:cubicBezTo>
                    <a:pt x="196" y="5"/>
                    <a:pt x="196" y="5"/>
                    <a:pt x="196" y="5"/>
                  </a:cubicBezTo>
                  <a:cubicBezTo>
                    <a:pt x="185" y="16"/>
                    <a:pt x="185" y="16"/>
                    <a:pt x="185" y="16"/>
                  </a:cubicBezTo>
                  <a:cubicBezTo>
                    <a:pt x="185" y="16"/>
                    <a:pt x="185" y="16"/>
                    <a:pt x="185" y="16"/>
                  </a:cubicBezTo>
                  <a:cubicBezTo>
                    <a:pt x="180" y="16"/>
                    <a:pt x="180" y="16"/>
                    <a:pt x="180" y="16"/>
                  </a:cubicBezTo>
                  <a:lnTo>
                    <a:pt x="182" y="5"/>
                  </a:lnTo>
                  <a:close/>
                  <a:moveTo>
                    <a:pt x="168" y="19"/>
                  </a:moveTo>
                  <a:cubicBezTo>
                    <a:pt x="185" y="19"/>
                    <a:pt x="185" y="19"/>
                    <a:pt x="185" y="19"/>
                  </a:cubicBezTo>
                  <a:cubicBezTo>
                    <a:pt x="185" y="19"/>
                    <a:pt x="185" y="19"/>
                    <a:pt x="185" y="18"/>
                  </a:cubicBezTo>
                  <a:cubicBezTo>
                    <a:pt x="202" y="2"/>
                    <a:pt x="202" y="2"/>
                    <a:pt x="202" y="2"/>
                  </a:cubicBezTo>
                  <a:cubicBezTo>
                    <a:pt x="219" y="18"/>
                    <a:pt x="219" y="18"/>
                    <a:pt x="219" y="18"/>
                  </a:cubicBezTo>
                  <a:cubicBezTo>
                    <a:pt x="219" y="18"/>
                    <a:pt x="219" y="18"/>
                    <a:pt x="219" y="18"/>
                  </a:cubicBezTo>
                  <a:cubicBezTo>
                    <a:pt x="235" y="18"/>
                    <a:pt x="235" y="18"/>
                    <a:pt x="235" y="18"/>
                  </a:cubicBezTo>
                  <a:cubicBezTo>
                    <a:pt x="232" y="23"/>
                    <a:pt x="232" y="23"/>
                    <a:pt x="232" y="23"/>
                  </a:cubicBezTo>
                  <a:cubicBezTo>
                    <a:pt x="170" y="23"/>
                    <a:pt x="170" y="23"/>
                    <a:pt x="170" y="23"/>
                  </a:cubicBezTo>
                  <a:lnTo>
                    <a:pt x="168" y="19"/>
                  </a:lnTo>
                  <a:close/>
                  <a:moveTo>
                    <a:pt x="179" y="179"/>
                  </a:moveTo>
                  <a:cubicBezTo>
                    <a:pt x="179" y="179"/>
                    <a:pt x="179" y="179"/>
                    <a:pt x="178" y="179"/>
                  </a:cubicBezTo>
                  <a:cubicBezTo>
                    <a:pt x="178" y="179"/>
                    <a:pt x="178" y="179"/>
                    <a:pt x="178" y="179"/>
                  </a:cubicBezTo>
                  <a:cubicBezTo>
                    <a:pt x="178" y="33"/>
                    <a:pt x="178" y="33"/>
                    <a:pt x="178" y="33"/>
                  </a:cubicBezTo>
                  <a:cubicBezTo>
                    <a:pt x="187" y="33"/>
                    <a:pt x="187" y="33"/>
                    <a:pt x="187" y="33"/>
                  </a:cubicBezTo>
                  <a:cubicBezTo>
                    <a:pt x="187" y="179"/>
                    <a:pt x="187" y="179"/>
                    <a:pt x="187" y="179"/>
                  </a:cubicBezTo>
                  <a:lnTo>
                    <a:pt x="179" y="179"/>
                  </a:lnTo>
                  <a:close/>
                  <a:moveTo>
                    <a:pt x="225" y="31"/>
                  </a:moveTo>
                  <a:cubicBezTo>
                    <a:pt x="178" y="31"/>
                    <a:pt x="178" y="31"/>
                    <a:pt x="178" y="31"/>
                  </a:cubicBezTo>
                  <a:cubicBezTo>
                    <a:pt x="178" y="25"/>
                    <a:pt x="178" y="25"/>
                    <a:pt x="178" y="25"/>
                  </a:cubicBezTo>
                  <a:cubicBezTo>
                    <a:pt x="225" y="25"/>
                    <a:pt x="225" y="25"/>
                    <a:pt x="225" y="25"/>
                  </a:cubicBezTo>
                  <a:lnTo>
                    <a:pt x="225" y="31"/>
                  </a:lnTo>
                  <a:close/>
                  <a:moveTo>
                    <a:pt x="214" y="47"/>
                  </a:moveTo>
                  <a:cubicBezTo>
                    <a:pt x="189" y="47"/>
                    <a:pt x="189" y="47"/>
                    <a:pt x="189" y="47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214" y="44"/>
                    <a:pt x="214" y="44"/>
                    <a:pt x="214" y="44"/>
                  </a:cubicBezTo>
                  <a:lnTo>
                    <a:pt x="214" y="47"/>
                  </a:lnTo>
                  <a:close/>
                  <a:moveTo>
                    <a:pt x="206" y="84"/>
                  </a:moveTo>
                  <a:cubicBezTo>
                    <a:pt x="206" y="92"/>
                    <a:pt x="206" y="92"/>
                    <a:pt x="206" y="92"/>
                  </a:cubicBezTo>
                  <a:cubicBezTo>
                    <a:pt x="197" y="92"/>
                    <a:pt x="197" y="92"/>
                    <a:pt x="197" y="92"/>
                  </a:cubicBezTo>
                  <a:cubicBezTo>
                    <a:pt x="197" y="84"/>
                    <a:pt x="197" y="84"/>
                    <a:pt x="197" y="84"/>
                  </a:cubicBezTo>
                  <a:lnTo>
                    <a:pt x="206" y="84"/>
                  </a:lnTo>
                  <a:close/>
                  <a:moveTo>
                    <a:pt x="197" y="82"/>
                  </a:moveTo>
                  <a:cubicBezTo>
                    <a:pt x="197" y="75"/>
                    <a:pt x="197" y="75"/>
                    <a:pt x="197" y="75"/>
                  </a:cubicBezTo>
                  <a:cubicBezTo>
                    <a:pt x="206" y="75"/>
                    <a:pt x="206" y="75"/>
                    <a:pt x="206" y="75"/>
                  </a:cubicBezTo>
                  <a:cubicBezTo>
                    <a:pt x="206" y="82"/>
                    <a:pt x="206" y="82"/>
                    <a:pt x="206" y="82"/>
                  </a:cubicBezTo>
                  <a:lnTo>
                    <a:pt x="197" y="82"/>
                  </a:lnTo>
                  <a:close/>
                  <a:moveTo>
                    <a:pt x="206" y="94"/>
                  </a:moveTo>
                  <a:cubicBezTo>
                    <a:pt x="206" y="101"/>
                    <a:pt x="206" y="101"/>
                    <a:pt x="206" y="101"/>
                  </a:cubicBezTo>
                  <a:cubicBezTo>
                    <a:pt x="197" y="101"/>
                    <a:pt x="197" y="101"/>
                    <a:pt x="197" y="101"/>
                  </a:cubicBezTo>
                  <a:cubicBezTo>
                    <a:pt x="197" y="94"/>
                    <a:pt x="197" y="94"/>
                    <a:pt x="197" y="94"/>
                  </a:cubicBezTo>
                  <a:lnTo>
                    <a:pt x="206" y="94"/>
                  </a:lnTo>
                  <a:close/>
                  <a:moveTo>
                    <a:pt x="206" y="73"/>
                  </a:moveTo>
                  <a:cubicBezTo>
                    <a:pt x="197" y="73"/>
                    <a:pt x="197" y="73"/>
                    <a:pt x="197" y="73"/>
                  </a:cubicBezTo>
                  <a:cubicBezTo>
                    <a:pt x="197" y="62"/>
                    <a:pt x="197" y="62"/>
                    <a:pt x="197" y="62"/>
                  </a:cubicBezTo>
                  <a:cubicBezTo>
                    <a:pt x="206" y="62"/>
                    <a:pt x="206" y="62"/>
                    <a:pt x="206" y="62"/>
                  </a:cubicBezTo>
                  <a:lnTo>
                    <a:pt x="206" y="73"/>
                  </a:lnTo>
                  <a:close/>
                  <a:moveTo>
                    <a:pt x="197" y="103"/>
                  </a:moveTo>
                  <a:cubicBezTo>
                    <a:pt x="206" y="103"/>
                    <a:pt x="206" y="103"/>
                    <a:pt x="206" y="103"/>
                  </a:cubicBezTo>
                  <a:cubicBezTo>
                    <a:pt x="206" y="114"/>
                    <a:pt x="206" y="114"/>
                    <a:pt x="206" y="114"/>
                  </a:cubicBezTo>
                  <a:cubicBezTo>
                    <a:pt x="197" y="114"/>
                    <a:pt x="197" y="114"/>
                    <a:pt x="197" y="114"/>
                  </a:cubicBezTo>
                  <a:lnTo>
                    <a:pt x="197" y="103"/>
                  </a:lnTo>
                  <a:close/>
                  <a:moveTo>
                    <a:pt x="206" y="60"/>
                  </a:moveTo>
                  <a:cubicBezTo>
                    <a:pt x="197" y="60"/>
                    <a:pt x="197" y="60"/>
                    <a:pt x="197" y="60"/>
                  </a:cubicBezTo>
                  <a:cubicBezTo>
                    <a:pt x="197" y="53"/>
                    <a:pt x="197" y="53"/>
                    <a:pt x="197" y="53"/>
                  </a:cubicBezTo>
                  <a:cubicBezTo>
                    <a:pt x="206" y="53"/>
                    <a:pt x="206" y="53"/>
                    <a:pt x="206" y="53"/>
                  </a:cubicBezTo>
                  <a:lnTo>
                    <a:pt x="206" y="60"/>
                  </a:lnTo>
                  <a:close/>
                  <a:moveTo>
                    <a:pt x="197" y="116"/>
                  </a:moveTo>
                  <a:cubicBezTo>
                    <a:pt x="206" y="116"/>
                    <a:pt x="206" y="116"/>
                    <a:pt x="206" y="116"/>
                  </a:cubicBezTo>
                  <a:cubicBezTo>
                    <a:pt x="206" y="123"/>
                    <a:pt x="206" y="123"/>
                    <a:pt x="206" y="123"/>
                  </a:cubicBezTo>
                  <a:cubicBezTo>
                    <a:pt x="197" y="123"/>
                    <a:pt x="197" y="123"/>
                    <a:pt x="197" y="123"/>
                  </a:cubicBezTo>
                  <a:lnTo>
                    <a:pt x="197" y="116"/>
                  </a:lnTo>
                  <a:close/>
                  <a:moveTo>
                    <a:pt x="206" y="51"/>
                  </a:moveTo>
                  <a:cubicBezTo>
                    <a:pt x="197" y="51"/>
                    <a:pt x="197" y="51"/>
                    <a:pt x="197" y="51"/>
                  </a:cubicBezTo>
                  <a:cubicBezTo>
                    <a:pt x="197" y="49"/>
                    <a:pt x="197" y="49"/>
                    <a:pt x="197" y="49"/>
                  </a:cubicBezTo>
                  <a:cubicBezTo>
                    <a:pt x="206" y="49"/>
                    <a:pt x="206" y="49"/>
                    <a:pt x="206" y="49"/>
                  </a:cubicBezTo>
                  <a:lnTo>
                    <a:pt x="206" y="51"/>
                  </a:lnTo>
                  <a:close/>
                  <a:moveTo>
                    <a:pt x="189" y="49"/>
                  </a:moveTo>
                  <a:cubicBezTo>
                    <a:pt x="195" y="49"/>
                    <a:pt x="195" y="49"/>
                    <a:pt x="195" y="49"/>
                  </a:cubicBezTo>
                  <a:cubicBezTo>
                    <a:pt x="195" y="52"/>
                    <a:pt x="195" y="52"/>
                    <a:pt x="195" y="52"/>
                  </a:cubicBezTo>
                  <a:cubicBezTo>
                    <a:pt x="195" y="52"/>
                    <a:pt x="195" y="52"/>
                    <a:pt x="195" y="52"/>
                  </a:cubicBezTo>
                  <a:cubicBezTo>
                    <a:pt x="195" y="52"/>
                    <a:pt x="195" y="52"/>
                    <a:pt x="195" y="52"/>
                  </a:cubicBezTo>
                  <a:cubicBezTo>
                    <a:pt x="195" y="61"/>
                    <a:pt x="195" y="61"/>
                    <a:pt x="195" y="61"/>
                  </a:cubicBezTo>
                  <a:cubicBezTo>
                    <a:pt x="195" y="61"/>
                    <a:pt x="195" y="61"/>
                    <a:pt x="195" y="61"/>
                  </a:cubicBezTo>
                  <a:cubicBezTo>
                    <a:pt x="195" y="61"/>
                    <a:pt x="195" y="61"/>
                    <a:pt x="195" y="61"/>
                  </a:cubicBezTo>
                  <a:cubicBezTo>
                    <a:pt x="195" y="74"/>
                    <a:pt x="195" y="74"/>
                    <a:pt x="195" y="74"/>
                  </a:cubicBezTo>
                  <a:cubicBezTo>
                    <a:pt x="195" y="74"/>
                    <a:pt x="195" y="74"/>
                    <a:pt x="195" y="74"/>
                  </a:cubicBezTo>
                  <a:cubicBezTo>
                    <a:pt x="195" y="74"/>
                    <a:pt x="195" y="74"/>
                    <a:pt x="195" y="74"/>
                  </a:cubicBezTo>
                  <a:cubicBezTo>
                    <a:pt x="195" y="83"/>
                    <a:pt x="195" y="83"/>
                    <a:pt x="195" y="83"/>
                  </a:cubicBezTo>
                  <a:cubicBezTo>
                    <a:pt x="195" y="83"/>
                    <a:pt x="195" y="83"/>
                    <a:pt x="195" y="83"/>
                  </a:cubicBezTo>
                  <a:cubicBezTo>
                    <a:pt x="195" y="83"/>
                    <a:pt x="195" y="83"/>
                    <a:pt x="195" y="83"/>
                  </a:cubicBezTo>
                  <a:cubicBezTo>
                    <a:pt x="195" y="93"/>
                    <a:pt x="195" y="93"/>
                    <a:pt x="195" y="93"/>
                  </a:cubicBezTo>
                  <a:cubicBezTo>
                    <a:pt x="195" y="93"/>
                    <a:pt x="195" y="93"/>
                    <a:pt x="195" y="93"/>
                  </a:cubicBezTo>
                  <a:cubicBezTo>
                    <a:pt x="195" y="94"/>
                    <a:pt x="195" y="94"/>
                    <a:pt x="195" y="94"/>
                  </a:cubicBezTo>
                  <a:cubicBezTo>
                    <a:pt x="195" y="102"/>
                    <a:pt x="195" y="102"/>
                    <a:pt x="195" y="102"/>
                  </a:cubicBezTo>
                  <a:cubicBezTo>
                    <a:pt x="195" y="102"/>
                    <a:pt x="195" y="102"/>
                    <a:pt x="195" y="102"/>
                  </a:cubicBezTo>
                  <a:cubicBezTo>
                    <a:pt x="195" y="103"/>
                    <a:pt x="195" y="103"/>
                    <a:pt x="195" y="103"/>
                  </a:cubicBezTo>
                  <a:cubicBezTo>
                    <a:pt x="195" y="115"/>
                    <a:pt x="195" y="115"/>
                    <a:pt x="195" y="115"/>
                  </a:cubicBezTo>
                  <a:cubicBezTo>
                    <a:pt x="195" y="115"/>
                    <a:pt x="195" y="115"/>
                    <a:pt x="195" y="115"/>
                  </a:cubicBezTo>
                  <a:cubicBezTo>
                    <a:pt x="195" y="115"/>
                    <a:pt x="195" y="115"/>
                    <a:pt x="195" y="115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40"/>
                    <a:pt x="195" y="140"/>
                    <a:pt x="195" y="140"/>
                  </a:cubicBezTo>
                  <a:cubicBezTo>
                    <a:pt x="189" y="140"/>
                    <a:pt x="189" y="140"/>
                    <a:pt x="189" y="140"/>
                  </a:cubicBezTo>
                  <a:lnTo>
                    <a:pt x="189" y="49"/>
                  </a:lnTo>
                  <a:close/>
                  <a:moveTo>
                    <a:pt x="197" y="125"/>
                  </a:moveTo>
                  <a:cubicBezTo>
                    <a:pt x="206" y="125"/>
                    <a:pt x="206" y="125"/>
                    <a:pt x="206" y="125"/>
                  </a:cubicBezTo>
                  <a:cubicBezTo>
                    <a:pt x="206" y="140"/>
                    <a:pt x="206" y="140"/>
                    <a:pt x="206" y="140"/>
                  </a:cubicBezTo>
                  <a:cubicBezTo>
                    <a:pt x="197" y="140"/>
                    <a:pt x="197" y="140"/>
                    <a:pt x="197" y="140"/>
                  </a:cubicBezTo>
                  <a:lnTo>
                    <a:pt x="197" y="125"/>
                  </a:lnTo>
                  <a:close/>
                  <a:moveTo>
                    <a:pt x="208" y="49"/>
                  </a:moveTo>
                  <a:cubicBezTo>
                    <a:pt x="214" y="49"/>
                    <a:pt x="214" y="49"/>
                    <a:pt x="214" y="49"/>
                  </a:cubicBezTo>
                  <a:cubicBezTo>
                    <a:pt x="214" y="140"/>
                    <a:pt x="214" y="140"/>
                    <a:pt x="214" y="140"/>
                  </a:cubicBezTo>
                  <a:cubicBezTo>
                    <a:pt x="208" y="140"/>
                    <a:pt x="208" y="140"/>
                    <a:pt x="208" y="140"/>
                  </a:cubicBezTo>
                  <a:lnTo>
                    <a:pt x="208" y="49"/>
                  </a:lnTo>
                  <a:close/>
                  <a:moveTo>
                    <a:pt x="214" y="42"/>
                  </a:moveTo>
                  <a:cubicBezTo>
                    <a:pt x="189" y="42"/>
                    <a:pt x="189" y="42"/>
                    <a:pt x="189" y="42"/>
                  </a:cubicBezTo>
                  <a:cubicBezTo>
                    <a:pt x="189" y="33"/>
                    <a:pt x="189" y="33"/>
                    <a:pt x="189" y="33"/>
                  </a:cubicBezTo>
                  <a:cubicBezTo>
                    <a:pt x="214" y="33"/>
                    <a:pt x="214" y="33"/>
                    <a:pt x="214" y="33"/>
                  </a:cubicBezTo>
                  <a:lnTo>
                    <a:pt x="214" y="42"/>
                  </a:lnTo>
                  <a:close/>
                  <a:moveTo>
                    <a:pt x="189" y="142"/>
                  </a:moveTo>
                  <a:cubicBezTo>
                    <a:pt x="214" y="142"/>
                    <a:pt x="214" y="142"/>
                    <a:pt x="214" y="142"/>
                  </a:cubicBezTo>
                  <a:cubicBezTo>
                    <a:pt x="214" y="145"/>
                    <a:pt x="214" y="145"/>
                    <a:pt x="214" y="145"/>
                  </a:cubicBezTo>
                  <a:cubicBezTo>
                    <a:pt x="189" y="145"/>
                    <a:pt x="189" y="145"/>
                    <a:pt x="189" y="145"/>
                  </a:cubicBezTo>
                  <a:lnTo>
                    <a:pt x="189" y="142"/>
                  </a:lnTo>
                  <a:close/>
                  <a:moveTo>
                    <a:pt x="216" y="33"/>
                  </a:moveTo>
                  <a:cubicBezTo>
                    <a:pt x="225" y="33"/>
                    <a:pt x="225" y="33"/>
                    <a:pt x="225" y="33"/>
                  </a:cubicBezTo>
                  <a:cubicBezTo>
                    <a:pt x="225" y="179"/>
                    <a:pt x="225" y="179"/>
                    <a:pt x="225" y="179"/>
                  </a:cubicBezTo>
                  <a:cubicBezTo>
                    <a:pt x="216" y="179"/>
                    <a:pt x="216" y="179"/>
                    <a:pt x="216" y="179"/>
                  </a:cubicBezTo>
                  <a:lnTo>
                    <a:pt x="216" y="33"/>
                  </a:lnTo>
                  <a:close/>
                  <a:moveTo>
                    <a:pt x="227" y="119"/>
                  </a:moveTo>
                  <a:cubicBezTo>
                    <a:pt x="382" y="119"/>
                    <a:pt x="382" y="119"/>
                    <a:pt x="382" y="119"/>
                  </a:cubicBezTo>
                  <a:cubicBezTo>
                    <a:pt x="382" y="179"/>
                    <a:pt x="382" y="179"/>
                    <a:pt x="382" y="179"/>
                  </a:cubicBezTo>
                  <a:cubicBezTo>
                    <a:pt x="227" y="179"/>
                    <a:pt x="227" y="179"/>
                    <a:pt x="227" y="179"/>
                  </a:cubicBezTo>
                  <a:lnTo>
                    <a:pt x="227" y="119"/>
                  </a:lnTo>
                  <a:close/>
                  <a:moveTo>
                    <a:pt x="382" y="117"/>
                  </a:moveTo>
                  <a:cubicBezTo>
                    <a:pt x="227" y="117"/>
                    <a:pt x="227" y="117"/>
                    <a:pt x="227" y="117"/>
                  </a:cubicBezTo>
                  <a:cubicBezTo>
                    <a:pt x="227" y="115"/>
                    <a:pt x="227" y="115"/>
                    <a:pt x="227" y="115"/>
                  </a:cubicBezTo>
                  <a:cubicBezTo>
                    <a:pt x="382" y="115"/>
                    <a:pt x="382" y="115"/>
                    <a:pt x="382" y="115"/>
                  </a:cubicBezTo>
                  <a:lnTo>
                    <a:pt x="382" y="117"/>
                  </a:lnTo>
                  <a:close/>
                  <a:moveTo>
                    <a:pt x="384" y="113"/>
                  </a:moveTo>
                  <a:cubicBezTo>
                    <a:pt x="227" y="113"/>
                    <a:pt x="227" y="113"/>
                    <a:pt x="227" y="113"/>
                  </a:cubicBezTo>
                  <a:cubicBezTo>
                    <a:pt x="227" y="72"/>
                    <a:pt x="227" y="72"/>
                    <a:pt x="227" y="72"/>
                  </a:cubicBezTo>
                  <a:cubicBezTo>
                    <a:pt x="227" y="72"/>
                    <a:pt x="227" y="72"/>
                    <a:pt x="227" y="72"/>
                  </a:cubicBezTo>
                  <a:cubicBezTo>
                    <a:pt x="314" y="72"/>
                    <a:pt x="314" y="72"/>
                    <a:pt x="314" y="72"/>
                  </a:cubicBezTo>
                  <a:cubicBezTo>
                    <a:pt x="336" y="92"/>
                    <a:pt x="336" y="92"/>
                    <a:pt x="336" y="92"/>
                  </a:cubicBezTo>
                  <a:cubicBezTo>
                    <a:pt x="337" y="92"/>
                    <a:pt x="337" y="92"/>
                    <a:pt x="337" y="92"/>
                  </a:cubicBezTo>
                  <a:cubicBezTo>
                    <a:pt x="394" y="107"/>
                    <a:pt x="394" y="107"/>
                    <a:pt x="394" y="107"/>
                  </a:cubicBezTo>
                  <a:lnTo>
                    <a:pt x="384" y="113"/>
                  </a:lnTo>
                  <a:close/>
                  <a:moveTo>
                    <a:pt x="310" y="67"/>
                  </a:moveTo>
                  <a:cubicBezTo>
                    <a:pt x="310" y="67"/>
                    <a:pt x="310" y="67"/>
                    <a:pt x="310" y="67"/>
                  </a:cubicBezTo>
                  <a:cubicBezTo>
                    <a:pt x="314" y="66"/>
                    <a:pt x="314" y="66"/>
                    <a:pt x="314" y="66"/>
                  </a:cubicBezTo>
                  <a:cubicBezTo>
                    <a:pt x="340" y="89"/>
                    <a:pt x="340" y="89"/>
                    <a:pt x="340" y="89"/>
                  </a:cubicBezTo>
                  <a:cubicBezTo>
                    <a:pt x="340" y="89"/>
                    <a:pt x="340" y="89"/>
                    <a:pt x="341" y="89"/>
                  </a:cubicBezTo>
                  <a:cubicBezTo>
                    <a:pt x="400" y="104"/>
                    <a:pt x="400" y="104"/>
                    <a:pt x="400" y="104"/>
                  </a:cubicBezTo>
                  <a:cubicBezTo>
                    <a:pt x="397" y="105"/>
                    <a:pt x="397" y="105"/>
                    <a:pt x="397" y="105"/>
                  </a:cubicBezTo>
                  <a:cubicBezTo>
                    <a:pt x="397" y="105"/>
                    <a:pt x="397" y="105"/>
                    <a:pt x="397" y="105"/>
                  </a:cubicBezTo>
                  <a:cubicBezTo>
                    <a:pt x="338" y="90"/>
                    <a:pt x="338" y="90"/>
                    <a:pt x="338" y="90"/>
                  </a:cubicBezTo>
                  <a:cubicBezTo>
                    <a:pt x="315" y="70"/>
                    <a:pt x="315" y="70"/>
                    <a:pt x="315" y="70"/>
                  </a:cubicBezTo>
                  <a:cubicBezTo>
                    <a:pt x="315" y="70"/>
                    <a:pt x="315" y="70"/>
                    <a:pt x="314" y="70"/>
                  </a:cubicBezTo>
                  <a:cubicBezTo>
                    <a:pt x="227" y="70"/>
                    <a:pt x="227" y="70"/>
                    <a:pt x="227" y="70"/>
                  </a:cubicBezTo>
                  <a:cubicBezTo>
                    <a:pt x="227" y="70"/>
                    <a:pt x="227" y="70"/>
                    <a:pt x="227" y="70"/>
                  </a:cubicBezTo>
                  <a:cubicBezTo>
                    <a:pt x="227" y="67"/>
                    <a:pt x="227" y="67"/>
                    <a:pt x="227" y="67"/>
                  </a:cubicBezTo>
                  <a:lnTo>
                    <a:pt x="310" y="67"/>
                  </a:lnTo>
                  <a:close/>
                  <a:moveTo>
                    <a:pt x="62" y="89"/>
                  </a:moveTo>
                  <a:cubicBezTo>
                    <a:pt x="63" y="89"/>
                    <a:pt x="63" y="89"/>
                    <a:pt x="63" y="89"/>
                  </a:cubicBezTo>
                  <a:cubicBezTo>
                    <a:pt x="89" y="66"/>
                    <a:pt x="89" y="66"/>
                    <a:pt x="89" y="66"/>
                  </a:cubicBezTo>
                  <a:cubicBezTo>
                    <a:pt x="93" y="67"/>
                    <a:pt x="93" y="67"/>
                    <a:pt x="93" y="67"/>
                  </a:cubicBezTo>
                  <a:cubicBezTo>
                    <a:pt x="93" y="67"/>
                    <a:pt x="93" y="67"/>
                    <a:pt x="93" y="67"/>
                  </a:cubicBezTo>
                  <a:cubicBezTo>
                    <a:pt x="176" y="67"/>
                    <a:pt x="176" y="67"/>
                    <a:pt x="176" y="67"/>
                  </a:cubicBezTo>
                  <a:cubicBezTo>
                    <a:pt x="176" y="70"/>
                    <a:pt x="176" y="70"/>
                    <a:pt x="176" y="70"/>
                  </a:cubicBezTo>
                  <a:cubicBezTo>
                    <a:pt x="88" y="70"/>
                    <a:pt x="88" y="70"/>
                    <a:pt x="88" y="70"/>
                  </a:cubicBezTo>
                  <a:cubicBezTo>
                    <a:pt x="88" y="70"/>
                    <a:pt x="88" y="70"/>
                    <a:pt x="88" y="70"/>
                  </a:cubicBezTo>
                  <a:cubicBezTo>
                    <a:pt x="65" y="90"/>
                    <a:pt x="65" y="90"/>
                    <a:pt x="65" y="90"/>
                  </a:cubicBezTo>
                  <a:cubicBezTo>
                    <a:pt x="6" y="105"/>
                    <a:pt x="6" y="105"/>
                    <a:pt x="6" y="105"/>
                  </a:cubicBezTo>
                  <a:cubicBezTo>
                    <a:pt x="6" y="105"/>
                    <a:pt x="6" y="105"/>
                    <a:pt x="6" y="105"/>
                  </a:cubicBezTo>
                  <a:cubicBezTo>
                    <a:pt x="3" y="104"/>
                    <a:pt x="3" y="104"/>
                    <a:pt x="3" y="104"/>
                  </a:cubicBezTo>
                  <a:lnTo>
                    <a:pt x="62" y="89"/>
                  </a:lnTo>
                  <a:close/>
                  <a:moveTo>
                    <a:pt x="8" y="107"/>
                  </a:moveTo>
                  <a:cubicBezTo>
                    <a:pt x="66" y="92"/>
                    <a:pt x="66" y="92"/>
                    <a:pt x="66" y="92"/>
                  </a:cubicBezTo>
                  <a:cubicBezTo>
                    <a:pt x="66" y="92"/>
                    <a:pt x="66" y="92"/>
                    <a:pt x="66" y="92"/>
                  </a:cubicBezTo>
                  <a:cubicBezTo>
                    <a:pt x="89" y="72"/>
                    <a:pt x="89" y="72"/>
                    <a:pt x="89" y="72"/>
                  </a:cubicBezTo>
                  <a:cubicBezTo>
                    <a:pt x="176" y="72"/>
                    <a:pt x="176" y="72"/>
                    <a:pt x="176" y="72"/>
                  </a:cubicBezTo>
                  <a:cubicBezTo>
                    <a:pt x="176" y="113"/>
                    <a:pt x="176" y="113"/>
                    <a:pt x="176" y="113"/>
                  </a:cubicBezTo>
                  <a:cubicBezTo>
                    <a:pt x="19" y="113"/>
                    <a:pt x="19" y="113"/>
                    <a:pt x="19" y="113"/>
                  </a:cubicBezTo>
                  <a:lnTo>
                    <a:pt x="8" y="107"/>
                  </a:lnTo>
                  <a:close/>
                  <a:moveTo>
                    <a:pt x="176" y="115"/>
                  </a:moveTo>
                  <a:cubicBezTo>
                    <a:pt x="176" y="117"/>
                    <a:pt x="176" y="117"/>
                    <a:pt x="176" y="117"/>
                  </a:cubicBezTo>
                  <a:cubicBezTo>
                    <a:pt x="21" y="117"/>
                    <a:pt x="21" y="117"/>
                    <a:pt x="21" y="117"/>
                  </a:cubicBezTo>
                  <a:cubicBezTo>
                    <a:pt x="21" y="115"/>
                    <a:pt x="21" y="115"/>
                    <a:pt x="21" y="115"/>
                  </a:cubicBezTo>
                  <a:lnTo>
                    <a:pt x="176" y="115"/>
                  </a:lnTo>
                  <a:close/>
                  <a:moveTo>
                    <a:pt x="21" y="119"/>
                  </a:moveTo>
                  <a:cubicBezTo>
                    <a:pt x="176" y="119"/>
                    <a:pt x="176" y="119"/>
                    <a:pt x="176" y="119"/>
                  </a:cubicBezTo>
                  <a:cubicBezTo>
                    <a:pt x="176" y="179"/>
                    <a:pt x="176" y="179"/>
                    <a:pt x="176" y="179"/>
                  </a:cubicBezTo>
                  <a:cubicBezTo>
                    <a:pt x="21" y="179"/>
                    <a:pt x="21" y="179"/>
                    <a:pt x="21" y="179"/>
                  </a:cubicBezTo>
                  <a:lnTo>
                    <a:pt x="21" y="119"/>
                  </a:lnTo>
                  <a:close/>
                  <a:moveTo>
                    <a:pt x="189" y="179"/>
                  </a:moveTo>
                  <a:cubicBezTo>
                    <a:pt x="189" y="147"/>
                    <a:pt x="189" y="147"/>
                    <a:pt x="189" y="147"/>
                  </a:cubicBezTo>
                  <a:cubicBezTo>
                    <a:pt x="214" y="147"/>
                    <a:pt x="214" y="147"/>
                    <a:pt x="214" y="147"/>
                  </a:cubicBezTo>
                  <a:cubicBezTo>
                    <a:pt x="214" y="179"/>
                    <a:pt x="214" y="179"/>
                    <a:pt x="214" y="179"/>
                  </a:cubicBezTo>
                  <a:lnTo>
                    <a:pt x="189" y="1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234"/>
            <p:cNvSpPr/>
            <p:nvPr userDrawn="1"/>
          </p:nvSpPr>
          <p:spPr bwMode="auto">
            <a:xfrm>
              <a:off x="6034088" y="3622675"/>
              <a:ext cx="96838" cy="92075"/>
            </a:xfrm>
            <a:custGeom>
              <a:avLst/>
              <a:gdLst>
                <a:gd name="T0" fmla="*/ 39 w 61"/>
                <a:gd name="T1" fmla="*/ 22 h 58"/>
                <a:gd name="T2" fmla="*/ 30 w 61"/>
                <a:gd name="T3" fmla="*/ 0 h 58"/>
                <a:gd name="T4" fmla="*/ 22 w 61"/>
                <a:gd name="T5" fmla="*/ 22 h 58"/>
                <a:gd name="T6" fmla="*/ 0 w 61"/>
                <a:gd name="T7" fmla="*/ 22 h 58"/>
                <a:gd name="T8" fmla="*/ 17 w 61"/>
                <a:gd name="T9" fmla="*/ 36 h 58"/>
                <a:gd name="T10" fmla="*/ 13 w 61"/>
                <a:gd name="T11" fmla="*/ 58 h 58"/>
                <a:gd name="T12" fmla="*/ 30 w 61"/>
                <a:gd name="T13" fmla="*/ 44 h 58"/>
                <a:gd name="T14" fmla="*/ 48 w 61"/>
                <a:gd name="T15" fmla="*/ 58 h 58"/>
                <a:gd name="T16" fmla="*/ 43 w 61"/>
                <a:gd name="T17" fmla="*/ 36 h 58"/>
                <a:gd name="T18" fmla="*/ 61 w 61"/>
                <a:gd name="T19" fmla="*/ 22 h 58"/>
                <a:gd name="T20" fmla="*/ 39 w 61"/>
                <a:gd name="T21" fmla="*/ 2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1" h="58">
                  <a:moveTo>
                    <a:pt x="39" y="22"/>
                  </a:moveTo>
                  <a:lnTo>
                    <a:pt x="30" y="0"/>
                  </a:lnTo>
                  <a:lnTo>
                    <a:pt x="22" y="22"/>
                  </a:lnTo>
                  <a:lnTo>
                    <a:pt x="0" y="22"/>
                  </a:lnTo>
                  <a:lnTo>
                    <a:pt x="17" y="36"/>
                  </a:lnTo>
                  <a:lnTo>
                    <a:pt x="13" y="58"/>
                  </a:lnTo>
                  <a:lnTo>
                    <a:pt x="30" y="44"/>
                  </a:lnTo>
                  <a:lnTo>
                    <a:pt x="48" y="58"/>
                  </a:lnTo>
                  <a:lnTo>
                    <a:pt x="43" y="36"/>
                  </a:lnTo>
                  <a:lnTo>
                    <a:pt x="61" y="22"/>
                  </a:lnTo>
                  <a:lnTo>
                    <a:pt x="39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235"/>
            <p:cNvSpPr/>
            <p:nvPr userDrawn="1"/>
          </p:nvSpPr>
          <p:spPr bwMode="auto">
            <a:xfrm>
              <a:off x="6034088" y="4630738"/>
              <a:ext cx="14288" cy="176213"/>
            </a:xfrm>
            <a:custGeom>
              <a:avLst/>
              <a:gdLst>
                <a:gd name="T0" fmla="*/ 1 w 2"/>
                <a:gd name="T1" fmla="*/ 0 h 25"/>
                <a:gd name="T2" fmla="*/ 0 w 2"/>
                <a:gd name="T3" fmla="*/ 1 h 25"/>
                <a:gd name="T4" fmla="*/ 0 w 2"/>
                <a:gd name="T5" fmla="*/ 24 h 25"/>
                <a:gd name="T6" fmla="*/ 1 w 2"/>
                <a:gd name="T7" fmla="*/ 25 h 25"/>
                <a:gd name="T8" fmla="*/ 2 w 2"/>
                <a:gd name="T9" fmla="*/ 24 h 25"/>
                <a:gd name="T10" fmla="*/ 2 w 2"/>
                <a:gd name="T11" fmla="*/ 1 h 25"/>
                <a:gd name="T12" fmla="*/ 1 w 2"/>
                <a:gd name="T13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5">
                  <a:moveTo>
                    <a:pt x="1" y="0"/>
                  </a:moveTo>
                  <a:cubicBezTo>
                    <a:pt x="0" y="0"/>
                    <a:pt x="0" y="0"/>
                    <a:pt x="0" y="1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5"/>
                    <a:pt x="0" y="25"/>
                    <a:pt x="1" y="25"/>
                  </a:cubicBezTo>
                  <a:cubicBezTo>
                    <a:pt x="2" y="25"/>
                    <a:pt x="2" y="25"/>
                    <a:pt x="2" y="24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9" name="Freeform 236"/>
            <p:cNvSpPr/>
            <p:nvPr userDrawn="1"/>
          </p:nvSpPr>
          <p:spPr bwMode="auto">
            <a:xfrm>
              <a:off x="6110288" y="4630738"/>
              <a:ext cx="12700" cy="176213"/>
            </a:xfrm>
            <a:custGeom>
              <a:avLst/>
              <a:gdLst>
                <a:gd name="T0" fmla="*/ 1 w 2"/>
                <a:gd name="T1" fmla="*/ 0 h 25"/>
                <a:gd name="T2" fmla="*/ 0 w 2"/>
                <a:gd name="T3" fmla="*/ 1 h 25"/>
                <a:gd name="T4" fmla="*/ 0 w 2"/>
                <a:gd name="T5" fmla="*/ 24 h 25"/>
                <a:gd name="T6" fmla="*/ 1 w 2"/>
                <a:gd name="T7" fmla="*/ 25 h 25"/>
                <a:gd name="T8" fmla="*/ 2 w 2"/>
                <a:gd name="T9" fmla="*/ 24 h 25"/>
                <a:gd name="T10" fmla="*/ 2 w 2"/>
                <a:gd name="T11" fmla="*/ 1 h 25"/>
                <a:gd name="T12" fmla="*/ 1 w 2"/>
                <a:gd name="T13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5">
                  <a:moveTo>
                    <a:pt x="1" y="0"/>
                  </a:moveTo>
                  <a:cubicBezTo>
                    <a:pt x="0" y="0"/>
                    <a:pt x="0" y="0"/>
                    <a:pt x="0" y="1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5"/>
                    <a:pt x="0" y="25"/>
                    <a:pt x="1" y="25"/>
                  </a:cubicBezTo>
                  <a:cubicBezTo>
                    <a:pt x="2" y="25"/>
                    <a:pt x="2" y="25"/>
                    <a:pt x="2" y="24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237"/>
            <p:cNvSpPr/>
            <p:nvPr userDrawn="1"/>
          </p:nvSpPr>
          <p:spPr bwMode="auto">
            <a:xfrm>
              <a:off x="6069013" y="4630738"/>
              <a:ext cx="12700" cy="176213"/>
            </a:xfrm>
            <a:custGeom>
              <a:avLst/>
              <a:gdLst>
                <a:gd name="T0" fmla="*/ 1 w 2"/>
                <a:gd name="T1" fmla="*/ 0 h 25"/>
                <a:gd name="T2" fmla="*/ 0 w 2"/>
                <a:gd name="T3" fmla="*/ 1 h 25"/>
                <a:gd name="T4" fmla="*/ 0 w 2"/>
                <a:gd name="T5" fmla="*/ 24 h 25"/>
                <a:gd name="T6" fmla="*/ 1 w 2"/>
                <a:gd name="T7" fmla="*/ 25 h 25"/>
                <a:gd name="T8" fmla="*/ 2 w 2"/>
                <a:gd name="T9" fmla="*/ 24 h 25"/>
                <a:gd name="T10" fmla="*/ 2 w 2"/>
                <a:gd name="T11" fmla="*/ 1 h 25"/>
                <a:gd name="T12" fmla="*/ 1 w 2"/>
                <a:gd name="T13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5">
                  <a:moveTo>
                    <a:pt x="1" y="0"/>
                  </a:moveTo>
                  <a:cubicBezTo>
                    <a:pt x="1" y="0"/>
                    <a:pt x="0" y="0"/>
                    <a:pt x="0" y="1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5"/>
                    <a:pt x="1" y="25"/>
                    <a:pt x="1" y="25"/>
                  </a:cubicBezTo>
                  <a:cubicBezTo>
                    <a:pt x="2" y="25"/>
                    <a:pt x="2" y="25"/>
                    <a:pt x="2" y="24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238"/>
            <p:cNvSpPr/>
            <p:nvPr userDrawn="1"/>
          </p:nvSpPr>
          <p:spPr bwMode="auto">
            <a:xfrm>
              <a:off x="6040438" y="3811588"/>
              <a:ext cx="14288" cy="42863"/>
            </a:xfrm>
            <a:custGeom>
              <a:avLst/>
              <a:gdLst>
                <a:gd name="T0" fmla="*/ 1 w 2"/>
                <a:gd name="T1" fmla="*/ 6 h 6"/>
                <a:gd name="T2" fmla="*/ 2 w 2"/>
                <a:gd name="T3" fmla="*/ 5 h 6"/>
                <a:gd name="T4" fmla="*/ 2 w 2"/>
                <a:gd name="T5" fmla="*/ 1 h 6"/>
                <a:gd name="T6" fmla="*/ 1 w 2"/>
                <a:gd name="T7" fmla="*/ 0 h 6"/>
                <a:gd name="T8" fmla="*/ 0 w 2"/>
                <a:gd name="T9" fmla="*/ 1 h 6"/>
                <a:gd name="T10" fmla="*/ 0 w 2"/>
                <a:gd name="T11" fmla="*/ 5 h 6"/>
                <a:gd name="T12" fmla="*/ 1 w 2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6">
                  <a:moveTo>
                    <a:pt x="1" y="6"/>
                  </a:moveTo>
                  <a:cubicBezTo>
                    <a:pt x="2" y="6"/>
                    <a:pt x="2" y="6"/>
                    <a:pt x="2" y="5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1" y="6"/>
                    <a:pt x="1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239"/>
            <p:cNvSpPr/>
            <p:nvPr userDrawn="1"/>
          </p:nvSpPr>
          <p:spPr bwMode="auto">
            <a:xfrm>
              <a:off x="6102350" y="3811588"/>
              <a:ext cx="14288" cy="42863"/>
            </a:xfrm>
            <a:custGeom>
              <a:avLst/>
              <a:gdLst>
                <a:gd name="T0" fmla="*/ 1 w 2"/>
                <a:gd name="T1" fmla="*/ 6 h 6"/>
                <a:gd name="T2" fmla="*/ 2 w 2"/>
                <a:gd name="T3" fmla="*/ 5 h 6"/>
                <a:gd name="T4" fmla="*/ 2 w 2"/>
                <a:gd name="T5" fmla="*/ 1 h 6"/>
                <a:gd name="T6" fmla="*/ 1 w 2"/>
                <a:gd name="T7" fmla="*/ 0 h 6"/>
                <a:gd name="T8" fmla="*/ 0 w 2"/>
                <a:gd name="T9" fmla="*/ 1 h 6"/>
                <a:gd name="T10" fmla="*/ 0 w 2"/>
                <a:gd name="T11" fmla="*/ 5 h 6"/>
                <a:gd name="T12" fmla="*/ 1 w 2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6">
                  <a:moveTo>
                    <a:pt x="1" y="6"/>
                  </a:moveTo>
                  <a:cubicBezTo>
                    <a:pt x="1" y="6"/>
                    <a:pt x="2" y="6"/>
                    <a:pt x="2" y="5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1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240"/>
            <p:cNvSpPr/>
            <p:nvPr userDrawn="1"/>
          </p:nvSpPr>
          <p:spPr bwMode="auto">
            <a:xfrm>
              <a:off x="5805488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241"/>
            <p:cNvSpPr/>
            <p:nvPr userDrawn="1"/>
          </p:nvSpPr>
          <p:spPr bwMode="auto">
            <a:xfrm>
              <a:off x="5702300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242"/>
            <p:cNvSpPr/>
            <p:nvPr userDrawn="1"/>
          </p:nvSpPr>
          <p:spPr bwMode="auto">
            <a:xfrm>
              <a:off x="5599113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Freeform 243"/>
            <p:cNvSpPr/>
            <p:nvPr userDrawn="1"/>
          </p:nvSpPr>
          <p:spPr bwMode="auto">
            <a:xfrm>
              <a:off x="5494338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Freeform 244"/>
            <p:cNvSpPr/>
            <p:nvPr userDrawn="1"/>
          </p:nvSpPr>
          <p:spPr bwMode="auto">
            <a:xfrm>
              <a:off x="5391150" y="4435475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Freeform 245"/>
            <p:cNvSpPr/>
            <p:nvPr userDrawn="1"/>
          </p:nvSpPr>
          <p:spPr bwMode="auto">
            <a:xfrm>
              <a:off x="5287963" y="4435475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Freeform 246"/>
            <p:cNvSpPr/>
            <p:nvPr userDrawn="1"/>
          </p:nvSpPr>
          <p:spPr bwMode="auto">
            <a:xfrm>
              <a:off x="5183188" y="4435475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0" name="Freeform 247"/>
            <p:cNvSpPr/>
            <p:nvPr userDrawn="1"/>
          </p:nvSpPr>
          <p:spPr bwMode="auto">
            <a:xfrm>
              <a:off x="5080000" y="4435475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1" name="Freeform 248"/>
            <p:cNvSpPr/>
            <p:nvPr userDrawn="1"/>
          </p:nvSpPr>
          <p:spPr bwMode="auto">
            <a:xfrm>
              <a:off x="4976813" y="4435475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10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10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2" name="Freeform 249"/>
            <p:cNvSpPr/>
            <p:nvPr userDrawn="1"/>
          </p:nvSpPr>
          <p:spPr bwMode="auto">
            <a:xfrm>
              <a:off x="4879975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3" name="Freeform 250"/>
            <p:cNvSpPr/>
            <p:nvPr userDrawn="1"/>
          </p:nvSpPr>
          <p:spPr bwMode="auto">
            <a:xfrm>
              <a:off x="5805488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4" name="Freeform 251"/>
            <p:cNvSpPr/>
            <p:nvPr userDrawn="1"/>
          </p:nvSpPr>
          <p:spPr bwMode="auto">
            <a:xfrm>
              <a:off x="5702300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5" name="Freeform 252"/>
            <p:cNvSpPr/>
            <p:nvPr userDrawn="1"/>
          </p:nvSpPr>
          <p:spPr bwMode="auto">
            <a:xfrm>
              <a:off x="5599113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6" name="Freeform 253"/>
            <p:cNvSpPr/>
            <p:nvPr userDrawn="1"/>
          </p:nvSpPr>
          <p:spPr bwMode="auto">
            <a:xfrm>
              <a:off x="5494338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7" name="Freeform 254"/>
            <p:cNvSpPr/>
            <p:nvPr userDrawn="1"/>
          </p:nvSpPr>
          <p:spPr bwMode="auto">
            <a:xfrm>
              <a:off x="5391150" y="4603750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8" name="Freeform 255"/>
            <p:cNvSpPr/>
            <p:nvPr userDrawn="1"/>
          </p:nvSpPr>
          <p:spPr bwMode="auto">
            <a:xfrm>
              <a:off x="5287963" y="4603750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9" name="Freeform 256"/>
            <p:cNvSpPr/>
            <p:nvPr userDrawn="1"/>
          </p:nvSpPr>
          <p:spPr bwMode="auto">
            <a:xfrm>
              <a:off x="5183188" y="4603750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0" name="Freeform 257"/>
            <p:cNvSpPr/>
            <p:nvPr userDrawn="1"/>
          </p:nvSpPr>
          <p:spPr bwMode="auto">
            <a:xfrm>
              <a:off x="5080000" y="4603750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1" name="Freeform 258"/>
            <p:cNvSpPr/>
            <p:nvPr userDrawn="1"/>
          </p:nvSpPr>
          <p:spPr bwMode="auto">
            <a:xfrm>
              <a:off x="4976813" y="4603750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10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10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" name="Freeform 259"/>
            <p:cNvSpPr/>
            <p:nvPr userDrawn="1"/>
          </p:nvSpPr>
          <p:spPr bwMode="auto">
            <a:xfrm>
              <a:off x="4879975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3" name="Freeform 260"/>
            <p:cNvSpPr/>
            <p:nvPr userDrawn="1"/>
          </p:nvSpPr>
          <p:spPr bwMode="auto">
            <a:xfrm>
              <a:off x="7223125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4" name="Freeform 261"/>
            <p:cNvSpPr/>
            <p:nvPr userDrawn="1"/>
          </p:nvSpPr>
          <p:spPr bwMode="auto">
            <a:xfrm>
              <a:off x="7118350" y="4435475"/>
              <a:ext cx="63500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5" name="Freeform 262"/>
            <p:cNvSpPr/>
            <p:nvPr userDrawn="1"/>
          </p:nvSpPr>
          <p:spPr bwMode="auto">
            <a:xfrm>
              <a:off x="7015163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6" name="Freeform 263"/>
            <p:cNvSpPr/>
            <p:nvPr userDrawn="1"/>
          </p:nvSpPr>
          <p:spPr bwMode="auto">
            <a:xfrm>
              <a:off x="6911975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7" name="Freeform 264"/>
            <p:cNvSpPr/>
            <p:nvPr userDrawn="1"/>
          </p:nvSpPr>
          <p:spPr bwMode="auto">
            <a:xfrm>
              <a:off x="6807200" y="4435475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8" name="Freeform 265"/>
            <p:cNvSpPr/>
            <p:nvPr userDrawn="1"/>
          </p:nvSpPr>
          <p:spPr bwMode="auto">
            <a:xfrm>
              <a:off x="6704013" y="4435475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9" name="Freeform 266"/>
            <p:cNvSpPr/>
            <p:nvPr userDrawn="1"/>
          </p:nvSpPr>
          <p:spPr bwMode="auto">
            <a:xfrm>
              <a:off x="6600825" y="4435475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0" name="Freeform 267"/>
            <p:cNvSpPr/>
            <p:nvPr userDrawn="1"/>
          </p:nvSpPr>
          <p:spPr bwMode="auto">
            <a:xfrm>
              <a:off x="6497638" y="4435475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1" name="Freeform 268"/>
            <p:cNvSpPr/>
            <p:nvPr userDrawn="1"/>
          </p:nvSpPr>
          <p:spPr bwMode="auto">
            <a:xfrm>
              <a:off x="6392863" y="4435475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10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10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2" name="Freeform 269"/>
            <p:cNvSpPr/>
            <p:nvPr userDrawn="1"/>
          </p:nvSpPr>
          <p:spPr bwMode="auto">
            <a:xfrm>
              <a:off x="6296025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3" name="Freeform 270"/>
            <p:cNvSpPr/>
            <p:nvPr userDrawn="1"/>
          </p:nvSpPr>
          <p:spPr bwMode="auto">
            <a:xfrm>
              <a:off x="7223125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4" name="Freeform 271"/>
            <p:cNvSpPr/>
            <p:nvPr userDrawn="1"/>
          </p:nvSpPr>
          <p:spPr bwMode="auto">
            <a:xfrm>
              <a:off x="7118350" y="4603750"/>
              <a:ext cx="63500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5" name="Freeform 272"/>
            <p:cNvSpPr/>
            <p:nvPr userDrawn="1"/>
          </p:nvSpPr>
          <p:spPr bwMode="auto">
            <a:xfrm>
              <a:off x="7015163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6" name="Freeform 273"/>
            <p:cNvSpPr/>
            <p:nvPr userDrawn="1"/>
          </p:nvSpPr>
          <p:spPr bwMode="auto">
            <a:xfrm>
              <a:off x="6911975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7" name="Freeform 274"/>
            <p:cNvSpPr/>
            <p:nvPr userDrawn="1"/>
          </p:nvSpPr>
          <p:spPr bwMode="auto">
            <a:xfrm>
              <a:off x="6807200" y="4603750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" name="Freeform 275"/>
            <p:cNvSpPr/>
            <p:nvPr userDrawn="1"/>
          </p:nvSpPr>
          <p:spPr bwMode="auto">
            <a:xfrm>
              <a:off x="6704013" y="4603750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" name="Freeform 276"/>
            <p:cNvSpPr/>
            <p:nvPr userDrawn="1"/>
          </p:nvSpPr>
          <p:spPr bwMode="auto">
            <a:xfrm>
              <a:off x="6600825" y="4603750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0" name="Freeform 277"/>
            <p:cNvSpPr/>
            <p:nvPr userDrawn="1"/>
          </p:nvSpPr>
          <p:spPr bwMode="auto">
            <a:xfrm>
              <a:off x="6497638" y="4603750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1" name="Freeform 278"/>
            <p:cNvSpPr/>
            <p:nvPr userDrawn="1"/>
          </p:nvSpPr>
          <p:spPr bwMode="auto">
            <a:xfrm>
              <a:off x="6392863" y="4603750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10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10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2" name="Freeform 279"/>
            <p:cNvSpPr/>
            <p:nvPr userDrawn="1"/>
          </p:nvSpPr>
          <p:spPr bwMode="auto">
            <a:xfrm>
              <a:off x="6296025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3" name="Freeform 280"/>
            <p:cNvSpPr>
              <a:spLocks noEditPoints="1"/>
            </p:cNvSpPr>
            <p:nvPr userDrawn="1"/>
          </p:nvSpPr>
          <p:spPr bwMode="auto">
            <a:xfrm>
              <a:off x="2101850" y="4162425"/>
              <a:ext cx="2170113" cy="679450"/>
            </a:xfrm>
            <a:custGeom>
              <a:avLst/>
              <a:gdLst>
                <a:gd name="T0" fmla="*/ 164 w 314"/>
                <a:gd name="T1" fmla="*/ 68 h 97"/>
                <a:gd name="T2" fmla="*/ 111 w 314"/>
                <a:gd name="T3" fmla="*/ 20 h 97"/>
                <a:gd name="T4" fmla="*/ 83 w 314"/>
                <a:gd name="T5" fmla="*/ 60 h 97"/>
                <a:gd name="T6" fmla="*/ 64 w 314"/>
                <a:gd name="T7" fmla="*/ 72 h 97"/>
                <a:gd name="T8" fmla="*/ 44 w 314"/>
                <a:gd name="T9" fmla="*/ 60 h 97"/>
                <a:gd name="T10" fmla="*/ 36 w 314"/>
                <a:gd name="T11" fmla="*/ 60 h 97"/>
                <a:gd name="T12" fmla="*/ 21 w 314"/>
                <a:gd name="T13" fmla="*/ 79 h 97"/>
                <a:gd name="T14" fmla="*/ 113 w 314"/>
                <a:gd name="T15" fmla="*/ 87 h 97"/>
                <a:gd name="T16" fmla="*/ 163 w 314"/>
                <a:gd name="T17" fmla="*/ 86 h 97"/>
                <a:gd name="T18" fmla="*/ 261 w 314"/>
                <a:gd name="T19" fmla="*/ 40 h 97"/>
                <a:gd name="T20" fmla="*/ 261 w 314"/>
                <a:gd name="T21" fmla="*/ 59 h 97"/>
                <a:gd name="T22" fmla="*/ 261 w 314"/>
                <a:gd name="T23" fmla="*/ 87 h 97"/>
                <a:gd name="T24" fmla="*/ 313 w 314"/>
                <a:gd name="T25" fmla="*/ 97 h 97"/>
                <a:gd name="T26" fmla="*/ 73 w 314"/>
                <a:gd name="T27" fmla="*/ 95 h 97"/>
                <a:gd name="T28" fmla="*/ 67 w 314"/>
                <a:gd name="T29" fmla="*/ 77 h 97"/>
                <a:gd name="T30" fmla="*/ 84 w 314"/>
                <a:gd name="T31" fmla="*/ 58 h 97"/>
                <a:gd name="T32" fmla="*/ 75 w 314"/>
                <a:gd name="T33" fmla="*/ 94 h 97"/>
                <a:gd name="T34" fmla="*/ 48 w 314"/>
                <a:gd name="T35" fmla="*/ 58 h 97"/>
                <a:gd name="T36" fmla="*/ 62 w 314"/>
                <a:gd name="T37" fmla="*/ 73 h 97"/>
                <a:gd name="T38" fmla="*/ 39 w 314"/>
                <a:gd name="T39" fmla="*/ 74 h 97"/>
                <a:gd name="T40" fmla="*/ 22 w 314"/>
                <a:gd name="T41" fmla="*/ 64 h 97"/>
                <a:gd name="T42" fmla="*/ 32 w 314"/>
                <a:gd name="T43" fmla="*/ 64 h 97"/>
                <a:gd name="T44" fmla="*/ 23 w 314"/>
                <a:gd name="T45" fmla="*/ 77 h 97"/>
                <a:gd name="T46" fmla="*/ 28 w 314"/>
                <a:gd name="T47" fmla="*/ 95 h 97"/>
                <a:gd name="T48" fmla="*/ 132 w 314"/>
                <a:gd name="T49" fmla="*/ 53 h 97"/>
                <a:gd name="T50" fmla="*/ 144 w 314"/>
                <a:gd name="T51" fmla="*/ 63 h 97"/>
                <a:gd name="T52" fmla="*/ 113 w 314"/>
                <a:gd name="T53" fmla="*/ 43 h 97"/>
                <a:gd name="T54" fmla="*/ 145 w 314"/>
                <a:gd name="T55" fmla="*/ 32 h 97"/>
                <a:gd name="T56" fmla="*/ 163 w 314"/>
                <a:gd name="T57" fmla="*/ 37 h 97"/>
                <a:gd name="T58" fmla="*/ 163 w 314"/>
                <a:gd name="T59" fmla="*/ 45 h 97"/>
                <a:gd name="T60" fmla="*/ 113 w 314"/>
                <a:gd name="T61" fmla="*/ 30 h 97"/>
                <a:gd name="T62" fmla="*/ 154 w 314"/>
                <a:gd name="T63" fmla="*/ 68 h 97"/>
                <a:gd name="T64" fmla="*/ 163 w 314"/>
                <a:gd name="T65" fmla="*/ 20 h 97"/>
                <a:gd name="T66" fmla="*/ 113 w 314"/>
                <a:gd name="T67" fmla="*/ 79 h 97"/>
                <a:gd name="T68" fmla="*/ 113 w 314"/>
                <a:gd name="T69" fmla="*/ 79 h 97"/>
                <a:gd name="T70" fmla="*/ 287 w 314"/>
                <a:gd name="T71" fmla="*/ 48 h 97"/>
                <a:gd name="T72" fmla="*/ 288 w 314"/>
                <a:gd name="T73" fmla="*/ 41 h 97"/>
                <a:gd name="T74" fmla="*/ 312 w 314"/>
                <a:gd name="T75" fmla="*/ 41 h 97"/>
                <a:gd name="T76" fmla="*/ 288 w 314"/>
                <a:gd name="T77" fmla="*/ 60 h 97"/>
                <a:gd name="T78" fmla="*/ 297 w 314"/>
                <a:gd name="T79" fmla="*/ 60 h 97"/>
                <a:gd name="T80" fmla="*/ 272 w 314"/>
                <a:gd name="T81" fmla="*/ 67 h 97"/>
                <a:gd name="T82" fmla="*/ 272 w 314"/>
                <a:gd name="T83" fmla="*/ 69 h 97"/>
                <a:gd name="T84" fmla="*/ 288 w 314"/>
                <a:gd name="T85" fmla="*/ 69 h 97"/>
                <a:gd name="T86" fmla="*/ 304 w 314"/>
                <a:gd name="T87" fmla="*/ 77 h 97"/>
                <a:gd name="T88" fmla="*/ 305 w 314"/>
                <a:gd name="T89" fmla="*/ 69 h 97"/>
                <a:gd name="T90" fmla="*/ 305 w 314"/>
                <a:gd name="T91" fmla="*/ 50 h 97"/>
                <a:gd name="T92" fmla="*/ 304 w 314"/>
                <a:gd name="T93" fmla="*/ 50 h 97"/>
                <a:gd name="T94" fmla="*/ 287 w 314"/>
                <a:gd name="T95" fmla="*/ 58 h 97"/>
                <a:gd name="T96" fmla="*/ 272 w 314"/>
                <a:gd name="T97" fmla="*/ 50 h 97"/>
                <a:gd name="T98" fmla="*/ 270 w 314"/>
                <a:gd name="T99" fmla="*/ 58 h 97"/>
                <a:gd name="T100" fmla="*/ 270 w 314"/>
                <a:gd name="T101" fmla="*/ 77 h 97"/>
                <a:gd name="T102" fmla="*/ 263 w 314"/>
                <a:gd name="T103" fmla="*/ 79 h 97"/>
                <a:gd name="T104" fmla="*/ 280 w 314"/>
                <a:gd name="T105" fmla="*/ 79 h 97"/>
                <a:gd name="T106" fmla="*/ 295 w 314"/>
                <a:gd name="T107" fmla="*/ 86 h 97"/>
                <a:gd name="T108" fmla="*/ 297 w 314"/>
                <a:gd name="T109" fmla="*/ 79 h 97"/>
                <a:gd name="T110" fmla="*/ 263 w 314"/>
                <a:gd name="T111" fmla="*/ 48 h 97"/>
                <a:gd name="T112" fmla="*/ 263 w 314"/>
                <a:gd name="T113" fmla="*/ 95 h 97"/>
                <a:gd name="T114" fmla="*/ 280 w 314"/>
                <a:gd name="T115" fmla="*/ 88 h 97"/>
                <a:gd name="T116" fmla="*/ 295 w 314"/>
                <a:gd name="T117" fmla="*/ 95 h 97"/>
                <a:gd name="T118" fmla="*/ 297 w 314"/>
                <a:gd name="T119" fmla="*/ 88 h 97"/>
                <a:gd name="T120" fmla="*/ 312 w 314"/>
                <a:gd name="T121" fmla="*/ 39 h 97"/>
                <a:gd name="T122" fmla="*/ 288 w 314"/>
                <a:gd name="T123" fmla="*/ 39 h 97"/>
                <a:gd name="T124" fmla="*/ 271 w 314"/>
                <a:gd name="T125" fmla="*/ 39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14" h="97">
                  <a:moveTo>
                    <a:pt x="263" y="1"/>
                  </a:moveTo>
                  <a:cubicBezTo>
                    <a:pt x="263" y="0"/>
                    <a:pt x="262" y="0"/>
                    <a:pt x="262" y="1"/>
                  </a:cubicBezTo>
                  <a:cubicBezTo>
                    <a:pt x="173" y="63"/>
                    <a:pt x="173" y="63"/>
                    <a:pt x="173" y="63"/>
                  </a:cubicBezTo>
                  <a:cubicBezTo>
                    <a:pt x="172" y="63"/>
                    <a:pt x="172" y="63"/>
                    <a:pt x="172" y="64"/>
                  </a:cubicBezTo>
                  <a:cubicBezTo>
                    <a:pt x="172" y="84"/>
                    <a:pt x="172" y="84"/>
                    <a:pt x="172" y="84"/>
                  </a:cubicBezTo>
                  <a:cubicBezTo>
                    <a:pt x="164" y="84"/>
                    <a:pt x="164" y="84"/>
                    <a:pt x="164" y="84"/>
                  </a:cubicBezTo>
                  <a:cubicBezTo>
                    <a:pt x="164" y="68"/>
                    <a:pt x="164" y="68"/>
                    <a:pt x="164" y="68"/>
                  </a:cubicBezTo>
                  <a:cubicBezTo>
                    <a:pt x="164" y="68"/>
                    <a:pt x="164" y="68"/>
                    <a:pt x="164" y="68"/>
                  </a:cubicBezTo>
                  <a:cubicBezTo>
                    <a:pt x="164" y="19"/>
                    <a:pt x="164" y="19"/>
                    <a:pt x="164" y="19"/>
                  </a:cubicBezTo>
                  <a:cubicBezTo>
                    <a:pt x="164" y="19"/>
                    <a:pt x="164" y="18"/>
                    <a:pt x="164" y="18"/>
                  </a:cubicBezTo>
                  <a:cubicBezTo>
                    <a:pt x="146" y="7"/>
                    <a:pt x="146" y="7"/>
                    <a:pt x="146" y="7"/>
                  </a:cubicBezTo>
                  <a:cubicBezTo>
                    <a:pt x="145" y="7"/>
                    <a:pt x="145" y="7"/>
                    <a:pt x="145" y="7"/>
                  </a:cubicBezTo>
                  <a:cubicBezTo>
                    <a:pt x="112" y="19"/>
                    <a:pt x="112" y="19"/>
                    <a:pt x="112" y="19"/>
                  </a:cubicBezTo>
                  <a:cubicBezTo>
                    <a:pt x="111" y="19"/>
                    <a:pt x="111" y="20"/>
                    <a:pt x="111" y="20"/>
                  </a:cubicBezTo>
                  <a:cubicBezTo>
                    <a:pt x="111" y="95"/>
                    <a:pt x="111" y="95"/>
                    <a:pt x="111" y="95"/>
                  </a:cubicBezTo>
                  <a:cubicBezTo>
                    <a:pt x="80" y="95"/>
                    <a:pt x="80" y="95"/>
                    <a:pt x="80" y="95"/>
                  </a:cubicBezTo>
                  <a:cubicBezTo>
                    <a:pt x="80" y="79"/>
                    <a:pt x="80" y="79"/>
                    <a:pt x="80" y="79"/>
                  </a:cubicBezTo>
                  <a:cubicBezTo>
                    <a:pt x="96" y="79"/>
                    <a:pt x="96" y="79"/>
                    <a:pt x="96" y="79"/>
                  </a:cubicBezTo>
                  <a:cubicBezTo>
                    <a:pt x="83" y="66"/>
                    <a:pt x="83" y="66"/>
                    <a:pt x="83" y="66"/>
                  </a:cubicBezTo>
                  <a:cubicBezTo>
                    <a:pt x="89" y="66"/>
                    <a:pt x="89" y="66"/>
                    <a:pt x="89" y="66"/>
                  </a:cubicBezTo>
                  <a:cubicBezTo>
                    <a:pt x="83" y="60"/>
                    <a:pt x="83" y="60"/>
                    <a:pt x="83" y="60"/>
                  </a:cubicBezTo>
                  <a:cubicBezTo>
                    <a:pt x="89" y="60"/>
                    <a:pt x="89" y="60"/>
                    <a:pt x="89" y="60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60"/>
                    <a:pt x="70" y="60"/>
                    <a:pt x="70" y="60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70" y="66"/>
                    <a:pt x="70" y="66"/>
                    <a:pt x="70" y="66"/>
                  </a:cubicBezTo>
                  <a:cubicBezTo>
                    <a:pt x="64" y="72"/>
                    <a:pt x="64" y="72"/>
                    <a:pt x="64" y="72"/>
                  </a:cubicBezTo>
                  <a:cubicBezTo>
                    <a:pt x="58" y="66"/>
                    <a:pt x="58" y="66"/>
                    <a:pt x="58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58" y="60"/>
                    <a:pt x="58" y="60"/>
                    <a:pt x="58" y="60"/>
                  </a:cubicBezTo>
                  <a:cubicBezTo>
                    <a:pt x="63" y="60"/>
                    <a:pt x="63" y="60"/>
                    <a:pt x="63" y="60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44" y="60"/>
                    <a:pt x="44" y="60"/>
                    <a:pt x="44" y="60"/>
                  </a:cubicBezTo>
                  <a:cubicBezTo>
                    <a:pt x="39" y="66"/>
                    <a:pt x="39" y="66"/>
                    <a:pt x="39" y="66"/>
                  </a:cubicBezTo>
                  <a:cubicBezTo>
                    <a:pt x="44" y="66"/>
                    <a:pt x="44" y="66"/>
                    <a:pt x="44" y="66"/>
                  </a:cubicBezTo>
                  <a:cubicBezTo>
                    <a:pt x="38" y="72"/>
                    <a:pt x="38" y="72"/>
                    <a:pt x="38" y="72"/>
                  </a:cubicBezTo>
                  <a:cubicBezTo>
                    <a:pt x="31" y="66"/>
                    <a:pt x="31" y="66"/>
                    <a:pt x="31" y="66"/>
                  </a:cubicBezTo>
                  <a:cubicBezTo>
                    <a:pt x="36" y="66"/>
                    <a:pt x="36" y="66"/>
                    <a:pt x="36" y="66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24" y="48"/>
                    <a:pt x="24" y="48"/>
                    <a:pt x="24" y="48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7" y="60"/>
                    <a:pt x="17" y="60"/>
                    <a:pt x="17" y="60"/>
                  </a:cubicBezTo>
                  <a:cubicBezTo>
                    <a:pt x="12" y="66"/>
                    <a:pt x="12" y="66"/>
                    <a:pt x="12" y="66"/>
                  </a:cubicBezTo>
                  <a:cubicBezTo>
                    <a:pt x="17" y="66"/>
                    <a:pt x="17" y="66"/>
                    <a:pt x="17" y="66"/>
                  </a:cubicBezTo>
                  <a:cubicBezTo>
                    <a:pt x="4" y="79"/>
                    <a:pt x="4" y="79"/>
                    <a:pt x="4" y="79"/>
                  </a:cubicBezTo>
                  <a:cubicBezTo>
                    <a:pt x="21" y="79"/>
                    <a:pt x="21" y="79"/>
                    <a:pt x="21" y="79"/>
                  </a:cubicBezTo>
                  <a:cubicBezTo>
                    <a:pt x="21" y="95"/>
                    <a:pt x="21" y="95"/>
                    <a:pt x="21" y="95"/>
                  </a:cubicBezTo>
                  <a:cubicBezTo>
                    <a:pt x="1" y="95"/>
                    <a:pt x="1" y="95"/>
                    <a:pt x="1" y="95"/>
                  </a:cubicBezTo>
                  <a:cubicBezTo>
                    <a:pt x="1" y="95"/>
                    <a:pt x="0" y="96"/>
                    <a:pt x="0" y="96"/>
                  </a:cubicBezTo>
                  <a:cubicBezTo>
                    <a:pt x="0" y="97"/>
                    <a:pt x="1" y="97"/>
                    <a:pt x="1" y="97"/>
                  </a:cubicBezTo>
                  <a:cubicBezTo>
                    <a:pt x="112" y="97"/>
                    <a:pt x="112" y="97"/>
                    <a:pt x="112" y="97"/>
                  </a:cubicBezTo>
                  <a:cubicBezTo>
                    <a:pt x="113" y="97"/>
                    <a:pt x="113" y="97"/>
                    <a:pt x="113" y="96"/>
                  </a:cubicBezTo>
                  <a:cubicBezTo>
                    <a:pt x="113" y="87"/>
                    <a:pt x="113" y="87"/>
                    <a:pt x="113" y="87"/>
                  </a:cubicBezTo>
                  <a:cubicBezTo>
                    <a:pt x="143" y="79"/>
                    <a:pt x="143" y="79"/>
                    <a:pt x="143" y="79"/>
                  </a:cubicBezTo>
                  <a:cubicBezTo>
                    <a:pt x="143" y="96"/>
                    <a:pt x="143" y="96"/>
                    <a:pt x="143" y="96"/>
                  </a:cubicBezTo>
                  <a:cubicBezTo>
                    <a:pt x="143" y="97"/>
                    <a:pt x="144" y="97"/>
                    <a:pt x="144" y="97"/>
                  </a:cubicBezTo>
                  <a:cubicBezTo>
                    <a:pt x="145" y="97"/>
                    <a:pt x="145" y="97"/>
                    <a:pt x="145" y="96"/>
                  </a:cubicBezTo>
                  <a:cubicBezTo>
                    <a:pt x="145" y="79"/>
                    <a:pt x="145" y="79"/>
                    <a:pt x="145" y="79"/>
                  </a:cubicBezTo>
                  <a:cubicBezTo>
                    <a:pt x="163" y="86"/>
                    <a:pt x="163" y="86"/>
                    <a:pt x="163" y="86"/>
                  </a:cubicBezTo>
                  <a:cubicBezTo>
                    <a:pt x="163" y="86"/>
                    <a:pt x="163" y="86"/>
                    <a:pt x="163" y="86"/>
                  </a:cubicBezTo>
                  <a:cubicBezTo>
                    <a:pt x="163" y="86"/>
                    <a:pt x="163" y="86"/>
                    <a:pt x="163" y="86"/>
                  </a:cubicBezTo>
                  <a:cubicBezTo>
                    <a:pt x="173" y="86"/>
                    <a:pt x="173" y="86"/>
                    <a:pt x="173" y="86"/>
                  </a:cubicBezTo>
                  <a:cubicBezTo>
                    <a:pt x="174" y="86"/>
                    <a:pt x="174" y="85"/>
                    <a:pt x="174" y="85"/>
                  </a:cubicBezTo>
                  <a:cubicBezTo>
                    <a:pt x="174" y="64"/>
                    <a:pt x="174" y="64"/>
                    <a:pt x="174" y="64"/>
                  </a:cubicBezTo>
                  <a:cubicBezTo>
                    <a:pt x="261" y="4"/>
                    <a:pt x="261" y="4"/>
                    <a:pt x="261" y="4"/>
                  </a:cubicBezTo>
                  <a:cubicBezTo>
                    <a:pt x="261" y="40"/>
                    <a:pt x="261" y="40"/>
                    <a:pt x="261" y="40"/>
                  </a:cubicBezTo>
                  <a:cubicBezTo>
                    <a:pt x="261" y="40"/>
                    <a:pt x="261" y="40"/>
                    <a:pt x="261" y="40"/>
                  </a:cubicBezTo>
                  <a:cubicBezTo>
                    <a:pt x="261" y="40"/>
                    <a:pt x="261" y="40"/>
                    <a:pt x="261" y="40"/>
                  </a:cubicBezTo>
                  <a:cubicBezTo>
                    <a:pt x="261" y="49"/>
                    <a:pt x="261" y="49"/>
                    <a:pt x="261" y="49"/>
                  </a:cubicBezTo>
                  <a:cubicBezTo>
                    <a:pt x="261" y="49"/>
                    <a:pt x="261" y="49"/>
                    <a:pt x="261" y="49"/>
                  </a:cubicBezTo>
                  <a:cubicBezTo>
                    <a:pt x="261" y="49"/>
                    <a:pt x="261" y="49"/>
                    <a:pt x="261" y="50"/>
                  </a:cubicBezTo>
                  <a:cubicBezTo>
                    <a:pt x="261" y="59"/>
                    <a:pt x="261" y="59"/>
                    <a:pt x="261" y="59"/>
                  </a:cubicBezTo>
                  <a:cubicBezTo>
                    <a:pt x="261" y="59"/>
                    <a:pt x="261" y="59"/>
                    <a:pt x="261" y="59"/>
                  </a:cubicBezTo>
                  <a:cubicBezTo>
                    <a:pt x="261" y="59"/>
                    <a:pt x="261" y="59"/>
                    <a:pt x="261" y="59"/>
                  </a:cubicBezTo>
                  <a:cubicBezTo>
                    <a:pt x="261" y="68"/>
                    <a:pt x="261" y="68"/>
                    <a:pt x="261" y="68"/>
                  </a:cubicBezTo>
                  <a:cubicBezTo>
                    <a:pt x="261" y="68"/>
                    <a:pt x="261" y="68"/>
                    <a:pt x="261" y="68"/>
                  </a:cubicBezTo>
                  <a:cubicBezTo>
                    <a:pt x="261" y="68"/>
                    <a:pt x="261" y="68"/>
                    <a:pt x="261" y="68"/>
                  </a:cubicBezTo>
                  <a:cubicBezTo>
                    <a:pt x="261" y="77"/>
                    <a:pt x="261" y="77"/>
                    <a:pt x="261" y="77"/>
                  </a:cubicBezTo>
                  <a:cubicBezTo>
                    <a:pt x="261" y="77"/>
                    <a:pt x="261" y="77"/>
                    <a:pt x="261" y="78"/>
                  </a:cubicBezTo>
                  <a:cubicBezTo>
                    <a:pt x="261" y="78"/>
                    <a:pt x="261" y="78"/>
                    <a:pt x="261" y="78"/>
                  </a:cubicBezTo>
                  <a:cubicBezTo>
                    <a:pt x="261" y="87"/>
                    <a:pt x="261" y="87"/>
                    <a:pt x="261" y="87"/>
                  </a:cubicBezTo>
                  <a:cubicBezTo>
                    <a:pt x="261" y="87"/>
                    <a:pt x="261" y="87"/>
                    <a:pt x="261" y="87"/>
                  </a:cubicBezTo>
                  <a:cubicBezTo>
                    <a:pt x="261" y="87"/>
                    <a:pt x="261" y="87"/>
                    <a:pt x="261" y="87"/>
                  </a:cubicBezTo>
                  <a:cubicBezTo>
                    <a:pt x="261" y="96"/>
                    <a:pt x="261" y="96"/>
                    <a:pt x="261" y="96"/>
                  </a:cubicBezTo>
                  <a:cubicBezTo>
                    <a:pt x="261" y="96"/>
                    <a:pt x="261" y="96"/>
                    <a:pt x="261" y="96"/>
                  </a:cubicBezTo>
                  <a:cubicBezTo>
                    <a:pt x="261" y="97"/>
                    <a:pt x="261" y="97"/>
                    <a:pt x="262" y="97"/>
                  </a:cubicBezTo>
                  <a:cubicBezTo>
                    <a:pt x="312" y="97"/>
                    <a:pt x="312" y="97"/>
                    <a:pt x="312" y="97"/>
                  </a:cubicBezTo>
                  <a:cubicBezTo>
                    <a:pt x="313" y="97"/>
                    <a:pt x="313" y="97"/>
                    <a:pt x="313" y="97"/>
                  </a:cubicBezTo>
                  <a:cubicBezTo>
                    <a:pt x="314" y="96"/>
                    <a:pt x="314" y="96"/>
                    <a:pt x="314" y="96"/>
                  </a:cubicBezTo>
                  <a:cubicBezTo>
                    <a:pt x="314" y="35"/>
                    <a:pt x="314" y="35"/>
                    <a:pt x="314" y="35"/>
                  </a:cubicBezTo>
                  <a:cubicBezTo>
                    <a:pt x="314" y="35"/>
                    <a:pt x="314" y="34"/>
                    <a:pt x="313" y="34"/>
                  </a:cubicBezTo>
                  <a:lnTo>
                    <a:pt x="263" y="1"/>
                  </a:lnTo>
                  <a:close/>
                  <a:moveTo>
                    <a:pt x="71" y="79"/>
                  </a:moveTo>
                  <a:cubicBezTo>
                    <a:pt x="73" y="79"/>
                    <a:pt x="73" y="79"/>
                    <a:pt x="73" y="79"/>
                  </a:cubicBezTo>
                  <a:cubicBezTo>
                    <a:pt x="73" y="95"/>
                    <a:pt x="73" y="95"/>
                    <a:pt x="73" y="95"/>
                  </a:cubicBezTo>
                  <a:cubicBezTo>
                    <a:pt x="54" y="95"/>
                    <a:pt x="54" y="95"/>
                    <a:pt x="54" y="95"/>
                  </a:cubicBezTo>
                  <a:cubicBezTo>
                    <a:pt x="54" y="79"/>
                    <a:pt x="54" y="79"/>
                    <a:pt x="54" y="79"/>
                  </a:cubicBezTo>
                  <a:cubicBezTo>
                    <a:pt x="56" y="79"/>
                    <a:pt x="56" y="79"/>
                    <a:pt x="56" y="79"/>
                  </a:cubicBezTo>
                  <a:lnTo>
                    <a:pt x="71" y="79"/>
                  </a:lnTo>
                  <a:close/>
                  <a:moveTo>
                    <a:pt x="61" y="77"/>
                  </a:moveTo>
                  <a:cubicBezTo>
                    <a:pt x="64" y="74"/>
                    <a:pt x="64" y="74"/>
                    <a:pt x="64" y="74"/>
                  </a:cubicBezTo>
                  <a:cubicBezTo>
                    <a:pt x="67" y="77"/>
                    <a:pt x="67" y="77"/>
                    <a:pt x="67" y="77"/>
                  </a:cubicBezTo>
                  <a:lnTo>
                    <a:pt x="61" y="77"/>
                  </a:lnTo>
                  <a:close/>
                  <a:moveTo>
                    <a:pt x="74" y="64"/>
                  </a:moveTo>
                  <a:cubicBezTo>
                    <a:pt x="69" y="64"/>
                    <a:pt x="69" y="64"/>
                    <a:pt x="69" y="64"/>
                  </a:cubicBezTo>
                  <a:cubicBezTo>
                    <a:pt x="74" y="58"/>
                    <a:pt x="74" y="58"/>
                    <a:pt x="74" y="58"/>
                  </a:cubicBezTo>
                  <a:cubicBezTo>
                    <a:pt x="69" y="58"/>
                    <a:pt x="69" y="58"/>
                    <a:pt x="69" y="58"/>
                  </a:cubicBezTo>
                  <a:cubicBezTo>
                    <a:pt x="76" y="50"/>
                    <a:pt x="76" y="50"/>
                    <a:pt x="76" y="50"/>
                  </a:cubicBezTo>
                  <a:cubicBezTo>
                    <a:pt x="84" y="58"/>
                    <a:pt x="84" y="58"/>
                    <a:pt x="84" y="58"/>
                  </a:cubicBezTo>
                  <a:cubicBezTo>
                    <a:pt x="79" y="58"/>
                    <a:pt x="79" y="58"/>
                    <a:pt x="79" y="58"/>
                  </a:cubicBezTo>
                  <a:cubicBezTo>
                    <a:pt x="84" y="64"/>
                    <a:pt x="84" y="64"/>
                    <a:pt x="84" y="64"/>
                  </a:cubicBezTo>
                  <a:cubicBezTo>
                    <a:pt x="79" y="64"/>
                    <a:pt x="79" y="64"/>
                    <a:pt x="79" y="64"/>
                  </a:cubicBezTo>
                  <a:cubicBezTo>
                    <a:pt x="92" y="77"/>
                    <a:pt x="92" y="77"/>
                    <a:pt x="92" y="77"/>
                  </a:cubicBezTo>
                  <a:cubicBezTo>
                    <a:pt x="78" y="77"/>
                    <a:pt x="78" y="77"/>
                    <a:pt x="78" y="77"/>
                  </a:cubicBezTo>
                  <a:cubicBezTo>
                    <a:pt x="78" y="94"/>
                    <a:pt x="78" y="94"/>
                    <a:pt x="78" y="94"/>
                  </a:cubicBezTo>
                  <a:cubicBezTo>
                    <a:pt x="75" y="94"/>
                    <a:pt x="75" y="94"/>
                    <a:pt x="75" y="94"/>
                  </a:cubicBezTo>
                  <a:cubicBezTo>
                    <a:pt x="75" y="77"/>
                    <a:pt x="75" y="77"/>
                    <a:pt x="75" y="77"/>
                  </a:cubicBezTo>
                  <a:cubicBezTo>
                    <a:pt x="69" y="77"/>
                    <a:pt x="69" y="77"/>
                    <a:pt x="69" y="77"/>
                  </a:cubicBezTo>
                  <a:cubicBezTo>
                    <a:pt x="65" y="73"/>
                    <a:pt x="65" y="73"/>
                    <a:pt x="65" y="73"/>
                  </a:cubicBezTo>
                  <a:lnTo>
                    <a:pt x="74" y="64"/>
                  </a:lnTo>
                  <a:close/>
                  <a:moveTo>
                    <a:pt x="49" y="64"/>
                  </a:moveTo>
                  <a:cubicBezTo>
                    <a:pt x="43" y="64"/>
                    <a:pt x="43" y="64"/>
                    <a:pt x="43" y="64"/>
                  </a:cubicBezTo>
                  <a:cubicBezTo>
                    <a:pt x="48" y="58"/>
                    <a:pt x="48" y="58"/>
                    <a:pt x="48" y="58"/>
                  </a:cubicBezTo>
                  <a:cubicBezTo>
                    <a:pt x="43" y="58"/>
                    <a:pt x="43" y="58"/>
                    <a:pt x="43" y="58"/>
                  </a:cubicBezTo>
                  <a:cubicBezTo>
                    <a:pt x="51" y="50"/>
                    <a:pt x="51" y="50"/>
                    <a:pt x="51" y="50"/>
                  </a:cubicBezTo>
                  <a:cubicBezTo>
                    <a:pt x="59" y="58"/>
                    <a:pt x="59" y="58"/>
                    <a:pt x="59" y="58"/>
                  </a:cubicBezTo>
                  <a:cubicBezTo>
                    <a:pt x="53" y="58"/>
                    <a:pt x="53" y="58"/>
                    <a:pt x="53" y="58"/>
                  </a:cubicBezTo>
                  <a:cubicBezTo>
                    <a:pt x="59" y="64"/>
                    <a:pt x="59" y="64"/>
                    <a:pt x="59" y="64"/>
                  </a:cubicBezTo>
                  <a:cubicBezTo>
                    <a:pt x="54" y="64"/>
                    <a:pt x="54" y="64"/>
                    <a:pt x="54" y="64"/>
                  </a:cubicBezTo>
                  <a:cubicBezTo>
                    <a:pt x="62" y="73"/>
                    <a:pt x="62" y="73"/>
                    <a:pt x="62" y="73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52" y="77"/>
                    <a:pt x="52" y="77"/>
                    <a:pt x="52" y="77"/>
                  </a:cubicBezTo>
                  <a:cubicBezTo>
                    <a:pt x="52" y="94"/>
                    <a:pt x="52" y="94"/>
                    <a:pt x="52" y="94"/>
                  </a:cubicBezTo>
                  <a:cubicBezTo>
                    <a:pt x="49" y="94"/>
                    <a:pt x="49" y="94"/>
                    <a:pt x="49" y="94"/>
                  </a:cubicBezTo>
                  <a:cubicBezTo>
                    <a:pt x="49" y="77"/>
                    <a:pt x="49" y="77"/>
                    <a:pt x="49" y="77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39" y="74"/>
                    <a:pt x="39" y="74"/>
                    <a:pt x="39" y="74"/>
                  </a:cubicBezTo>
                  <a:lnTo>
                    <a:pt x="49" y="64"/>
                  </a:lnTo>
                  <a:close/>
                  <a:moveTo>
                    <a:pt x="40" y="77"/>
                  </a:moveTo>
                  <a:cubicBezTo>
                    <a:pt x="35" y="77"/>
                    <a:pt x="35" y="77"/>
                    <a:pt x="35" y="77"/>
                  </a:cubicBezTo>
                  <a:cubicBezTo>
                    <a:pt x="38" y="75"/>
                    <a:pt x="38" y="75"/>
                    <a:pt x="38" y="75"/>
                  </a:cubicBezTo>
                  <a:lnTo>
                    <a:pt x="40" y="77"/>
                  </a:lnTo>
                  <a:close/>
                  <a:moveTo>
                    <a:pt x="8" y="77"/>
                  </a:moveTo>
                  <a:cubicBezTo>
                    <a:pt x="22" y="64"/>
                    <a:pt x="22" y="64"/>
                    <a:pt x="22" y="64"/>
                  </a:cubicBezTo>
                  <a:cubicBezTo>
                    <a:pt x="16" y="64"/>
                    <a:pt x="16" y="64"/>
                    <a:pt x="16" y="64"/>
                  </a:cubicBezTo>
                  <a:cubicBezTo>
                    <a:pt x="22" y="58"/>
                    <a:pt x="22" y="58"/>
                    <a:pt x="22" y="58"/>
                  </a:cubicBezTo>
                  <a:cubicBezTo>
                    <a:pt x="16" y="58"/>
                    <a:pt x="16" y="58"/>
                    <a:pt x="16" y="58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32" y="58"/>
                    <a:pt x="32" y="58"/>
                    <a:pt x="32" y="58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32" y="64"/>
                    <a:pt x="32" y="64"/>
                    <a:pt x="32" y="64"/>
                  </a:cubicBezTo>
                  <a:cubicBezTo>
                    <a:pt x="27" y="64"/>
                    <a:pt x="27" y="64"/>
                    <a:pt x="27" y="64"/>
                  </a:cubicBezTo>
                  <a:cubicBezTo>
                    <a:pt x="36" y="74"/>
                    <a:pt x="36" y="74"/>
                    <a:pt x="36" y="74"/>
                  </a:cubicBezTo>
                  <a:cubicBezTo>
                    <a:pt x="33" y="77"/>
                    <a:pt x="33" y="77"/>
                    <a:pt x="33" y="77"/>
                  </a:cubicBezTo>
                  <a:cubicBezTo>
                    <a:pt x="26" y="77"/>
                    <a:pt x="26" y="77"/>
                    <a:pt x="26" y="77"/>
                  </a:cubicBezTo>
                  <a:cubicBezTo>
                    <a:pt x="26" y="94"/>
                    <a:pt x="26" y="94"/>
                    <a:pt x="26" y="94"/>
                  </a:cubicBezTo>
                  <a:cubicBezTo>
                    <a:pt x="23" y="94"/>
                    <a:pt x="23" y="94"/>
                    <a:pt x="23" y="94"/>
                  </a:cubicBezTo>
                  <a:cubicBezTo>
                    <a:pt x="23" y="77"/>
                    <a:pt x="23" y="77"/>
                    <a:pt x="23" y="77"/>
                  </a:cubicBezTo>
                  <a:lnTo>
                    <a:pt x="8" y="77"/>
                  </a:lnTo>
                  <a:close/>
                  <a:moveTo>
                    <a:pt x="28" y="79"/>
                  </a:moveTo>
                  <a:cubicBezTo>
                    <a:pt x="31" y="79"/>
                    <a:pt x="31" y="79"/>
                    <a:pt x="31" y="79"/>
                  </a:cubicBezTo>
                  <a:cubicBezTo>
                    <a:pt x="44" y="79"/>
                    <a:pt x="44" y="79"/>
                    <a:pt x="44" y="79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48" y="95"/>
                    <a:pt x="48" y="95"/>
                    <a:pt x="48" y="95"/>
                  </a:cubicBezTo>
                  <a:cubicBezTo>
                    <a:pt x="28" y="95"/>
                    <a:pt x="28" y="95"/>
                    <a:pt x="28" y="95"/>
                  </a:cubicBezTo>
                  <a:lnTo>
                    <a:pt x="28" y="79"/>
                  </a:lnTo>
                  <a:close/>
                  <a:moveTo>
                    <a:pt x="113" y="45"/>
                  </a:moveTo>
                  <a:cubicBezTo>
                    <a:pt x="129" y="51"/>
                    <a:pt x="129" y="51"/>
                    <a:pt x="129" y="51"/>
                  </a:cubicBezTo>
                  <a:cubicBezTo>
                    <a:pt x="113" y="56"/>
                    <a:pt x="113" y="56"/>
                    <a:pt x="113" y="56"/>
                  </a:cubicBezTo>
                  <a:lnTo>
                    <a:pt x="113" y="45"/>
                  </a:lnTo>
                  <a:close/>
                  <a:moveTo>
                    <a:pt x="113" y="58"/>
                  </a:moveTo>
                  <a:cubicBezTo>
                    <a:pt x="132" y="53"/>
                    <a:pt x="132" y="53"/>
                    <a:pt x="132" y="53"/>
                  </a:cubicBezTo>
                  <a:cubicBezTo>
                    <a:pt x="140" y="56"/>
                    <a:pt x="140" y="56"/>
                    <a:pt x="140" y="56"/>
                  </a:cubicBezTo>
                  <a:cubicBezTo>
                    <a:pt x="113" y="63"/>
                    <a:pt x="113" y="63"/>
                    <a:pt x="113" y="63"/>
                  </a:cubicBezTo>
                  <a:lnTo>
                    <a:pt x="113" y="58"/>
                  </a:lnTo>
                  <a:close/>
                  <a:moveTo>
                    <a:pt x="113" y="65"/>
                  </a:moveTo>
                  <a:cubicBezTo>
                    <a:pt x="142" y="57"/>
                    <a:pt x="142" y="57"/>
                    <a:pt x="142" y="57"/>
                  </a:cubicBezTo>
                  <a:cubicBezTo>
                    <a:pt x="151" y="65"/>
                    <a:pt x="151" y="65"/>
                    <a:pt x="151" y="65"/>
                  </a:cubicBezTo>
                  <a:cubicBezTo>
                    <a:pt x="144" y="63"/>
                    <a:pt x="144" y="63"/>
                    <a:pt x="144" y="63"/>
                  </a:cubicBezTo>
                  <a:cubicBezTo>
                    <a:pt x="144" y="63"/>
                    <a:pt x="144" y="63"/>
                    <a:pt x="144" y="63"/>
                  </a:cubicBezTo>
                  <a:cubicBezTo>
                    <a:pt x="113" y="71"/>
                    <a:pt x="113" y="71"/>
                    <a:pt x="113" y="71"/>
                  </a:cubicBezTo>
                  <a:lnTo>
                    <a:pt x="113" y="65"/>
                  </a:lnTo>
                  <a:close/>
                  <a:moveTo>
                    <a:pt x="143" y="55"/>
                  </a:moveTo>
                  <a:cubicBezTo>
                    <a:pt x="143" y="55"/>
                    <a:pt x="143" y="55"/>
                    <a:pt x="143" y="55"/>
                  </a:cubicBezTo>
                  <a:cubicBezTo>
                    <a:pt x="143" y="55"/>
                    <a:pt x="143" y="55"/>
                    <a:pt x="143" y="55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37"/>
                    <a:pt x="113" y="37"/>
                    <a:pt x="113" y="37"/>
                  </a:cubicBezTo>
                  <a:cubicBezTo>
                    <a:pt x="142" y="50"/>
                    <a:pt x="142" y="50"/>
                    <a:pt x="142" y="50"/>
                  </a:cubicBezTo>
                  <a:cubicBezTo>
                    <a:pt x="163" y="69"/>
                    <a:pt x="163" y="69"/>
                    <a:pt x="163" y="69"/>
                  </a:cubicBezTo>
                  <a:cubicBezTo>
                    <a:pt x="163" y="73"/>
                    <a:pt x="163" y="73"/>
                    <a:pt x="163" y="73"/>
                  </a:cubicBezTo>
                  <a:lnTo>
                    <a:pt x="143" y="55"/>
                  </a:lnTo>
                  <a:close/>
                  <a:moveTo>
                    <a:pt x="163" y="43"/>
                  </a:moveTo>
                  <a:cubicBezTo>
                    <a:pt x="145" y="32"/>
                    <a:pt x="145" y="32"/>
                    <a:pt x="145" y="32"/>
                  </a:cubicBezTo>
                  <a:cubicBezTo>
                    <a:pt x="144" y="32"/>
                    <a:pt x="144" y="32"/>
                    <a:pt x="144" y="32"/>
                  </a:cubicBezTo>
                  <a:cubicBezTo>
                    <a:pt x="122" y="39"/>
                    <a:pt x="122" y="39"/>
                    <a:pt x="122" y="39"/>
                  </a:cubicBezTo>
                  <a:cubicBezTo>
                    <a:pt x="122" y="39"/>
                    <a:pt x="122" y="39"/>
                    <a:pt x="122" y="39"/>
                  </a:cubicBezTo>
                  <a:cubicBezTo>
                    <a:pt x="115" y="36"/>
                    <a:pt x="115" y="36"/>
                    <a:pt x="115" y="36"/>
                  </a:cubicBezTo>
                  <a:cubicBezTo>
                    <a:pt x="144" y="25"/>
                    <a:pt x="144" y="25"/>
                    <a:pt x="144" y="25"/>
                  </a:cubicBezTo>
                  <a:cubicBezTo>
                    <a:pt x="162" y="37"/>
                    <a:pt x="162" y="37"/>
                    <a:pt x="162" y="37"/>
                  </a:cubicBezTo>
                  <a:cubicBezTo>
                    <a:pt x="162" y="37"/>
                    <a:pt x="163" y="37"/>
                    <a:pt x="163" y="37"/>
                  </a:cubicBezTo>
                  <a:lnTo>
                    <a:pt x="163" y="43"/>
                  </a:lnTo>
                  <a:close/>
                  <a:moveTo>
                    <a:pt x="144" y="48"/>
                  </a:moveTo>
                  <a:cubicBezTo>
                    <a:pt x="143" y="48"/>
                    <a:pt x="143" y="48"/>
                    <a:pt x="143" y="48"/>
                  </a:cubicBezTo>
                  <a:cubicBezTo>
                    <a:pt x="125" y="40"/>
                    <a:pt x="125" y="40"/>
                    <a:pt x="125" y="40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62" y="45"/>
                    <a:pt x="162" y="45"/>
                    <a:pt x="162" y="45"/>
                  </a:cubicBezTo>
                  <a:cubicBezTo>
                    <a:pt x="162" y="45"/>
                    <a:pt x="163" y="45"/>
                    <a:pt x="163" y="45"/>
                  </a:cubicBezTo>
                  <a:cubicBezTo>
                    <a:pt x="163" y="66"/>
                    <a:pt x="163" y="66"/>
                    <a:pt x="163" y="66"/>
                  </a:cubicBezTo>
                  <a:lnTo>
                    <a:pt x="144" y="48"/>
                  </a:lnTo>
                  <a:close/>
                  <a:moveTo>
                    <a:pt x="163" y="35"/>
                  </a:moveTo>
                  <a:cubicBezTo>
                    <a:pt x="145" y="23"/>
                    <a:pt x="145" y="23"/>
                    <a:pt x="145" y="23"/>
                  </a:cubicBezTo>
                  <a:cubicBezTo>
                    <a:pt x="144" y="23"/>
                    <a:pt x="144" y="23"/>
                    <a:pt x="144" y="23"/>
                  </a:cubicBezTo>
                  <a:cubicBezTo>
                    <a:pt x="113" y="35"/>
                    <a:pt x="113" y="35"/>
                    <a:pt x="113" y="35"/>
                  </a:cubicBezTo>
                  <a:cubicBezTo>
                    <a:pt x="113" y="30"/>
                    <a:pt x="113" y="30"/>
                    <a:pt x="113" y="30"/>
                  </a:cubicBezTo>
                  <a:cubicBezTo>
                    <a:pt x="144" y="18"/>
                    <a:pt x="144" y="18"/>
                    <a:pt x="144" y="18"/>
                  </a:cubicBezTo>
                  <a:cubicBezTo>
                    <a:pt x="162" y="30"/>
                    <a:pt x="162" y="30"/>
                    <a:pt x="162" y="30"/>
                  </a:cubicBezTo>
                  <a:cubicBezTo>
                    <a:pt x="162" y="30"/>
                    <a:pt x="163" y="30"/>
                    <a:pt x="163" y="30"/>
                  </a:cubicBezTo>
                  <a:lnTo>
                    <a:pt x="163" y="35"/>
                  </a:lnTo>
                  <a:close/>
                  <a:moveTo>
                    <a:pt x="113" y="73"/>
                  </a:moveTo>
                  <a:cubicBezTo>
                    <a:pt x="144" y="64"/>
                    <a:pt x="144" y="64"/>
                    <a:pt x="144" y="64"/>
                  </a:cubicBezTo>
                  <a:cubicBezTo>
                    <a:pt x="154" y="68"/>
                    <a:pt x="154" y="68"/>
                    <a:pt x="154" y="68"/>
                  </a:cubicBezTo>
                  <a:cubicBezTo>
                    <a:pt x="162" y="76"/>
                    <a:pt x="162" y="76"/>
                    <a:pt x="162" y="76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13" y="77"/>
                    <a:pt x="113" y="77"/>
                    <a:pt x="113" y="77"/>
                  </a:cubicBezTo>
                  <a:lnTo>
                    <a:pt x="113" y="73"/>
                  </a:lnTo>
                  <a:close/>
                  <a:moveTo>
                    <a:pt x="145" y="9"/>
                  </a:moveTo>
                  <a:cubicBezTo>
                    <a:pt x="163" y="20"/>
                    <a:pt x="163" y="20"/>
                    <a:pt x="163" y="20"/>
                  </a:cubicBezTo>
                  <a:cubicBezTo>
                    <a:pt x="163" y="28"/>
                    <a:pt x="163" y="28"/>
                    <a:pt x="163" y="28"/>
                  </a:cubicBezTo>
                  <a:cubicBezTo>
                    <a:pt x="145" y="17"/>
                    <a:pt x="145" y="17"/>
                    <a:pt x="145" y="17"/>
                  </a:cubicBezTo>
                  <a:cubicBezTo>
                    <a:pt x="144" y="16"/>
                    <a:pt x="144" y="16"/>
                    <a:pt x="144" y="16"/>
                  </a:cubicBezTo>
                  <a:cubicBezTo>
                    <a:pt x="113" y="28"/>
                    <a:pt x="113" y="28"/>
                    <a:pt x="113" y="28"/>
                  </a:cubicBezTo>
                  <a:cubicBezTo>
                    <a:pt x="113" y="21"/>
                    <a:pt x="113" y="21"/>
                    <a:pt x="113" y="21"/>
                  </a:cubicBezTo>
                  <a:lnTo>
                    <a:pt x="145" y="9"/>
                  </a:lnTo>
                  <a:close/>
                  <a:moveTo>
                    <a:pt x="113" y="79"/>
                  </a:moveTo>
                  <a:cubicBezTo>
                    <a:pt x="144" y="71"/>
                    <a:pt x="144" y="71"/>
                    <a:pt x="144" y="71"/>
                  </a:cubicBezTo>
                  <a:cubicBezTo>
                    <a:pt x="163" y="78"/>
                    <a:pt x="163" y="78"/>
                    <a:pt x="163" y="78"/>
                  </a:cubicBezTo>
                  <a:cubicBezTo>
                    <a:pt x="163" y="84"/>
                    <a:pt x="163" y="84"/>
                    <a:pt x="163" y="84"/>
                  </a:cubicBezTo>
                  <a:cubicBezTo>
                    <a:pt x="144" y="77"/>
                    <a:pt x="144" y="77"/>
                    <a:pt x="144" y="77"/>
                  </a:cubicBezTo>
                  <a:cubicBezTo>
                    <a:pt x="144" y="77"/>
                    <a:pt x="144" y="77"/>
                    <a:pt x="144" y="77"/>
                  </a:cubicBezTo>
                  <a:cubicBezTo>
                    <a:pt x="113" y="85"/>
                    <a:pt x="113" y="85"/>
                    <a:pt x="113" y="85"/>
                  </a:cubicBezTo>
                  <a:lnTo>
                    <a:pt x="113" y="79"/>
                  </a:lnTo>
                  <a:close/>
                  <a:moveTo>
                    <a:pt x="278" y="41"/>
                  </a:moveTo>
                  <a:cubicBezTo>
                    <a:pt x="278" y="48"/>
                    <a:pt x="278" y="48"/>
                    <a:pt x="278" y="48"/>
                  </a:cubicBezTo>
                  <a:cubicBezTo>
                    <a:pt x="272" y="48"/>
                    <a:pt x="272" y="48"/>
                    <a:pt x="272" y="48"/>
                  </a:cubicBezTo>
                  <a:cubicBezTo>
                    <a:pt x="272" y="41"/>
                    <a:pt x="272" y="41"/>
                    <a:pt x="272" y="41"/>
                  </a:cubicBezTo>
                  <a:lnTo>
                    <a:pt x="278" y="41"/>
                  </a:lnTo>
                  <a:close/>
                  <a:moveTo>
                    <a:pt x="287" y="41"/>
                  </a:moveTo>
                  <a:cubicBezTo>
                    <a:pt x="287" y="48"/>
                    <a:pt x="287" y="48"/>
                    <a:pt x="287" y="48"/>
                  </a:cubicBezTo>
                  <a:cubicBezTo>
                    <a:pt x="280" y="48"/>
                    <a:pt x="280" y="48"/>
                    <a:pt x="280" y="48"/>
                  </a:cubicBezTo>
                  <a:cubicBezTo>
                    <a:pt x="280" y="41"/>
                    <a:pt x="280" y="41"/>
                    <a:pt x="280" y="41"/>
                  </a:cubicBezTo>
                  <a:lnTo>
                    <a:pt x="287" y="41"/>
                  </a:lnTo>
                  <a:close/>
                  <a:moveTo>
                    <a:pt x="295" y="41"/>
                  </a:moveTo>
                  <a:cubicBezTo>
                    <a:pt x="295" y="48"/>
                    <a:pt x="295" y="48"/>
                    <a:pt x="295" y="48"/>
                  </a:cubicBezTo>
                  <a:cubicBezTo>
                    <a:pt x="288" y="48"/>
                    <a:pt x="288" y="48"/>
                    <a:pt x="288" y="48"/>
                  </a:cubicBezTo>
                  <a:cubicBezTo>
                    <a:pt x="288" y="41"/>
                    <a:pt x="288" y="41"/>
                    <a:pt x="288" y="41"/>
                  </a:cubicBezTo>
                  <a:lnTo>
                    <a:pt x="295" y="41"/>
                  </a:lnTo>
                  <a:close/>
                  <a:moveTo>
                    <a:pt x="304" y="41"/>
                  </a:moveTo>
                  <a:cubicBezTo>
                    <a:pt x="304" y="48"/>
                    <a:pt x="304" y="48"/>
                    <a:pt x="304" y="48"/>
                  </a:cubicBezTo>
                  <a:cubicBezTo>
                    <a:pt x="297" y="48"/>
                    <a:pt x="297" y="48"/>
                    <a:pt x="297" y="48"/>
                  </a:cubicBezTo>
                  <a:cubicBezTo>
                    <a:pt x="297" y="41"/>
                    <a:pt x="297" y="41"/>
                    <a:pt x="297" y="41"/>
                  </a:cubicBezTo>
                  <a:lnTo>
                    <a:pt x="304" y="41"/>
                  </a:lnTo>
                  <a:close/>
                  <a:moveTo>
                    <a:pt x="312" y="41"/>
                  </a:moveTo>
                  <a:cubicBezTo>
                    <a:pt x="312" y="48"/>
                    <a:pt x="312" y="48"/>
                    <a:pt x="312" y="48"/>
                  </a:cubicBezTo>
                  <a:cubicBezTo>
                    <a:pt x="305" y="48"/>
                    <a:pt x="305" y="48"/>
                    <a:pt x="305" y="48"/>
                  </a:cubicBezTo>
                  <a:cubicBezTo>
                    <a:pt x="305" y="41"/>
                    <a:pt x="305" y="41"/>
                    <a:pt x="305" y="41"/>
                  </a:cubicBezTo>
                  <a:lnTo>
                    <a:pt x="312" y="41"/>
                  </a:lnTo>
                  <a:close/>
                  <a:moveTo>
                    <a:pt x="295" y="67"/>
                  </a:moveTo>
                  <a:cubicBezTo>
                    <a:pt x="288" y="67"/>
                    <a:pt x="288" y="67"/>
                    <a:pt x="288" y="67"/>
                  </a:cubicBezTo>
                  <a:cubicBezTo>
                    <a:pt x="288" y="60"/>
                    <a:pt x="288" y="60"/>
                    <a:pt x="288" y="60"/>
                  </a:cubicBezTo>
                  <a:cubicBezTo>
                    <a:pt x="295" y="60"/>
                    <a:pt x="295" y="60"/>
                    <a:pt x="295" y="60"/>
                  </a:cubicBezTo>
                  <a:lnTo>
                    <a:pt x="295" y="67"/>
                  </a:lnTo>
                  <a:close/>
                  <a:moveTo>
                    <a:pt x="297" y="60"/>
                  </a:moveTo>
                  <a:cubicBezTo>
                    <a:pt x="304" y="60"/>
                    <a:pt x="304" y="60"/>
                    <a:pt x="304" y="60"/>
                  </a:cubicBezTo>
                  <a:cubicBezTo>
                    <a:pt x="304" y="67"/>
                    <a:pt x="304" y="67"/>
                    <a:pt x="304" y="67"/>
                  </a:cubicBezTo>
                  <a:cubicBezTo>
                    <a:pt x="297" y="67"/>
                    <a:pt x="297" y="67"/>
                    <a:pt x="297" y="67"/>
                  </a:cubicBezTo>
                  <a:lnTo>
                    <a:pt x="297" y="60"/>
                  </a:lnTo>
                  <a:close/>
                  <a:moveTo>
                    <a:pt x="287" y="67"/>
                  </a:moveTo>
                  <a:cubicBezTo>
                    <a:pt x="280" y="67"/>
                    <a:pt x="280" y="67"/>
                    <a:pt x="280" y="67"/>
                  </a:cubicBezTo>
                  <a:cubicBezTo>
                    <a:pt x="280" y="60"/>
                    <a:pt x="280" y="60"/>
                    <a:pt x="280" y="60"/>
                  </a:cubicBezTo>
                  <a:cubicBezTo>
                    <a:pt x="287" y="60"/>
                    <a:pt x="287" y="60"/>
                    <a:pt x="287" y="60"/>
                  </a:cubicBezTo>
                  <a:lnTo>
                    <a:pt x="287" y="67"/>
                  </a:lnTo>
                  <a:close/>
                  <a:moveTo>
                    <a:pt x="278" y="67"/>
                  </a:moveTo>
                  <a:cubicBezTo>
                    <a:pt x="272" y="67"/>
                    <a:pt x="272" y="67"/>
                    <a:pt x="272" y="67"/>
                  </a:cubicBezTo>
                  <a:cubicBezTo>
                    <a:pt x="272" y="60"/>
                    <a:pt x="272" y="60"/>
                    <a:pt x="272" y="60"/>
                  </a:cubicBezTo>
                  <a:cubicBezTo>
                    <a:pt x="278" y="60"/>
                    <a:pt x="278" y="60"/>
                    <a:pt x="278" y="60"/>
                  </a:cubicBezTo>
                  <a:lnTo>
                    <a:pt x="278" y="67"/>
                  </a:lnTo>
                  <a:close/>
                  <a:moveTo>
                    <a:pt x="278" y="69"/>
                  </a:moveTo>
                  <a:cubicBezTo>
                    <a:pt x="278" y="77"/>
                    <a:pt x="278" y="77"/>
                    <a:pt x="278" y="77"/>
                  </a:cubicBezTo>
                  <a:cubicBezTo>
                    <a:pt x="272" y="77"/>
                    <a:pt x="272" y="77"/>
                    <a:pt x="272" y="77"/>
                  </a:cubicBezTo>
                  <a:cubicBezTo>
                    <a:pt x="272" y="69"/>
                    <a:pt x="272" y="69"/>
                    <a:pt x="272" y="69"/>
                  </a:cubicBezTo>
                  <a:lnTo>
                    <a:pt x="278" y="69"/>
                  </a:lnTo>
                  <a:close/>
                  <a:moveTo>
                    <a:pt x="280" y="69"/>
                  </a:moveTo>
                  <a:cubicBezTo>
                    <a:pt x="287" y="69"/>
                    <a:pt x="287" y="69"/>
                    <a:pt x="287" y="69"/>
                  </a:cubicBezTo>
                  <a:cubicBezTo>
                    <a:pt x="287" y="77"/>
                    <a:pt x="287" y="77"/>
                    <a:pt x="287" y="77"/>
                  </a:cubicBezTo>
                  <a:cubicBezTo>
                    <a:pt x="280" y="77"/>
                    <a:pt x="280" y="77"/>
                    <a:pt x="280" y="77"/>
                  </a:cubicBezTo>
                  <a:lnTo>
                    <a:pt x="280" y="69"/>
                  </a:lnTo>
                  <a:close/>
                  <a:moveTo>
                    <a:pt x="288" y="69"/>
                  </a:moveTo>
                  <a:cubicBezTo>
                    <a:pt x="295" y="69"/>
                    <a:pt x="295" y="69"/>
                    <a:pt x="295" y="69"/>
                  </a:cubicBezTo>
                  <a:cubicBezTo>
                    <a:pt x="295" y="77"/>
                    <a:pt x="295" y="77"/>
                    <a:pt x="295" y="77"/>
                  </a:cubicBezTo>
                  <a:cubicBezTo>
                    <a:pt x="288" y="77"/>
                    <a:pt x="288" y="77"/>
                    <a:pt x="288" y="77"/>
                  </a:cubicBezTo>
                  <a:lnTo>
                    <a:pt x="288" y="69"/>
                  </a:lnTo>
                  <a:close/>
                  <a:moveTo>
                    <a:pt x="297" y="69"/>
                  </a:moveTo>
                  <a:cubicBezTo>
                    <a:pt x="304" y="69"/>
                    <a:pt x="304" y="69"/>
                    <a:pt x="304" y="69"/>
                  </a:cubicBezTo>
                  <a:cubicBezTo>
                    <a:pt x="304" y="77"/>
                    <a:pt x="304" y="77"/>
                    <a:pt x="304" y="77"/>
                  </a:cubicBezTo>
                  <a:cubicBezTo>
                    <a:pt x="297" y="77"/>
                    <a:pt x="297" y="77"/>
                    <a:pt x="297" y="77"/>
                  </a:cubicBezTo>
                  <a:lnTo>
                    <a:pt x="297" y="69"/>
                  </a:lnTo>
                  <a:close/>
                  <a:moveTo>
                    <a:pt x="305" y="69"/>
                  </a:moveTo>
                  <a:cubicBezTo>
                    <a:pt x="312" y="69"/>
                    <a:pt x="312" y="69"/>
                    <a:pt x="312" y="69"/>
                  </a:cubicBezTo>
                  <a:cubicBezTo>
                    <a:pt x="312" y="77"/>
                    <a:pt x="312" y="77"/>
                    <a:pt x="312" y="77"/>
                  </a:cubicBezTo>
                  <a:cubicBezTo>
                    <a:pt x="305" y="77"/>
                    <a:pt x="305" y="77"/>
                    <a:pt x="305" y="77"/>
                  </a:cubicBezTo>
                  <a:lnTo>
                    <a:pt x="305" y="69"/>
                  </a:lnTo>
                  <a:close/>
                  <a:moveTo>
                    <a:pt x="305" y="67"/>
                  </a:moveTo>
                  <a:cubicBezTo>
                    <a:pt x="305" y="60"/>
                    <a:pt x="305" y="60"/>
                    <a:pt x="305" y="60"/>
                  </a:cubicBezTo>
                  <a:cubicBezTo>
                    <a:pt x="312" y="60"/>
                    <a:pt x="312" y="60"/>
                    <a:pt x="312" y="60"/>
                  </a:cubicBezTo>
                  <a:cubicBezTo>
                    <a:pt x="312" y="67"/>
                    <a:pt x="312" y="67"/>
                    <a:pt x="312" y="67"/>
                  </a:cubicBezTo>
                  <a:lnTo>
                    <a:pt x="305" y="67"/>
                  </a:lnTo>
                  <a:close/>
                  <a:moveTo>
                    <a:pt x="305" y="58"/>
                  </a:moveTo>
                  <a:cubicBezTo>
                    <a:pt x="305" y="50"/>
                    <a:pt x="305" y="50"/>
                    <a:pt x="305" y="50"/>
                  </a:cubicBezTo>
                  <a:cubicBezTo>
                    <a:pt x="312" y="50"/>
                    <a:pt x="312" y="50"/>
                    <a:pt x="312" y="50"/>
                  </a:cubicBezTo>
                  <a:cubicBezTo>
                    <a:pt x="312" y="58"/>
                    <a:pt x="312" y="58"/>
                    <a:pt x="312" y="58"/>
                  </a:cubicBezTo>
                  <a:lnTo>
                    <a:pt x="305" y="58"/>
                  </a:lnTo>
                  <a:close/>
                  <a:moveTo>
                    <a:pt x="304" y="58"/>
                  </a:moveTo>
                  <a:cubicBezTo>
                    <a:pt x="297" y="58"/>
                    <a:pt x="297" y="58"/>
                    <a:pt x="297" y="58"/>
                  </a:cubicBezTo>
                  <a:cubicBezTo>
                    <a:pt x="297" y="50"/>
                    <a:pt x="297" y="50"/>
                    <a:pt x="297" y="50"/>
                  </a:cubicBezTo>
                  <a:cubicBezTo>
                    <a:pt x="304" y="50"/>
                    <a:pt x="304" y="50"/>
                    <a:pt x="304" y="50"/>
                  </a:cubicBezTo>
                  <a:lnTo>
                    <a:pt x="304" y="58"/>
                  </a:lnTo>
                  <a:close/>
                  <a:moveTo>
                    <a:pt x="295" y="58"/>
                  </a:moveTo>
                  <a:cubicBezTo>
                    <a:pt x="288" y="58"/>
                    <a:pt x="288" y="58"/>
                    <a:pt x="288" y="58"/>
                  </a:cubicBezTo>
                  <a:cubicBezTo>
                    <a:pt x="288" y="50"/>
                    <a:pt x="288" y="50"/>
                    <a:pt x="288" y="50"/>
                  </a:cubicBezTo>
                  <a:cubicBezTo>
                    <a:pt x="295" y="50"/>
                    <a:pt x="295" y="50"/>
                    <a:pt x="295" y="50"/>
                  </a:cubicBezTo>
                  <a:lnTo>
                    <a:pt x="295" y="58"/>
                  </a:lnTo>
                  <a:close/>
                  <a:moveTo>
                    <a:pt x="287" y="58"/>
                  </a:moveTo>
                  <a:cubicBezTo>
                    <a:pt x="280" y="58"/>
                    <a:pt x="280" y="58"/>
                    <a:pt x="280" y="58"/>
                  </a:cubicBezTo>
                  <a:cubicBezTo>
                    <a:pt x="280" y="50"/>
                    <a:pt x="280" y="50"/>
                    <a:pt x="280" y="50"/>
                  </a:cubicBezTo>
                  <a:cubicBezTo>
                    <a:pt x="287" y="50"/>
                    <a:pt x="287" y="50"/>
                    <a:pt x="287" y="50"/>
                  </a:cubicBezTo>
                  <a:lnTo>
                    <a:pt x="287" y="58"/>
                  </a:lnTo>
                  <a:close/>
                  <a:moveTo>
                    <a:pt x="278" y="58"/>
                  </a:moveTo>
                  <a:cubicBezTo>
                    <a:pt x="272" y="58"/>
                    <a:pt x="272" y="58"/>
                    <a:pt x="272" y="58"/>
                  </a:cubicBezTo>
                  <a:cubicBezTo>
                    <a:pt x="272" y="50"/>
                    <a:pt x="272" y="50"/>
                    <a:pt x="272" y="50"/>
                  </a:cubicBezTo>
                  <a:cubicBezTo>
                    <a:pt x="278" y="50"/>
                    <a:pt x="278" y="50"/>
                    <a:pt x="278" y="50"/>
                  </a:cubicBezTo>
                  <a:lnTo>
                    <a:pt x="278" y="58"/>
                  </a:lnTo>
                  <a:close/>
                  <a:moveTo>
                    <a:pt x="270" y="58"/>
                  </a:moveTo>
                  <a:cubicBezTo>
                    <a:pt x="263" y="58"/>
                    <a:pt x="263" y="58"/>
                    <a:pt x="263" y="58"/>
                  </a:cubicBezTo>
                  <a:cubicBezTo>
                    <a:pt x="263" y="50"/>
                    <a:pt x="263" y="50"/>
                    <a:pt x="263" y="50"/>
                  </a:cubicBezTo>
                  <a:cubicBezTo>
                    <a:pt x="270" y="50"/>
                    <a:pt x="270" y="50"/>
                    <a:pt x="270" y="50"/>
                  </a:cubicBezTo>
                  <a:lnTo>
                    <a:pt x="270" y="58"/>
                  </a:lnTo>
                  <a:close/>
                  <a:moveTo>
                    <a:pt x="270" y="60"/>
                  </a:moveTo>
                  <a:cubicBezTo>
                    <a:pt x="270" y="67"/>
                    <a:pt x="270" y="67"/>
                    <a:pt x="270" y="67"/>
                  </a:cubicBezTo>
                  <a:cubicBezTo>
                    <a:pt x="263" y="67"/>
                    <a:pt x="263" y="67"/>
                    <a:pt x="263" y="67"/>
                  </a:cubicBezTo>
                  <a:cubicBezTo>
                    <a:pt x="263" y="60"/>
                    <a:pt x="263" y="60"/>
                    <a:pt x="263" y="60"/>
                  </a:cubicBezTo>
                  <a:lnTo>
                    <a:pt x="270" y="60"/>
                  </a:lnTo>
                  <a:close/>
                  <a:moveTo>
                    <a:pt x="270" y="69"/>
                  </a:moveTo>
                  <a:cubicBezTo>
                    <a:pt x="270" y="77"/>
                    <a:pt x="270" y="77"/>
                    <a:pt x="270" y="77"/>
                  </a:cubicBezTo>
                  <a:cubicBezTo>
                    <a:pt x="263" y="77"/>
                    <a:pt x="263" y="77"/>
                    <a:pt x="263" y="77"/>
                  </a:cubicBezTo>
                  <a:cubicBezTo>
                    <a:pt x="263" y="69"/>
                    <a:pt x="263" y="69"/>
                    <a:pt x="263" y="69"/>
                  </a:cubicBezTo>
                  <a:lnTo>
                    <a:pt x="270" y="69"/>
                  </a:lnTo>
                  <a:close/>
                  <a:moveTo>
                    <a:pt x="270" y="79"/>
                  </a:moveTo>
                  <a:cubicBezTo>
                    <a:pt x="270" y="86"/>
                    <a:pt x="270" y="86"/>
                    <a:pt x="270" y="86"/>
                  </a:cubicBezTo>
                  <a:cubicBezTo>
                    <a:pt x="263" y="86"/>
                    <a:pt x="263" y="86"/>
                    <a:pt x="263" y="86"/>
                  </a:cubicBezTo>
                  <a:cubicBezTo>
                    <a:pt x="263" y="79"/>
                    <a:pt x="263" y="79"/>
                    <a:pt x="263" y="79"/>
                  </a:cubicBezTo>
                  <a:lnTo>
                    <a:pt x="270" y="79"/>
                  </a:lnTo>
                  <a:close/>
                  <a:moveTo>
                    <a:pt x="272" y="79"/>
                  </a:moveTo>
                  <a:cubicBezTo>
                    <a:pt x="278" y="79"/>
                    <a:pt x="278" y="79"/>
                    <a:pt x="278" y="79"/>
                  </a:cubicBezTo>
                  <a:cubicBezTo>
                    <a:pt x="278" y="86"/>
                    <a:pt x="278" y="86"/>
                    <a:pt x="278" y="86"/>
                  </a:cubicBezTo>
                  <a:cubicBezTo>
                    <a:pt x="272" y="86"/>
                    <a:pt x="272" y="86"/>
                    <a:pt x="272" y="86"/>
                  </a:cubicBezTo>
                  <a:lnTo>
                    <a:pt x="272" y="79"/>
                  </a:lnTo>
                  <a:close/>
                  <a:moveTo>
                    <a:pt x="280" y="79"/>
                  </a:moveTo>
                  <a:cubicBezTo>
                    <a:pt x="287" y="79"/>
                    <a:pt x="287" y="79"/>
                    <a:pt x="287" y="79"/>
                  </a:cubicBezTo>
                  <a:cubicBezTo>
                    <a:pt x="287" y="86"/>
                    <a:pt x="287" y="86"/>
                    <a:pt x="287" y="86"/>
                  </a:cubicBezTo>
                  <a:cubicBezTo>
                    <a:pt x="280" y="86"/>
                    <a:pt x="280" y="86"/>
                    <a:pt x="280" y="86"/>
                  </a:cubicBezTo>
                  <a:lnTo>
                    <a:pt x="280" y="79"/>
                  </a:lnTo>
                  <a:close/>
                  <a:moveTo>
                    <a:pt x="288" y="79"/>
                  </a:moveTo>
                  <a:cubicBezTo>
                    <a:pt x="295" y="79"/>
                    <a:pt x="295" y="79"/>
                    <a:pt x="295" y="79"/>
                  </a:cubicBezTo>
                  <a:cubicBezTo>
                    <a:pt x="295" y="86"/>
                    <a:pt x="295" y="86"/>
                    <a:pt x="295" y="86"/>
                  </a:cubicBezTo>
                  <a:cubicBezTo>
                    <a:pt x="288" y="86"/>
                    <a:pt x="288" y="86"/>
                    <a:pt x="288" y="86"/>
                  </a:cubicBezTo>
                  <a:lnTo>
                    <a:pt x="288" y="79"/>
                  </a:lnTo>
                  <a:close/>
                  <a:moveTo>
                    <a:pt x="297" y="79"/>
                  </a:moveTo>
                  <a:cubicBezTo>
                    <a:pt x="304" y="79"/>
                    <a:pt x="304" y="79"/>
                    <a:pt x="304" y="79"/>
                  </a:cubicBezTo>
                  <a:cubicBezTo>
                    <a:pt x="304" y="86"/>
                    <a:pt x="304" y="86"/>
                    <a:pt x="304" y="86"/>
                  </a:cubicBezTo>
                  <a:cubicBezTo>
                    <a:pt x="297" y="86"/>
                    <a:pt x="297" y="86"/>
                    <a:pt x="297" y="86"/>
                  </a:cubicBezTo>
                  <a:lnTo>
                    <a:pt x="297" y="79"/>
                  </a:lnTo>
                  <a:close/>
                  <a:moveTo>
                    <a:pt x="305" y="79"/>
                  </a:moveTo>
                  <a:cubicBezTo>
                    <a:pt x="312" y="79"/>
                    <a:pt x="312" y="79"/>
                    <a:pt x="312" y="79"/>
                  </a:cubicBezTo>
                  <a:cubicBezTo>
                    <a:pt x="312" y="86"/>
                    <a:pt x="312" y="86"/>
                    <a:pt x="312" y="86"/>
                  </a:cubicBezTo>
                  <a:cubicBezTo>
                    <a:pt x="305" y="86"/>
                    <a:pt x="305" y="86"/>
                    <a:pt x="305" y="86"/>
                  </a:cubicBezTo>
                  <a:lnTo>
                    <a:pt x="305" y="79"/>
                  </a:lnTo>
                  <a:close/>
                  <a:moveTo>
                    <a:pt x="270" y="48"/>
                  </a:moveTo>
                  <a:cubicBezTo>
                    <a:pt x="263" y="48"/>
                    <a:pt x="263" y="48"/>
                    <a:pt x="263" y="48"/>
                  </a:cubicBezTo>
                  <a:cubicBezTo>
                    <a:pt x="263" y="41"/>
                    <a:pt x="263" y="41"/>
                    <a:pt x="263" y="41"/>
                  </a:cubicBezTo>
                  <a:cubicBezTo>
                    <a:pt x="270" y="41"/>
                    <a:pt x="270" y="41"/>
                    <a:pt x="270" y="41"/>
                  </a:cubicBezTo>
                  <a:lnTo>
                    <a:pt x="270" y="48"/>
                  </a:lnTo>
                  <a:close/>
                  <a:moveTo>
                    <a:pt x="263" y="88"/>
                  </a:moveTo>
                  <a:cubicBezTo>
                    <a:pt x="270" y="88"/>
                    <a:pt x="270" y="88"/>
                    <a:pt x="270" y="88"/>
                  </a:cubicBezTo>
                  <a:cubicBezTo>
                    <a:pt x="270" y="95"/>
                    <a:pt x="270" y="95"/>
                    <a:pt x="270" y="95"/>
                  </a:cubicBezTo>
                  <a:cubicBezTo>
                    <a:pt x="263" y="95"/>
                    <a:pt x="263" y="95"/>
                    <a:pt x="263" y="95"/>
                  </a:cubicBezTo>
                  <a:lnTo>
                    <a:pt x="263" y="88"/>
                  </a:lnTo>
                  <a:close/>
                  <a:moveTo>
                    <a:pt x="272" y="88"/>
                  </a:moveTo>
                  <a:cubicBezTo>
                    <a:pt x="278" y="88"/>
                    <a:pt x="278" y="88"/>
                    <a:pt x="278" y="88"/>
                  </a:cubicBezTo>
                  <a:cubicBezTo>
                    <a:pt x="278" y="95"/>
                    <a:pt x="278" y="95"/>
                    <a:pt x="278" y="95"/>
                  </a:cubicBezTo>
                  <a:cubicBezTo>
                    <a:pt x="272" y="95"/>
                    <a:pt x="272" y="95"/>
                    <a:pt x="272" y="95"/>
                  </a:cubicBezTo>
                  <a:lnTo>
                    <a:pt x="272" y="88"/>
                  </a:lnTo>
                  <a:close/>
                  <a:moveTo>
                    <a:pt x="280" y="88"/>
                  </a:moveTo>
                  <a:cubicBezTo>
                    <a:pt x="287" y="88"/>
                    <a:pt x="287" y="88"/>
                    <a:pt x="287" y="88"/>
                  </a:cubicBezTo>
                  <a:cubicBezTo>
                    <a:pt x="287" y="95"/>
                    <a:pt x="287" y="95"/>
                    <a:pt x="287" y="95"/>
                  </a:cubicBezTo>
                  <a:cubicBezTo>
                    <a:pt x="280" y="95"/>
                    <a:pt x="280" y="95"/>
                    <a:pt x="280" y="95"/>
                  </a:cubicBezTo>
                  <a:lnTo>
                    <a:pt x="280" y="88"/>
                  </a:lnTo>
                  <a:close/>
                  <a:moveTo>
                    <a:pt x="288" y="88"/>
                  </a:moveTo>
                  <a:cubicBezTo>
                    <a:pt x="295" y="88"/>
                    <a:pt x="295" y="88"/>
                    <a:pt x="295" y="88"/>
                  </a:cubicBezTo>
                  <a:cubicBezTo>
                    <a:pt x="295" y="95"/>
                    <a:pt x="295" y="95"/>
                    <a:pt x="295" y="95"/>
                  </a:cubicBezTo>
                  <a:cubicBezTo>
                    <a:pt x="288" y="95"/>
                    <a:pt x="288" y="95"/>
                    <a:pt x="288" y="95"/>
                  </a:cubicBezTo>
                  <a:lnTo>
                    <a:pt x="288" y="88"/>
                  </a:lnTo>
                  <a:close/>
                  <a:moveTo>
                    <a:pt x="297" y="88"/>
                  </a:moveTo>
                  <a:cubicBezTo>
                    <a:pt x="304" y="88"/>
                    <a:pt x="304" y="88"/>
                    <a:pt x="304" y="88"/>
                  </a:cubicBezTo>
                  <a:cubicBezTo>
                    <a:pt x="304" y="95"/>
                    <a:pt x="304" y="95"/>
                    <a:pt x="304" y="95"/>
                  </a:cubicBezTo>
                  <a:cubicBezTo>
                    <a:pt x="297" y="95"/>
                    <a:pt x="297" y="95"/>
                    <a:pt x="297" y="95"/>
                  </a:cubicBezTo>
                  <a:lnTo>
                    <a:pt x="297" y="88"/>
                  </a:lnTo>
                  <a:close/>
                  <a:moveTo>
                    <a:pt x="305" y="88"/>
                  </a:moveTo>
                  <a:cubicBezTo>
                    <a:pt x="312" y="88"/>
                    <a:pt x="312" y="88"/>
                    <a:pt x="312" y="88"/>
                  </a:cubicBezTo>
                  <a:cubicBezTo>
                    <a:pt x="312" y="95"/>
                    <a:pt x="312" y="95"/>
                    <a:pt x="312" y="95"/>
                  </a:cubicBezTo>
                  <a:cubicBezTo>
                    <a:pt x="305" y="95"/>
                    <a:pt x="305" y="95"/>
                    <a:pt x="305" y="95"/>
                  </a:cubicBezTo>
                  <a:lnTo>
                    <a:pt x="305" y="88"/>
                  </a:lnTo>
                  <a:close/>
                  <a:moveTo>
                    <a:pt x="312" y="36"/>
                  </a:moveTo>
                  <a:cubicBezTo>
                    <a:pt x="312" y="39"/>
                    <a:pt x="312" y="39"/>
                    <a:pt x="312" y="39"/>
                  </a:cubicBezTo>
                  <a:cubicBezTo>
                    <a:pt x="305" y="39"/>
                    <a:pt x="305" y="39"/>
                    <a:pt x="305" y="39"/>
                  </a:cubicBezTo>
                  <a:cubicBezTo>
                    <a:pt x="305" y="39"/>
                    <a:pt x="304" y="39"/>
                    <a:pt x="304" y="39"/>
                  </a:cubicBezTo>
                  <a:cubicBezTo>
                    <a:pt x="304" y="39"/>
                    <a:pt x="304" y="39"/>
                    <a:pt x="304" y="39"/>
                  </a:cubicBezTo>
                  <a:cubicBezTo>
                    <a:pt x="296" y="39"/>
                    <a:pt x="296" y="39"/>
                    <a:pt x="296" y="39"/>
                  </a:cubicBezTo>
                  <a:cubicBezTo>
                    <a:pt x="296" y="39"/>
                    <a:pt x="296" y="39"/>
                    <a:pt x="296" y="39"/>
                  </a:cubicBezTo>
                  <a:cubicBezTo>
                    <a:pt x="296" y="39"/>
                    <a:pt x="296" y="39"/>
                    <a:pt x="296" y="39"/>
                  </a:cubicBezTo>
                  <a:cubicBezTo>
                    <a:pt x="288" y="39"/>
                    <a:pt x="288" y="39"/>
                    <a:pt x="288" y="39"/>
                  </a:cubicBezTo>
                  <a:cubicBezTo>
                    <a:pt x="288" y="39"/>
                    <a:pt x="288" y="39"/>
                    <a:pt x="288" y="39"/>
                  </a:cubicBezTo>
                  <a:cubicBezTo>
                    <a:pt x="287" y="39"/>
                    <a:pt x="287" y="39"/>
                    <a:pt x="287" y="39"/>
                  </a:cubicBezTo>
                  <a:cubicBezTo>
                    <a:pt x="279" y="39"/>
                    <a:pt x="279" y="39"/>
                    <a:pt x="279" y="39"/>
                  </a:cubicBezTo>
                  <a:cubicBezTo>
                    <a:pt x="279" y="39"/>
                    <a:pt x="279" y="39"/>
                    <a:pt x="279" y="39"/>
                  </a:cubicBezTo>
                  <a:cubicBezTo>
                    <a:pt x="279" y="39"/>
                    <a:pt x="279" y="39"/>
                    <a:pt x="279" y="39"/>
                  </a:cubicBezTo>
                  <a:cubicBezTo>
                    <a:pt x="271" y="39"/>
                    <a:pt x="271" y="39"/>
                    <a:pt x="271" y="39"/>
                  </a:cubicBezTo>
                  <a:cubicBezTo>
                    <a:pt x="271" y="39"/>
                    <a:pt x="271" y="39"/>
                    <a:pt x="271" y="39"/>
                  </a:cubicBezTo>
                  <a:cubicBezTo>
                    <a:pt x="271" y="39"/>
                    <a:pt x="271" y="39"/>
                    <a:pt x="270" y="39"/>
                  </a:cubicBezTo>
                  <a:cubicBezTo>
                    <a:pt x="263" y="39"/>
                    <a:pt x="263" y="39"/>
                    <a:pt x="263" y="39"/>
                  </a:cubicBezTo>
                  <a:cubicBezTo>
                    <a:pt x="263" y="3"/>
                    <a:pt x="263" y="3"/>
                    <a:pt x="263" y="3"/>
                  </a:cubicBezTo>
                  <a:lnTo>
                    <a:pt x="312" y="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4" name="Freeform 281"/>
            <p:cNvSpPr>
              <a:spLocks noEditPoints="1"/>
            </p:cNvSpPr>
            <p:nvPr userDrawn="1"/>
          </p:nvSpPr>
          <p:spPr bwMode="auto">
            <a:xfrm>
              <a:off x="4313238" y="4302125"/>
              <a:ext cx="434975" cy="531813"/>
            </a:xfrm>
            <a:custGeom>
              <a:avLst/>
              <a:gdLst>
                <a:gd name="T0" fmla="*/ 217 w 274"/>
                <a:gd name="T1" fmla="*/ 119 h 335"/>
                <a:gd name="T2" fmla="*/ 178 w 274"/>
                <a:gd name="T3" fmla="*/ 80 h 335"/>
                <a:gd name="T4" fmla="*/ 217 w 274"/>
                <a:gd name="T5" fmla="*/ 80 h 335"/>
                <a:gd name="T6" fmla="*/ 139 w 274"/>
                <a:gd name="T7" fmla="*/ 0 h 335"/>
                <a:gd name="T8" fmla="*/ 56 w 274"/>
                <a:gd name="T9" fmla="*/ 80 h 335"/>
                <a:gd name="T10" fmla="*/ 96 w 274"/>
                <a:gd name="T11" fmla="*/ 80 h 335"/>
                <a:gd name="T12" fmla="*/ 56 w 274"/>
                <a:gd name="T13" fmla="*/ 119 h 335"/>
                <a:gd name="T14" fmla="*/ 96 w 274"/>
                <a:gd name="T15" fmla="*/ 119 h 335"/>
                <a:gd name="T16" fmla="*/ 0 w 274"/>
                <a:gd name="T17" fmla="*/ 216 h 335"/>
                <a:gd name="T18" fmla="*/ 117 w 274"/>
                <a:gd name="T19" fmla="*/ 216 h 335"/>
                <a:gd name="T20" fmla="*/ 117 w 274"/>
                <a:gd name="T21" fmla="*/ 335 h 335"/>
                <a:gd name="T22" fmla="*/ 156 w 274"/>
                <a:gd name="T23" fmla="*/ 335 h 335"/>
                <a:gd name="T24" fmla="*/ 156 w 274"/>
                <a:gd name="T25" fmla="*/ 216 h 335"/>
                <a:gd name="T26" fmla="*/ 274 w 274"/>
                <a:gd name="T27" fmla="*/ 216 h 335"/>
                <a:gd name="T28" fmla="*/ 183 w 274"/>
                <a:gd name="T29" fmla="*/ 119 h 335"/>
                <a:gd name="T30" fmla="*/ 217 w 274"/>
                <a:gd name="T31" fmla="*/ 119 h 335"/>
                <a:gd name="T32" fmla="*/ 252 w 274"/>
                <a:gd name="T33" fmla="*/ 207 h 335"/>
                <a:gd name="T34" fmla="*/ 152 w 274"/>
                <a:gd name="T35" fmla="*/ 207 h 335"/>
                <a:gd name="T36" fmla="*/ 152 w 274"/>
                <a:gd name="T37" fmla="*/ 331 h 335"/>
                <a:gd name="T38" fmla="*/ 122 w 274"/>
                <a:gd name="T39" fmla="*/ 331 h 335"/>
                <a:gd name="T40" fmla="*/ 122 w 274"/>
                <a:gd name="T41" fmla="*/ 207 h 335"/>
                <a:gd name="T42" fmla="*/ 21 w 274"/>
                <a:gd name="T43" fmla="*/ 207 h 335"/>
                <a:gd name="T44" fmla="*/ 113 w 274"/>
                <a:gd name="T45" fmla="*/ 110 h 335"/>
                <a:gd name="T46" fmla="*/ 78 w 274"/>
                <a:gd name="T47" fmla="*/ 110 h 335"/>
                <a:gd name="T48" fmla="*/ 113 w 274"/>
                <a:gd name="T49" fmla="*/ 75 h 335"/>
                <a:gd name="T50" fmla="*/ 78 w 274"/>
                <a:gd name="T51" fmla="*/ 75 h 335"/>
                <a:gd name="T52" fmla="*/ 139 w 274"/>
                <a:gd name="T53" fmla="*/ 9 h 335"/>
                <a:gd name="T54" fmla="*/ 200 w 274"/>
                <a:gd name="T55" fmla="*/ 75 h 335"/>
                <a:gd name="T56" fmla="*/ 161 w 274"/>
                <a:gd name="T57" fmla="*/ 75 h 335"/>
                <a:gd name="T58" fmla="*/ 200 w 274"/>
                <a:gd name="T59" fmla="*/ 110 h 335"/>
                <a:gd name="T60" fmla="*/ 161 w 274"/>
                <a:gd name="T61" fmla="*/ 110 h 335"/>
                <a:gd name="T62" fmla="*/ 252 w 274"/>
                <a:gd name="T63" fmla="*/ 207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74" h="335">
                  <a:moveTo>
                    <a:pt x="217" y="119"/>
                  </a:moveTo>
                  <a:lnTo>
                    <a:pt x="178" y="80"/>
                  </a:lnTo>
                  <a:lnTo>
                    <a:pt x="217" y="80"/>
                  </a:lnTo>
                  <a:lnTo>
                    <a:pt x="139" y="0"/>
                  </a:lnTo>
                  <a:lnTo>
                    <a:pt x="56" y="80"/>
                  </a:lnTo>
                  <a:lnTo>
                    <a:pt x="96" y="80"/>
                  </a:lnTo>
                  <a:lnTo>
                    <a:pt x="56" y="119"/>
                  </a:lnTo>
                  <a:lnTo>
                    <a:pt x="96" y="119"/>
                  </a:lnTo>
                  <a:lnTo>
                    <a:pt x="0" y="216"/>
                  </a:lnTo>
                  <a:lnTo>
                    <a:pt x="117" y="216"/>
                  </a:lnTo>
                  <a:lnTo>
                    <a:pt x="117" y="335"/>
                  </a:lnTo>
                  <a:lnTo>
                    <a:pt x="156" y="335"/>
                  </a:lnTo>
                  <a:lnTo>
                    <a:pt x="156" y="216"/>
                  </a:lnTo>
                  <a:lnTo>
                    <a:pt x="274" y="216"/>
                  </a:lnTo>
                  <a:lnTo>
                    <a:pt x="183" y="119"/>
                  </a:lnTo>
                  <a:lnTo>
                    <a:pt x="217" y="119"/>
                  </a:lnTo>
                  <a:close/>
                  <a:moveTo>
                    <a:pt x="252" y="207"/>
                  </a:moveTo>
                  <a:lnTo>
                    <a:pt x="152" y="207"/>
                  </a:lnTo>
                  <a:lnTo>
                    <a:pt x="152" y="331"/>
                  </a:lnTo>
                  <a:lnTo>
                    <a:pt x="122" y="331"/>
                  </a:lnTo>
                  <a:lnTo>
                    <a:pt x="122" y="207"/>
                  </a:lnTo>
                  <a:lnTo>
                    <a:pt x="21" y="207"/>
                  </a:lnTo>
                  <a:lnTo>
                    <a:pt x="113" y="110"/>
                  </a:lnTo>
                  <a:lnTo>
                    <a:pt x="78" y="110"/>
                  </a:lnTo>
                  <a:lnTo>
                    <a:pt x="113" y="75"/>
                  </a:lnTo>
                  <a:lnTo>
                    <a:pt x="78" y="75"/>
                  </a:lnTo>
                  <a:lnTo>
                    <a:pt x="139" y="9"/>
                  </a:lnTo>
                  <a:lnTo>
                    <a:pt x="200" y="75"/>
                  </a:lnTo>
                  <a:lnTo>
                    <a:pt x="161" y="75"/>
                  </a:lnTo>
                  <a:lnTo>
                    <a:pt x="200" y="110"/>
                  </a:lnTo>
                  <a:lnTo>
                    <a:pt x="161" y="110"/>
                  </a:lnTo>
                  <a:lnTo>
                    <a:pt x="252" y="2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5" name="Freeform 282"/>
            <p:cNvSpPr>
              <a:spLocks noEditPoints="1"/>
            </p:cNvSpPr>
            <p:nvPr userDrawn="1"/>
          </p:nvSpPr>
          <p:spPr bwMode="auto">
            <a:xfrm>
              <a:off x="7381875" y="4302125"/>
              <a:ext cx="428625" cy="531813"/>
            </a:xfrm>
            <a:custGeom>
              <a:avLst/>
              <a:gdLst>
                <a:gd name="T0" fmla="*/ 217 w 270"/>
                <a:gd name="T1" fmla="*/ 119 h 335"/>
                <a:gd name="T2" fmla="*/ 178 w 270"/>
                <a:gd name="T3" fmla="*/ 80 h 335"/>
                <a:gd name="T4" fmla="*/ 217 w 270"/>
                <a:gd name="T5" fmla="*/ 80 h 335"/>
                <a:gd name="T6" fmla="*/ 139 w 270"/>
                <a:gd name="T7" fmla="*/ 0 h 335"/>
                <a:gd name="T8" fmla="*/ 56 w 270"/>
                <a:gd name="T9" fmla="*/ 80 h 335"/>
                <a:gd name="T10" fmla="*/ 96 w 270"/>
                <a:gd name="T11" fmla="*/ 80 h 335"/>
                <a:gd name="T12" fmla="*/ 56 w 270"/>
                <a:gd name="T13" fmla="*/ 119 h 335"/>
                <a:gd name="T14" fmla="*/ 96 w 270"/>
                <a:gd name="T15" fmla="*/ 119 h 335"/>
                <a:gd name="T16" fmla="*/ 0 w 270"/>
                <a:gd name="T17" fmla="*/ 216 h 335"/>
                <a:gd name="T18" fmla="*/ 113 w 270"/>
                <a:gd name="T19" fmla="*/ 216 h 335"/>
                <a:gd name="T20" fmla="*/ 113 w 270"/>
                <a:gd name="T21" fmla="*/ 335 h 335"/>
                <a:gd name="T22" fmla="*/ 157 w 270"/>
                <a:gd name="T23" fmla="*/ 335 h 335"/>
                <a:gd name="T24" fmla="*/ 157 w 270"/>
                <a:gd name="T25" fmla="*/ 216 h 335"/>
                <a:gd name="T26" fmla="*/ 270 w 270"/>
                <a:gd name="T27" fmla="*/ 216 h 335"/>
                <a:gd name="T28" fmla="*/ 178 w 270"/>
                <a:gd name="T29" fmla="*/ 119 h 335"/>
                <a:gd name="T30" fmla="*/ 217 w 270"/>
                <a:gd name="T31" fmla="*/ 119 h 335"/>
                <a:gd name="T32" fmla="*/ 252 w 270"/>
                <a:gd name="T33" fmla="*/ 207 h 335"/>
                <a:gd name="T34" fmla="*/ 148 w 270"/>
                <a:gd name="T35" fmla="*/ 207 h 335"/>
                <a:gd name="T36" fmla="*/ 148 w 270"/>
                <a:gd name="T37" fmla="*/ 331 h 335"/>
                <a:gd name="T38" fmla="*/ 122 w 270"/>
                <a:gd name="T39" fmla="*/ 331 h 335"/>
                <a:gd name="T40" fmla="*/ 122 w 270"/>
                <a:gd name="T41" fmla="*/ 207 h 335"/>
                <a:gd name="T42" fmla="*/ 22 w 270"/>
                <a:gd name="T43" fmla="*/ 207 h 335"/>
                <a:gd name="T44" fmla="*/ 113 w 270"/>
                <a:gd name="T45" fmla="*/ 110 h 335"/>
                <a:gd name="T46" fmla="*/ 74 w 270"/>
                <a:gd name="T47" fmla="*/ 110 h 335"/>
                <a:gd name="T48" fmla="*/ 113 w 270"/>
                <a:gd name="T49" fmla="*/ 75 h 335"/>
                <a:gd name="T50" fmla="*/ 74 w 270"/>
                <a:gd name="T51" fmla="*/ 75 h 335"/>
                <a:gd name="T52" fmla="*/ 139 w 270"/>
                <a:gd name="T53" fmla="*/ 9 h 335"/>
                <a:gd name="T54" fmla="*/ 196 w 270"/>
                <a:gd name="T55" fmla="*/ 75 h 335"/>
                <a:gd name="T56" fmla="*/ 161 w 270"/>
                <a:gd name="T57" fmla="*/ 75 h 335"/>
                <a:gd name="T58" fmla="*/ 196 w 270"/>
                <a:gd name="T59" fmla="*/ 110 h 335"/>
                <a:gd name="T60" fmla="*/ 161 w 270"/>
                <a:gd name="T61" fmla="*/ 110 h 335"/>
                <a:gd name="T62" fmla="*/ 252 w 270"/>
                <a:gd name="T63" fmla="*/ 207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70" h="335">
                  <a:moveTo>
                    <a:pt x="217" y="119"/>
                  </a:moveTo>
                  <a:lnTo>
                    <a:pt x="178" y="80"/>
                  </a:lnTo>
                  <a:lnTo>
                    <a:pt x="217" y="80"/>
                  </a:lnTo>
                  <a:lnTo>
                    <a:pt x="139" y="0"/>
                  </a:lnTo>
                  <a:lnTo>
                    <a:pt x="56" y="80"/>
                  </a:lnTo>
                  <a:lnTo>
                    <a:pt x="96" y="80"/>
                  </a:lnTo>
                  <a:lnTo>
                    <a:pt x="56" y="119"/>
                  </a:lnTo>
                  <a:lnTo>
                    <a:pt x="96" y="119"/>
                  </a:lnTo>
                  <a:lnTo>
                    <a:pt x="0" y="216"/>
                  </a:lnTo>
                  <a:lnTo>
                    <a:pt x="113" y="216"/>
                  </a:lnTo>
                  <a:lnTo>
                    <a:pt x="113" y="335"/>
                  </a:lnTo>
                  <a:lnTo>
                    <a:pt x="157" y="335"/>
                  </a:lnTo>
                  <a:lnTo>
                    <a:pt x="157" y="216"/>
                  </a:lnTo>
                  <a:lnTo>
                    <a:pt x="270" y="216"/>
                  </a:lnTo>
                  <a:lnTo>
                    <a:pt x="178" y="119"/>
                  </a:lnTo>
                  <a:lnTo>
                    <a:pt x="217" y="119"/>
                  </a:lnTo>
                  <a:close/>
                  <a:moveTo>
                    <a:pt x="252" y="207"/>
                  </a:moveTo>
                  <a:lnTo>
                    <a:pt x="148" y="207"/>
                  </a:lnTo>
                  <a:lnTo>
                    <a:pt x="148" y="331"/>
                  </a:lnTo>
                  <a:lnTo>
                    <a:pt x="122" y="331"/>
                  </a:lnTo>
                  <a:lnTo>
                    <a:pt x="122" y="207"/>
                  </a:lnTo>
                  <a:lnTo>
                    <a:pt x="22" y="207"/>
                  </a:lnTo>
                  <a:lnTo>
                    <a:pt x="113" y="110"/>
                  </a:lnTo>
                  <a:lnTo>
                    <a:pt x="74" y="110"/>
                  </a:lnTo>
                  <a:lnTo>
                    <a:pt x="113" y="75"/>
                  </a:lnTo>
                  <a:lnTo>
                    <a:pt x="74" y="75"/>
                  </a:lnTo>
                  <a:lnTo>
                    <a:pt x="139" y="9"/>
                  </a:lnTo>
                  <a:lnTo>
                    <a:pt x="196" y="75"/>
                  </a:lnTo>
                  <a:lnTo>
                    <a:pt x="161" y="75"/>
                  </a:lnTo>
                  <a:lnTo>
                    <a:pt x="196" y="110"/>
                  </a:lnTo>
                  <a:lnTo>
                    <a:pt x="161" y="110"/>
                  </a:lnTo>
                  <a:lnTo>
                    <a:pt x="252" y="2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6" name="Freeform 283"/>
            <p:cNvSpPr>
              <a:spLocks noEditPoints="1"/>
            </p:cNvSpPr>
            <p:nvPr userDrawn="1"/>
          </p:nvSpPr>
          <p:spPr bwMode="auto">
            <a:xfrm>
              <a:off x="11722100" y="4714875"/>
              <a:ext cx="26988" cy="34925"/>
            </a:xfrm>
            <a:custGeom>
              <a:avLst/>
              <a:gdLst>
                <a:gd name="T0" fmla="*/ 2 w 4"/>
                <a:gd name="T1" fmla="*/ 0 h 5"/>
                <a:gd name="T2" fmla="*/ 0 w 4"/>
                <a:gd name="T3" fmla="*/ 1 h 5"/>
                <a:gd name="T4" fmla="*/ 1 w 4"/>
                <a:gd name="T5" fmla="*/ 4 h 5"/>
                <a:gd name="T6" fmla="*/ 2 w 4"/>
                <a:gd name="T7" fmla="*/ 5 h 5"/>
                <a:gd name="T8" fmla="*/ 3 w 4"/>
                <a:gd name="T9" fmla="*/ 4 h 5"/>
                <a:gd name="T10" fmla="*/ 3 w 4"/>
                <a:gd name="T11" fmla="*/ 1 h 5"/>
                <a:gd name="T12" fmla="*/ 2 w 4"/>
                <a:gd name="T13" fmla="*/ 0 h 5"/>
                <a:gd name="T14" fmla="*/ 2 w 4"/>
                <a:gd name="T15" fmla="*/ 4 h 5"/>
                <a:gd name="T16" fmla="*/ 1 w 4"/>
                <a:gd name="T17" fmla="*/ 3 h 5"/>
                <a:gd name="T18" fmla="*/ 1 w 4"/>
                <a:gd name="T19" fmla="*/ 1 h 5"/>
                <a:gd name="T20" fmla="*/ 2 w 4"/>
                <a:gd name="T21" fmla="*/ 1 h 5"/>
                <a:gd name="T22" fmla="*/ 2 w 4"/>
                <a:gd name="T23" fmla="*/ 1 h 5"/>
                <a:gd name="T24" fmla="*/ 2 w 4"/>
                <a:gd name="T25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cubicBezTo>
                    <a:pt x="1" y="0"/>
                    <a:pt x="1" y="0"/>
                    <a:pt x="0" y="1"/>
                  </a:cubicBezTo>
                  <a:cubicBezTo>
                    <a:pt x="0" y="1"/>
                    <a:pt x="0" y="4"/>
                    <a:pt x="1" y="4"/>
                  </a:cubicBezTo>
                  <a:cubicBezTo>
                    <a:pt x="1" y="4"/>
                    <a:pt x="2" y="5"/>
                    <a:pt x="2" y="5"/>
                  </a:cubicBezTo>
                  <a:cubicBezTo>
                    <a:pt x="2" y="5"/>
                    <a:pt x="2" y="4"/>
                    <a:pt x="3" y="4"/>
                  </a:cubicBezTo>
                  <a:cubicBezTo>
                    <a:pt x="4" y="4"/>
                    <a:pt x="4" y="2"/>
                    <a:pt x="3" y="1"/>
                  </a:cubicBezTo>
                  <a:cubicBezTo>
                    <a:pt x="3" y="0"/>
                    <a:pt x="2" y="0"/>
                    <a:pt x="2" y="0"/>
                  </a:cubicBezTo>
                  <a:close/>
                  <a:moveTo>
                    <a:pt x="2" y="4"/>
                  </a:moveTo>
                  <a:cubicBezTo>
                    <a:pt x="2" y="4"/>
                    <a:pt x="2" y="4"/>
                    <a:pt x="1" y="3"/>
                  </a:cubicBezTo>
                  <a:cubicBezTo>
                    <a:pt x="1" y="3"/>
                    <a:pt x="1" y="2"/>
                    <a:pt x="1" y="1"/>
                  </a:cubicBezTo>
                  <a:cubicBezTo>
                    <a:pt x="1" y="1"/>
                    <a:pt x="1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2"/>
                    <a:pt x="3" y="3"/>
                    <a:pt x="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7" name="Freeform 284"/>
            <p:cNvSpPr>
              <a:spLocks noEditPoints="1"/>
            </p:cNvSpPr>
            <p:nvPr userDrawn="1"/>
          </p:nvSpPr>
          <p:spPr bwMode="auto">
            <a:xfrm>
              <a:off x="11798300" y="4778375"/>
              <a:ext cx="20638" cy="34925"/>
            </a:xfrm>
            <a:custGeom>
              <a:avLst/>
              <a:gdLst>
                <a:gd name="T0" fmla="*/ 0 w 3"/>
                <a:gd name="T1" fmla="*/ 3 h 5"/>
                <a:gd name="T2" fmla="*/ 1 w 3"/>
                <a:gd name="T3" fmla="*/ 5 h 5"/>
                <a:gd name="T4" fmla="*/ 2 w 3"/>
                <a:gd name="T5" fmla="*/ 5 h 5"/>
                <a:gd name="T6" fmla="*/ 3 w 3"/>
                <a:gd name="T7" fmla="*/ 4 h 5"/>
                <a:gd name="T8" fmla="*/ 3 w 3"/>
                <a:gd name="T9" fmla="*/ 1 h 5"/>
                <a:gd name="T10" fmla="*/ 1 w 3"/>
                <a:gd name="T11" fmla="*/ 0 h 5"/>
                <a:gd name="T12" fmla="*/ 0 w 3"/>
                <a:gd name="T13" fmla="*/ 3 h 5"/>
                <a:gd name="T14" fmla="*/ 2 w 3"/>
                <a:gd name="T15" fmla="*/ 1 h 5"/>
                <a:gd name="T16" fmla="*/ 2 w 3"/>
                <a:gd name="T17" fmla="*/ 2 h 5"/>
                <a:gd name="T18" fmla="*/ 2 w 3"/>
                <a:gd name="T19" fmla="*/ 4 h 5"/>
                <a:gd name="T20" fmla="*/ 2 w 3"/>
                <a:gd name="T21" fmla="*/ 4 h 5"/>
                <a:gd name="T22" fmla="*/ 1 w 3"/>
                <a:gd name="T23" fmla="*/ 4 h 5"/>
                <a:gd name="T24" fmla="*/ 1 w 3"/>
                <a:gd name="T25" fmla="*/ 3 h 5"/>
                <a:gd name="T26" fmla="*/ 1 w 3"/>
                <a:gd name="T27" fmla="*/ 1 h 5"/>
                <a:gd name="T28" fmla="*/ 2 w 3"/>
                <a:gd name="T29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" h="5">
                  <a:moveTo>
                    <a:pt x="0" y="3"/>
                  </a:moveTo>
                  <a:cubicBezTo>
                    <a:pt x="0" y="4"/>
                    <a:pt x="1" y="5"/>
                    <a:pt x="1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2" y="5"/>
                    <a:pt x="3" y="4"/>
                  </a:cubicBezTo>
                  <a:cubicBezTo>
                    <a:pt x="3" y="4"/>
                    <a:pt x="3" y="2"/>
                    <a:pt x="3" y="1"/>
                  </a:cubicBezTo>
                  <a:cubicBezTo>
                    <a:pt x="3" y="1"/>
                    <a:pt x="2" y="0"/>
                    <a:pt x="1" y="0"/>
                  </a:cubicBezTo>
                  <a:cubicBezTo>
                    <a:pt x="0" y="1"/>
                    <a:pt x="0" y="2"/>
                    <a:pt x="0" y="3"/>
                  </a:cubicBezTo>
                  <a:close/>
                  <a:moveTo>
                    <a:pt x="2" y="1"/>
                  </a:moveTo>
                  <a:cubicBezTo>
                    <a:pt x="2" y="1"/>
                    <a:pt x="2" y="1"/>
                    <a:pt x="2" y="2"/>
                  </a:cubicBezTo>
                  <a:cubicBezTo>
                    <a:pt x="2" y="2"/>
                    <a:pt x="2" y="3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1" y="4"/>
                    <a:pt x="1" y="4"/>
                  </a:cubicBezTo>
                  <a:cubicBezTo>
                    <a:pt x="1" y="4"/>
                    <a:pt x="1" y="3"/>
                    <a:pt x="1" y="3"/>
                  </a:cubicBezTo>
                  <a:cubicBezTo>
                    <a:pt x="1" y="2"/>
                    <a:pt x="1" y="1"/>
                    <a:pt x="1" y="1"/>
                  </a:cubicBezTo>
                  <a:cubicBezTo>
                    <a:pt x="1" y="1"/>
                    <a:pt x="1" y="1"/>
                    <a:pt x="2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8" name="Freeform 285"/>
            <p:cNvSpPr>
              <a:spLocks noEditPoints="1"/>
            </p:cNvSpPr>
            <p:nvPr userDrawn="1"/>
          </p:nvSpPr>
          <p:spPr bwMode="auto">
            <a:xfrm>
              <a:off x="10941050" y="4232275"/>
              <a:ext cx="1244600" cy="615950"/>
            </a:xfrm>
            <a:custGeom>
              <a:avLst/>
              <a:gdLst>
                <a:gd name="T0" fmla="*/ 175 w 180"/>
                <a:gd name="T1" fmla="*/ 84 h 88"/>
                <a:gd name="T2" fmla="*/ 168 w 180"/>
                <a:gd name="T3" fmla="*/ 84 h 88"/>
                <a:gd name="T4" fmla="*/ 168 w 180"/>
                <a:gd name="T5" fmla="*/ 3 h 88"/>
                <a:gd name="T6" fmla="*/ 165 w 180"/>
                <a:gd name="T7" fmla="*/ 0 h 88"/>
                <a:gd name="T8" fmla="*/ 56 w 180"/>
                <a:gd name="T9" fmla="*/ 0 h 88"/>
                <a:gd name="T10" fmla="*/ 52 w 180"/>
                <a:gd name="T11" fmla="*/ 5 h 88"/>
                <a:gd name="T12" fmla="*/ 52 w 180"/>
                <a:gd name="T13" fmla="*/ 42 h 88"/>
                <a:gd name="T14" fmla="*/ 125 w 180"/>
                <a:gd name="T15" fmla="*/ 43 h 88"/>
                <a:gd name="T16" fmla="*/ 127 w 180"/>
                <a:gd name="T17" fmla="*/ 65 h 88"/>
                <a:gd name="T18" fmla="*/ 165 w 180"/>
                <a:gd name="T19" fmla="*/ 66 h 88"/>
                <a:gd name="T20" fmla="*/ 107 w 180"/>
                <a:gd name="T21" fmla="*/ 85 h 88"/>
                <a:gd name="T22" fmla="*/ 126 w 180"/>
                <a:gd name="T23" fmla="*/ 66 h 88"/>
                <a:gd name="T24" fmla="*/ 126 w 180"/>
                <a:gd name="T25" fmla="*/ 45 h 88"/>
                <a:gd name="T26" fmla="*/ 21 w 180"/>
                <a:gd name="T27" fmla="*/ 43 h 88"/>
                <a:gd name="T28" fmla="*/ 17 w 180"/>
                <a:gd name="T29" fmla="*/ 44 h 88"/>
                <a:gd name="T30" fmla="*/ 16 w 180"/>
                <a:gd name="T31" fmla="*/ 49 h 88"/>
                <a:gd name="T32" fmla="*/ 15 w 180"/>
                <a:gd name="T33" fmla="*/ 65 h 88"/>
                <a:gd name="T34" fmla="*/ 13 w 180"/>
                <a:gd name="T35" fmla="*/ 64 h 88"/>
                <a:gd name="T36" fmla="*/ 10 w 180"/>
                <a:gd name="T37" fmla="*/ 62 h 88"/>
                <a:gd name="T38" fmla="*/ 6 w 180"/>
                <a:gd name="T39" fmla="*/ 62 h 88"/>
                <a:gd name="T40" fmla="*/ 5 w 180"/>
                <a:gd name="T41" fmla="*/ 68 h 88"/>
                <a:gd name="T42" fmla="*/ 5 w 180"/>
                <a:gd name="T43" fmla="*/ 84 h 88"/>
                <a:gd name="T44" fmla="*/ 0 w 180"/>
                <a:gd name="T45" fmla="*/ 86 h 88"/>
                <a:gd name="T46" fmla="*/ 3 w 180"/>
                <a:gd name="T47" fmla="*/ 88 h 88"/>
                <a:gd name="T48" fmla="*/ 6 w 180"/>
                <a:gd name="T49" fmla="*/ 88 h 88"/>
                <a:gd name="T50" fmla="*/ 172 w 180"/>
                <a:gd name="T51" fmla="*/ 88 h 88"/>
                <a:gd name="T52" fmla="*/ 180 w 180"/>
                <a:gd name="T53" fmla="*/ 87 h 88"/>
                <a:gd name="T54" fmla="*/ 178 w 180"/>
                <a:gd name="T55" fmla="*/ 87 h 88"/>
                <a:gd name="T56" fmla="*/ 169 w 180"/>
                <a:gd name="T57" fmla="*/ 87 h 88"/>
                <a:gd name="T58" fmla="*/ 5 w 180"/>
                <a:gd name="T59" fmla="*/ 87 h 88"/>
                <a:gd name="T60" fmla="*/ 1 w 180"/>
                <a:gd name="T61" fmla="*/ 86 h 88"/>
                <a:gd name="T62" fmla="*/ 4 w 180"/>
                <a:gd name="T63" fmla="*/ 85 h 88"/>
                <a:gd name="T64" fmla="*/ 6 w 180"/>
                <a:gd name="T65" fmla="*/ 85 h 88"/>
                <a:gd name="T66" fmla="*/ 6 w 180"/>
                <a:gd name="T67" fmla="*/ 68 h 88"/>
                <a:gd name="T68" fmla="*/ 7 w 180"/>
                <a:gd name="T69" fmla="*/ 63 h 88"/>
                <a:gd name="T70" fmla="*/ 10 w 180"/>
                <a:gd name="T71" fmla="*/ 63 h 88"/>
                <a:gd name="T72" fmla="*/ 12 w 180"/>
                <a:gd name="T73" fmla="*/ 64 h 88"/>
                <a:gd name="T74" fmla="*/ 13 w 180"/>
                <a:gd name="T75" fmla="*/ 66 h 88"/>
                <a:gd name="T76" fmla="*/ 17 w 180"/>
                <a:gd name="T77" fmla="*/ 66 h 88"/>
                <a:gd name="T78" fmla="*/ 17 w 180"/>
                <a:gd name="T79" fmla="*/ 66 h 88"/>
                <a:gd name="T80" fmla="*/ 17 w 180"/>
                <a:gd name="T81" fmla="*/ 48 h 88"/>
                <a:gd name="T82" fmla="*/ 20 w 180"/>
                <a:gd name="T83" fmla="*/ 44 h 88"/>
                <a:gd name="T84" fmla="*/ 125 w 180"/>
                <a:gd name="T85" fmla="*/ 44 h 88"/>
                <a:gd name="T86" fmla="*/ 126 w 180"/>
                <a:gd name="T87" fmla="*/ 65 h 88"/>
                <a:gd name="T88" fmla="*/ 106 w 180"/>
                <a:gd name="T89" fmla="*/ 66 h 88"/>
                <a:gd name="T90" fmla="*/ 107 w 180"/>
                <a:gd name="T91" fmla="*/ 85 h 88"/>
                <a:gd name="T92" fmla="*/ 166 w 180"/>
                <a:gd name="T93" fmla="*/ 85 h 88"/>
                <a:gd name="T94" fmla="*/ 166 w 180"/>
                <a:gd name="T95" fmla="*/ 65 h 88"/>
                <a:gd name="T96" fmla="*/ 128 w 180"/>
                <a:gd name="T97" fmla="*/ 45 h 88"/>
                <a:gd name="T98" fmla="*/ 53 w 180"/>
                <a:gd name="T99" fmla="*/ 42 h 88"/>
                <a:gd name="T100" fmla="*/ 53 w 180"/>
                <a:gd name="T101" fmla="*/ 5 h 88"/>
                <a:gd name="T102" fmla="*/ 56 w 180"/>
                <a:gd name="T103" fmla="*/ 1 h 88"/>
                <a:gd name="T104" fmla="*/ 165 w 180"/>
                <a:gd name="T105" fmla="*/ 1 h 88"/>
                <a:gd name="T106" fmla="*/ 167 w 180"/>
                <a:gd name="T107" fmla="*/ 3 h 88"/>
                <a:gd name="T108" fmla="*/ 167 w 180"/>
                <a:gd name="T109" fmla="*/ 85 h 88"/>
                <a:gd name="T110" fmla="*/ 174 w 180"/>
                <a:gd name="T111" fmla="*/ 85 h 88"/>
                <a:gd name="T112" fmla="*/ 179 w 180"/>
                <a:gd name="T113" fmla="*/ 86 h 88"/>
                <a:gd name="T114" fmla="*/ 178 w 180"/>
                <a:gd name="T115" fmla="*/ 87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80" h="88">
                  <a:moveTo>
                    <a:pt x="180" y="85"/>
                  </a:moveTo>
                  <a:cubicBezTo>
                    <a:pt x="179" y="84"/>
                    <a:pt x="177" y="84"/>
                    <a:pt x="175" y="84"/>
                  </a:cubicBezTo>
                  <a:cubicBezTo>
                    <a:pt x="175" y="84"/>
                    <a:pt x="175" y="84"/>
                    <a:pt x="174" y="84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8" y="80"/>
                    <a:pt x="168" y="73"/>
                    <a:pt x="168" y="64"/>
                  </a:cubicBezTo>
                  <a:cubicBezTo>
                    <a:pt x="168" y="40"/>
                    <a:pt x="168" y="4"/>
                    <a:pt x="168" y="3"/>
                  </a:cubicBezTo>
                  <a:cubicBezTo>
                    <a:pt x="168" y="3"/>
                    <a:pt x="168" y="2"/>
                    <a:pt x="167" y="1"/>
                  </a:cubicBezTo>
                  <a:cubicBezTo>
                    <a:pt x="167" y="0"/>
                    <a:pt x="166" y="0"/>
                    <a:pt x="165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57" y="0"/>
                    <a:pt x="56" y="0"/>
                    <a:pt x="56" y="0"/>
                  </a:cubicBezTo>
                  <a:cubicBezTo>
                    <a:pt x="55" y="0"/>
                    <a:pt x="54" y="0"/>
                    <a:pt x="53" y="0"/>
                  </a:cubicBezTo>
                  <a:cubicBezTo>
                    <a:pt x="52" y="0"/>
                    <a:pt x="52" y="3"/>
                    <a:pt x="52" y="5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2" y="42"/>
                    <a:pt x="52" y="42"/>
                    <a:pt x="52" y="42"/>
                  </a:cubicBezTo>
                  <a:cubicBezTo>
                    <a:pt x="52" y="43"/>
                    <a:pt x="52" y="43"/>
                    <a:pt x="52" y="43"/>
                  </a:cubicBezTo>
                  <a:cubicBezTo>
                    <a:pt x="125" y="43"/>
                    <a:pt x="125" y="43"/>
                    <a:pt x="125" y="43"/>
                  </a:cubicBezTo>
                  <a:cubicBezTo>
                    <a:pt x="126" y="43"/>
                    <a:pt x="127" y="44"/>
                    <a:pt x="127" y="45"/>
                  </a:cubicBezTo>
                  <a:cubicBezTo>
                    <a:pt x="127" y="65"/>
                    <a:pt x="127" y="65"/>
                    <a:pt x="127" y="65"/>
                  </a:cubicBezTo>
                  <a:cubicBezTo>
                    <a:pt x="127" y="66"/>
                    <a:pt x="127" y="66"/>
                    <a:pt x="127" y="66"/>
                  </a:cubicBezTo>
                  <a:cubicBezTo>
                    <a:pt x="165" y="66"/>
                    <a:pt x="165" y="66"/>
                    <a:pt x="165" y="66"/>
                  </a:cubicBezTo>
                  <a:cubicBezTo>
                    <a:pt x="165" y="85"/>
                    <a:pt x="165" y="85"/>
                    <a:pt x="165" y="85"/>
                  </a:cubicBezTo>
                  <a:cubicBezTo>
                    <a:pt x="107" y="85"/>
                    <a:pt x="107" y="85"/>
                    <a:pt x="107" y="85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26" y="66"/>
                    <a:pt x="126" y="66"/>
                    <a:pt x="126" y="66"/>
                  </a:cubicBezTo>
                  <a:cubicBezTo>
                    <a:pt x="126" y="66"/>
                    <a:pt x="126" y="66"/>
                    <a:pt x="126" y="6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4"/>
                    <a:pt x="126" y="43"/>
                    <a:pt x="125" y="43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3"/>
                    <a:pt x="21" y="43"/>
                    <a:pt x="20" y="43"/>
                  </a:cubicBezTo>
                  <a:cubicBezTo>
                    <a:pt x="19" y="43"/>
                    <a:pt x="18" y="43"/>
                    <a:pt x="17" y="44"/>
                  </a:cubicBezTo>
                  <a:cubicBezTo>
                    <a:pt x="16" y="44"/>
                    <a:pt x="16" y="46"/>
                    <a:pt x="16" y="48"/>
                  </a:cubicBezTo>
                  <a:cubicBezTo>
                    <a:pt x="16" y="48"/>
                    <a:pt x="16" y="49"/>
                    <a:pt x="16" y="49"/>
                  </a:cubicBezTo>
                  <a:cubicBezTo>
                    <a:pt x="16" y="65"/>
                    <a:pt x="16" y="65"/>
                    <a:pt x="16" y="65"/>
                  </a:cubicBezTo>
                  <a:cubicBezTo>
                    <a:pt x="16" y="65"/>
                    <a:pt x="16" y="65"/>
                    <a:pt x="15" y="65"/>
                  </a:cubicBezTo>
                  <a:cubicBezTo>
                    <a:pt x="15" y="65"/>
                    <a:pt x="14" y="65"/>
                    <a:pt x="13" y="65"/>
                  </a:cubicBezTo>
                  <a:cubicBezTo>
                    <a:pt x="13" y="65"/>
                    <a:pt x="13" y="65"/>
                    <a:pt x="13" y="64"/>
                  </a:cubicBezTo>
                  <a:cubicBezTo>
                    <a:pt x="13" y="64"/>
                    <a:pt x="13" y="63"/>
                    <a:pt x="13" y="62"/>
                  </a:cubicBezTo>
                  <a:cubicBezTo>
                    <a:pt x="12" y="62"/>
                    <a:pt x="11" y="62"/>
                    <a:pt x="10" y="62"/>
                  </a:cubicBezTo>
                  <a:cubicBezTo>
                    <a:pt x="10" y="62"/>
                    <a:pt x="9" y="62"/>
                    <a:pt x="9" y="62"/>
                  </a:cubicBezTo>
                  <a:cubicBezTo>
                    <a:pt x="8" y="62"/>
                    <a:pt x="7" y="62"/>
                    <a:pt x="6" y="62"/>
                  </a:cubicBezTo>
                  <a:cubicBezTo>
                    <a:pt x="5" y="63"/>
                    <a:pt x="5" y="64"/>
                    <a:pt x="5" y="66"/>
                  </a:cubicBezTo>
                  <a:cubicBezTo>
                    <a:pt x="5" y="67"/>
                    <a:pt x="5" y="67"/>
                    <a:pt x="5" y="68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5" y="76"/>
                    <a:pt x="5" y="81"/>
                    <a:pt x="5" y="84"/>
                  </a:cubicBezTo>
                  <a:cubicBezTo>
                    <a:pt x="5" y="84"/>
                    <a:pt x="5" y="84"/>
                    <a:pt x="4" y="84"/>
                  </a:cubicBezTo>
                  <a:cubicBezTo>
                    <a:pt x="3" y="84"/>
                    <a:pt x="0" y="84"/>
                    <a:pt x="0" y="86"/>
                  </a:cubicBezTo>
                  <a:cubicBezTo>
                    <a:pt x="0" y="87"/>
                    <a:pt x="0" y="87"/>
                    <a:pt x="1" y="87"/>
                  </a:cubicBezTo>
                  <a:cubicBezTo>
                    <a:pt x="1" y="88"/>
                    <a:pt x="2" y="88"/>
                    <a:pt x="3" y="88"/>
                  </a:cubicBezTo>
                  <a:cubicBezTo>
                    <a:pt x="4" y="88"/>
                    <a:pt x="4" y="88"/>
                    <a:pt x="5" y="88"/>
                  </a:cubicBezTo>
                  <a:cubicBezTo>
                    <a:pt x="5" y="88"/>
                    <a:pt x="6" y="88"/>
                    <a:pt x="6" y="88"/>
                  </a:cubicBezTo>
                  <a:cubicBezTo>
                    <a:pt x="169" y="88"/>
                    <a:pt x="169" y="88"/>
                    <a:pt x="169" y="88"/>
                  </a:cubicBezTo>
                  <a:cubicBezTo>
                    <a:pt x="170" y="88"/>
                    <a:pt x="171" y="88"/>
                    <a:pt x="172" y="88"/>
                  </a:cubicBezTo>
                  <a:cubicBezTo>
                    <a:pt x="174" y="88"/>
                    <a:pt x="176" y="88"/>
                    <a:pt x="178" y="88"/>
                  </a:cubicBezTo>
                  <a:cubicBezTo>
                    <a:pt x="180" y="88"/>
                    <a:pt x="180" y="87"/>
                    <a:pt x="180" y="87"/>
                  </a:cubicBezTo>
                  <a:cubicBezTo>
                    <a:pt x="180" y="86"/>
                    <a:pt x="180" y="85"/>
                    <a:pt x="180" y="85"/>
                  </a:cubicBezTo>
                  <a:close/>
                  <a:moveTo>
                    <a:pt x="178" y="87"/>
                  </a:moveTo>
                  <a:cubicBezTo>
                    <a:pt x="176" y="87"/>
                    <a:pt x="174" y="87"/>
                    <a:pt x="172" y="87"/>
                  </a:cubicBezTo>
                  <a:cubicBezTo>
                    <a:pt x="171" y="87"/>
                    <a:pt x="170" y="87"/>
                    <a:pt x="169" y="87"/>
                  </a:cubicBezTo>
                  <a:cubicBezTo>
                    <a:pt x="6" y="87"/>
                    <a:pt x="6" y="87"/>
                    <a:pt x="6" y="87"/>
                  </a:cubicBezTo>
                  <a:cubicBezTo>
                    <a:pt x="6" y="87"/>
                    <a:pt x="5" y="87"/>
                    <a:pt x="5" y="87"/>
                  </a:cubicBezTo>
                  <a:cubicBezTo>
                    <a:pt x="3" y="87"/>
                    <a:pt x="2" y="87"/>
                    <a:pt x="1" y="87"/>
                  </a:cubicBezTo>
                  <a:cubicBezTo>
                    <a:pt x="1" y="87"/>
                    <a:pt x="1" y="87"/>
                    <a:pt x="1" y="86"/>
                  </a:cubicBezTo>
                  <a:cubicBezTo>
                    <a:pt x="1" y="85"/>
                    <a:pt x="2" y="85"/>
                    <a:pt x="3" y="85"/>
                  </a:cubicBezTo>
                  <a:cubicBezTo>
                    <a:pt x="3" y="85"/>
                    <a:pt x="4" y="85"/>
                    <a:pt x="4" y="85"/>
                  </a:cubicBezTo>
                  <a:cubicBezTo>
                    <a:pt x="5" y="85"/>
                    <a:pt x="5" y="85"/>
                    <a:pt x="6" y="85"/>
                  </a:cubicBezTo>
                  <a:cubicBezTo>
                    <a:pt x="6" y="85"/>
                    <a:pt x="6" y="85"/>
                    <a:pt x="6" y="85"/>
                  </a:cubicBezTo>
                  <a:cubicBezTo>
                    <a:pt x="6" y="81"/>
                    <a:pt x="6" y="76"/>
                    <a:pt x="6" y="72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7"/>
                    <a:pt x="6" y="67"/>
                    <a:pt x="6" y="66"/>
                  </a:cubicBezTo>
                  <a:cubicBezTo>
                    <a:pt x="6" y="65"/>
                    <a:pt x="6" y="63"/>
                    <a:pt x="7" y="63"/>
                  </a:cubicBezTo>
                  <a:cubicBezTo>
                    <a:pt x="7" y="62"/>
                    <a:pt x="8" y="63"/>
                    <a:pt x="9" y="63"/>
                  </a:cubicBezTo>
                  <a:cubicBezTo>
                    <a:pt x="9" y="63"/>
                    <a:pt x="10" y="63"/>
                    <a:pt x="10" y="63"/>
                  </a:cubicBezTo>
                  <a:cubicBezTo>
                    <a:pt x="11" y="62"/>
                    <a:pt x="12" y="62"/>
                    <a:pt x="12" y="63"/>
                  </a:cubicBezTo>
                  <a:cubicBezTo>
                    <a:pt x="12" y="63"/>
                    <a:pt x="12" y="64"/>
                    <a:pt x="12" y="64"/>
                  </a:cubicBezTo>
                  <a:cubicBezTo>
                    <a:pt x="12" y="65"/>
                    <a:pt x="12" y="65"/>
                    <a:pt x="12" y="66"/>
                  </a:cubicBezTo>
                  <a:cubicBezTo>
                    <a:pt x="12" y="66"/>
                    <a:pt x="12" y="66"/>
                    <a:pt x="13" y="66"/>
                  </a:cubicBezTo>
                  <a:cubicBezTo>
                    <a:pt x="13" y="66"/>
                    <a:pt x="14" y="66"/>
                    <a:pt x="15" y="66"/>
                  </a:cubicBezTo>
                  <a:cubicBezTo>
                    <a:pt x="16" y="66"/>
                    <a:pt x="16" y="66"/>
                    <a:pt x="17" y="66"/>
                  </a:cubicBezTo>
                  <a:cubicBezTo>
                    <a:pt x="17" y="66"/>
                    <a:pt x="17" y="66"/>
                    <a:pt x="17" y="66"/>
                  </a:cubicBezTo>
                  <a:cubicBezTo>
                    <a:pt x="17" y="66"/>
                    <a:pt x="17" y="66"/>
                    <a:pt x="17" y="66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7" y="49"/>
                    <a:pt x="17" y="48"/>
                    <a:pt x="17" y="48"/>
                  </a:cubicBezTo>
                  <a:cubicBezTo>
                    <a:pt x="17" y="47"/>
                    <a:pt x="17" y="45"/>
                    <a:pt x="18" y="44"/>
                  </a:cubicBezTo>
                  <a:cubicBezTo>
                    <a:pt x="18" y="44"/>
                    <a:pt x="19" y="44"/>
                    <a:pt x="20" y="44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125" y="44"/>
                    <a:pt x="125" y="44"/>
                    <a:pt x="125" y="44"/>
                  </a:cubicBezTo>
                  <a:cubicBezTo>
                    <a:pt x="125" y="44"/>
                    <a:pt x="126" y="44"/>
                    <a:pt x="126" y="45"/>
                  </a:cubicBezTo>
                  <a:cubicBezTo>
                    <a:pt x="126" y="65"/>
                    <a:pt x="126" y="65"/>
                    <a:pt x="126" y="65"/>
                  </a:cubicBezTo>
                  <a:cubicBezTo>
                    <a:pt x="107" y="65"/>
                    <a:pt x="107" y="65"/>
                    <a:pt x="107" y="65"/>
                  </a:cubicBezTo>
                  <a:cubicBezTo>
                    <a:pt x="107" y="65"/>
                    <a:pt x="106" y="65"/>
                    <a:pt x="106" y="66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06" y="85"/>
                    <a:pt x="107" y="85"/>
                    <a:pt x="107" y="85"/>
                  </a:cubicBezTo>
                  <a:cubicBezTo>
                    <a:pt x="166" y="85"/>
                    <a:pt x="166" y="85"/>
                    <a:pt x="166" y="85"/>
                  </a:cubicBezTo>
                  <a:cubicBezTo>
                    <a:pt x="166" y="85"/>
                    <a:pt x="166" y="85"/>
                    <a:pt x="166" y="85"/>
                  </a:cubicBezTo>
                  <a:cubicBezTo>
                    <a:pt x="166" y="65"/>
                    <a:pt x="166" y="65"/>
                    <a:pt x="166" y="65"/>
                  </a:cubicBezTo>
                  <a:cubicBezTo>
                    <a:pt x="166" y="65"/>
                    <a:pt x="166" y="65"/>
                    <a:pt x="166" y="65"/>
                  </a:cubicBezTo>
                  <a:cubicBezTo>
                    <a:pt x="128" y="65"/>
                    <a:pt x="128" y="65"/>
                    <a:pt x="128" y="65"/>
                  </a:cubicBezTo>
                  <a:cubicBezTo>
                    <a:pt x="128" y="45"/>
                    <a:pt x="128" y="45"/>
                    <a:pt x="128" y="45"/>
                  </a:cubicBezTo>
                  <a:cubicBezTo>
                    <a:pt x="128" y="43"/>
                    <a:pt x="126" y="42"/>
                    <a:pt x="125" y="42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3" y="6"/>
                    <a:pt x="53" y="6"/>
                    <a:pt x="53" y="5"/>
                  </a:cubicBezTo>
                  <a:cubicBezTo>
                    <a:pt x="53" y="3"/>
                    <a:pt x="53" y="1"/>
                    <a:pt x="54" y="1"/>
                  </a:cubicBezTo>
                  <a:cubicBezTo>
                    <a:pt x="54" y="1"/>
                    <a:pt x="55" y="1"/>
                    <a:pt x="56" y="1"/>
                  </a:cubicBezTo>
                  <a:cubicBezTo>
                    <a:pt x="56" y="1"/>
                    <a:pt x="57" y="1"/>
                    <a:pt x="57" y="1"/>
                  </a:cubicBezTo>
                  <a:cubicBezTo>
                    <a:pt x="165" y="1"/>
                    <a:pt x="165" y="1"/>
                    <a:pt x="165" y="1"/>
                  </a:cubicBezTo>
                  <a:cubicBezTo>
                    <a:pt x="166" y="1"/>
                    <a:pt x="166" y="1"/>
                    <a:pt x="167" y="2"/>
                  </a:cubicBezTo>
                  <a:cubicBezTo>
                    <a:pt x="167" y="2"/>
                    <a:pt x="167" y="3"/>
                    <a:pt x="167" y="3"/>
                  </a:cubicBezTo>
                  <a:cubicBezTo>
                    <a:pt x="167" y="4"/>
                    <a:pt x="167" y="31"/>
                    <a:pt x="167" y="64"/>
                  </a:cubicBezTo>
                  <a:cubicBezTo>
                    <a:pt x="167" y="73"/>
                    <a:pt x="167" y="81"/>
                    <a:pt x="167" y="85"/>
                  </a:cubicBezTo>
                  <a:cubicBezTo>
                    <a:pt x="167" y="85"/>
                    <a:pt x="167" y="85"/>
                    <a:pt x="168" y="85"/>
                  </a:cubicBezTo>
                  <a:cubicBezTo>
                    <a:pt x="174" y="85"/>
                    <a:pt x="174" y="85"/>
                    <a:pt x="174" y="85"/>
                  </a:cubicBezTo>
                  <a:cubicBezTo>
                    <a:pt x="175" y="85"/>
                    <a:pt x="175" y="85"/>
                    <a:pt x="175" y="85"/>
                  </a:cubicBezTo>
                  <a:cubicBezTo>
                    <a:pt x="177" y="85"/>
                    <a:pt x="178" y="85"/>
                    <a:pt x="179" y="86"/>
                  </a:cubicBezTo>
                  <a:cubicBezTo>
                    <a:pt x="179" y="86"/>
                    <a:pt x="179" y="86"/>
                    <a:pt x="179" y="86"/>
                  </a:cubicBezTo>
                  <a:cubicBezTo>
                    <a:pt x="179" y="87"/>
                    <a:pt x="179" y="87"/>
                    <a:pt x="178" y="8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9" name="Freeform 286"/>
            <p:cNvSpPr>
              <a:spLocks noEditPoints="1"/>
            </p:cNvSpPr>
            <p:nvPr userDrawn="1"/>
          </p:nvSpPr>
          <p:spPr bwMode="auto">
            <a:xfrm>
              <a:off x="11915775" y="4275138"/>
              <a:ext cx="14288" cy="160338"/>
            </a:xfrm>
            <a:custGeom>
              <a:avLst/>
              <a:gdLst>
                <a:gd name="T0" fmla="*/ 1 w 2"/>
                <a:gd name="T1" fmla="*/ 23 h 23"/>
                <a:gd name="T2" fmla="*/ 2 w 2"/>
                <a:gd name="T3" fmla="*/ 22 h 23"/>
                <a:gd name="T4" fmla="*/ 2 w 2"/>
                <a:gd name="T5" fmla="*/ 1 h 23"/>
                <a:gd name="T6" fmla="*/ 1 w 2"/>
                <a:gd name="T7" fmla="*/ 0 h 23"/>
                <a:gd name="T8" fmla="*/ 0 w 2"/>
                <a:gd name="T9" fmla="*/ 1 h 23"/>
                <a:gd name="T10" fmla="*/ 0 w 2"/>
                <a:gd name="T11" fmla="*/ 22 h 23"/>
                <a:gd name="T12" fmla="*/ 1 w 2"/>
                <a:gd name="T13" fmla="*/ 23 h 23"/>
                <a:gd name="T14" fmla="*/ 1 w 2"/>
                <a:gd name="T15" fmla="*/ 1 h 23"/>
                <a:gd name="T16" fmla="*/ 1 w 2"/>
                <a:gd name="T17" fmla="*/ 1 h 23"/>
                <a:gd name="T18" fmla="*/ 1 w 2"/>
                <a:gd name="T19" fmla="*/ 1 h 23"/>
                <a:gd name="T20" fmla="*/ 1 w 2"/>
                <a:gd name="T21" fmla="*/ 22 h 23"/>
                <a:gd name="T22" fmla="*/ 1 w 2"/>
                <a:gd name="T23" fmla="*/ 22 h 23"/>
                <a:gd name="T24" fmla="*/ 1 w 2"/>
                <a:gd name="T25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23">
                  <a:moveTo>
                    <a:pt x="1" y="23"/>
                  </a:moveTo>
                  <a:cubicBezTo>
                    <a:pt x="1" y="23"/>
                    <a:pt x="2" y="23"/>
                    <a:pt x="2" y="2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3"/>
                    <a:pt x="0" y="23"/>
                    <a:pt x="1" y="23"/>
                  </a:cubicBezTo>
                  <a:close/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22"/>
                    <a:pt x="1" y="22"/>
                    <a:pt x="1" y="22"/>
                  </a:cubicBezTo>
                  <a:cubicBezTo>
                    <a:pt x="1" y="22"/>
                    <a:pt x="1" y="22"/>
                    <a:pt x="1" y="22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0" name="Freeform 287"/>
            <p:cNvSpPr>
              <a:spLocks noEditPoints="1"/>
            </p:cNvSpPr>
            <p:nvPr userDrawn="1"/>
          </p:nvSpPr>
          <p:spPr bwMode="auto">
            <a:xfrm>
              <a:off x="11736388" y="4568825"/>
              <a:ext cx="12700" cy="90488"/>
            </a:xfrm>
            <a:custGeom>
              <a:avLst/>
              <a:gdLst>
                <a:gd name="T0" fmla="*/ 1 w 2"/>
                <a:gd name="T1" fmla="*/ 13 h 13"/>
                <a:gd name="T2" fmla="*/ 2 w 2"/>
                <a:gd name="T3" fmla="*/ 12 h 13"/>
                <a:gd name="T4" fmla="*/ 2 w 2"/>
                <a:gd name="T5" fmla="*/ 1 h 13"/>
                <a:gd name="T6" fmla="*/ 1 w 2"/>
                <a:gd name="T7" fmla="*/ 0 h 13"/>
                <a:gd name="T8" fmla="*/ 0 w 2"/>
                <a:gd name="T9" fmla="*/ 1 h 13"/>
                <a:gd name="T10" fmla="*/ 0 w 2"/>
                <a:gd name="T11" fmla="*/ 12 h 13"/>
                <a:gd name="T12" fmla="*/ 1 w 2"/>
                <a:gd name="T13" fmla="*/ 13 h 13"/>
                <a:gd name="T14" fmla="*/ 1 w 2"/>
                <a:gd name="T15" fmla="*/ 1 h 13"/>
                <a:gd name="T16" fmla="*/ 1 w 2"/>
                <a:gd name="T17" fmla="*/ 1 h 13"/>
                <a:gd name="T18" fmla="*/ 1 w 2"/>
                <a:gd name="T19" fmla="*/ 1 h 13"/>
                <a:gd name="T20" fmla="*/ 1 w 2"/>
                <a:gd name="T21" fmla="*/ 12 h 13"/>
                <a:gd name="T22" fmla="*/ 1 w 2"/>
                <a:gd name="T23" fmla="*/ 12 h 13"/>
                <a:gd name="T24" fmla="*/ 1 w 2"/>
                <a:gd name="T25" fmla="*/ 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13">
                  <a:moveTo>
                    <a:pt x="1" y="13"/>
                  </a:moveTo>
                  <a:cubicBezTo>
                    <a:pt x="2" y="13"/>
                    <a:pt x="2" y="13"/>
                    <a:pt x="2" y="1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3"/>
                    <a:pt x="0" y="13"/>
                    <a:pt x="1" y="13"/>
                  </a:cubicBezTo>
                  <a:close/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1" name="Freeform 288"/>
            <p:cNvSpPr>
              <a:spLocks noEditPoints="1"/>
            </p:cNvSpPr>
            <p:nvPr userDrawn="1"/>
          </p:nvSpPr>
          <p:spPr bwMode="auto">
            <a:xfrm>
              <a:off x="11845925" y="4476750"/>
              <a:ext cx="242888" cy="182563"/>
            </a:xfrm>
            <a:custGeom>
              <a:avLst/>
              <a:gdLst>
                <a:gd name="T0" fmla="*/ 35 w 35"/>
                <a:gd name="T1" fmla="*/ 0 h 26"/>
                <a:gd name="T2" fmla="*/ 0 w 35"/>
                <a:gd name="T3" fmla="*/ 0 h 26"/>
                <a:gd name="T4" fmla="*/ 0 w 35"/>
                <a:gd name="T5" fmla="*/ 1 h 26"/>
                <a:gd name="T6" fmla="*/ 0 w 35"/>
                <a:gd name="T7" fmla="*/ 25 h 26"/>
                <a:gd name="T8" fmla="*/ 0 w 35"/>
                <a:gd name="T9" fmla="*/ 26 h 26"/>
                <a:gd name="T10" fmla="*/ 35 w 35"/>
                <a:gd name="T11" fmla="*/ 26 h 26"/>
                <a:gd name="T12" fmla="*/ 35 w 35"/>
                <a:gd name="T13" fmla="*/ 25 h 26"/>
                <a:gd name="T14" fmla="*/ 35 w 35"/>
                <a:gd name="T15" fmla="*/ 1 h 26"/>
                <a:gd name="T16" fmla="*/ 35 w 35"/>
                <a:gd name="T17" fmla="*/ 0 h 26"/>
                <a:gd name="T18" fmla="*/ 34 w 35"/>
                <a:gd name="T19" fmla="*/ 25 h 26"/>
                <a:gd name="T20" fmla="*/ 1 w 35"/>
                <a:gd name="T21" fmla="*/ 25 h 26"/>
                <a:gd name="T22" fmla="*/ 1 w 35"/>
                <a:gd name="T23" fmla="*/ 1 h 26"/>
                <a:gd name="T24" fmla="*/ 34 w 35"/>
                <a:gd name="T25" fmla="*/ 1 h 26"/>
                <a:gd name="T26" fmla="*/ 34 w 35"/>
                <a:gd name="T27" fmla="*/ 25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5" h="26">
                  <a:moveTo>
                    <a:pt x="3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6"/>
                    <a:pt x="35" y="26"/>
                    <a:pt x="35" y="25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35" y="0"/>
                    <a:pt x="35" y="0"/>
                    <a:pt x="35" y="0"/>
                  </a:cubicBezTo>
                  <a:close/>
                  <a:moveTo>
                    <a:pt x="34" y="25"/>
                  </a:moveTo>
                  <a:cubicBezTo>
                    <a:pt x="1" y="25"/>
                    <a:pt x="1" y="25"/>
                    <a:pt x="1" y="25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34" y="1"/>
                    <a:pt x="34" y="1"/>
                    <a:pt x="34" y="1"/>
                  </a:cubicBezTo>
                  <a:lnTo>
                    <a:pt x="34" y="2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2" name="Freeform 289"/>
            <p:cNvSpPr>
              <a:spLocks noEditPoints="1"/>
            </p:cNvSpPr>
            <p:nvPr userDrawn="1"/>
          </p:nvSpPr>
          <p:spPr bwMode="auto">
            <a:xfrm>
              <a:off x="11804650" y="4275138"/>
              <a:ext cx="14288" cy="215900"/>
            </a:xfrm>
            <a:custGeom>
              <a:avLst/>
              <a:gdLst>
                <a:gd name="T0" fmla="*/ 1 w 2"/>
                <a:gd name="T1" fmla="*/ 0 h 31"/>
                <a:gd name="T2" fmla="*/ 0 w 2"/>
                <a:gd name="T3" fmla="*/ 2 h 31"/>
                <a:gd name="T4" fmla="*/ 0 w 2"/>
                <a:gd name="T5" fmla="*/ 30 h 31"/>
                <a:gd name="T6" fmla="*/ 1 w 2"/>
                <a:gd name="T7" fmla="*/ 31 h 31"/>
                <a:gd name="T8" fmla="*/ 2 w 2"/>
                <a:gd name="T9" fmla="*/ 30 h 31"/>
                <a:gd name="T10" fmla="*/ 2 w 2"/>
                <a:gd name="T11" fmla="*/ 2 h 31"/>
                <a:gd name="T12" fmla="*/ 1 w 2"/>
                <a:gd name="T13" fmla="*/ 0 h 31"/>
                <a:gd name="T14" fmla="*/ 1 w 2"/>
                <a:gd name="T15" fmla="*/ 30 h 31"/>
                <a:gd name="T16" fmla="*/ 1 w 2"/>
                <a:gd name="T17" fmla="*/ 30 h 31"/>
                <a:gd name="T18" fmla="*/ 1 w 2"/>
                <a:gd name="T19" fmla="*/ 2 h 31"/>
                <a:gd name="T20" fmla="*/ 1 w 2"/>
                <a:gd name="T21" fmla="*/ 1 h 31"/>
                <a:gd name="T22" fmla="*/ 1 w 2"/>
                <a:gd name="T23" fmla="*/ 2 h 31"/>
                <a:gd name="T24" fmla="*/ 1 w 2"/>
                <a:gd name="T25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31">
                  <a:moveTo>
                    <a:pt x="1" y="0"/>
                  </a:moveTo>
                  <a:cubicBezTo>
                    <a:pt x="0" y="0"/>
                    <a:pt x="0" y="1"/>
                    <a:pt x="0" y="2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1"/>
                    <a:pt x="0" y="31"/>
                    <a:pt x="1" y="31"/>
                  </a:cubicBezTo>
                  <a:cubicBezTo>
                    <a:pt x="2" y="31"/>
                    <a:pt x="2" y="31"/>
                    <a:pt x="2" y="30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0"/>
                    <a:pt x="1" y="0"/>
                  </a:cubicBezTo>
                  <a:close/>
                  <a:moveTo>
                    <a:pt x="1" y="30"/>
                  </a:moveTo>
                  <a:cubicBezTo>
                    <a:pt x="1" y="30"/>
                    <a:pt x="1" y="30"/>
                    <a:pt x="1" y="3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2"/>
                  </a:cubicBezTo>
                  <a:lnTo>
                    <a:pt x="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3" name="Freeform 290"/>
            <p:cNvSpPr>
              <a:spLocks noEditPoints="1"/>
            </p:cNvSpPr>
            <p:nvPr userDrawn="1"/>
          </p:nvSpPr>
          <p:spPr bwMode="auto">
            <a:xfrm>
              <a:off x="11542713" y="4568825"/>
              <a:ext cx="20638" cy="133350"/>
            </a:xfrm>
            <a:custGeom>
              <a:avLst/>
              <a:gdLst>
                <a:gd name="T0" fmla="*/ 2 w 3"/>
                <a:gd name="T1" fmla="*/ 19 h 19"/>
                <a:gd name="T2" fmla="*/ 3 w 3"/>
                <a:gd name="T3" fmla="*/ 18 h 19"/>
                <a:gd name="T4" fmla="*/ 3 w 3"/>
                <a:gd name="T5" fmla="*/ 1 h 19"/>
                <a:gd name="T6" fmla="*/ 2 w 3"/>
                <a:gd name="T7" fmla="*/ 0 h 19"/>
                <a:gd name="T8" fmla="*/ 0 w 3"/>
                <a:gd name="T9" fmla="*/ 1 h 19"/>
                <a:gd name="T10" fmla="*/ 0 w 3"/>
                <a:gd name="T11" fmla="*/ 18 h 19"/>
                <a:gd name="T12" fmla="*/ 2 w 3"/>
                <a:gd name="T13" fmla="*/ 19 h 19"/>
                <a:gd name="T14" fmla="*/ 1 w 3"/>
                <a:gd name="T15" fmla="*/ 1 h 19"/>
                <a:gd name="T16" fmla="*/ 2 w 3"/>
                <a:gd name="T17" fmla="*/ 1 h 19"/>
                <a:gd name="T18" fmla="*/ 2 w 3"/>
                <a:gd name="T19" fmla="*/ 1 h 19"/>
                <a:gd name="T20" fmla="*/ 2 w 3"/>
                <a:gd name="T21" fmla="*/ 18 h 19"/>
                <a:gd name="T22" fmla="*/ 1 w 3"/>
                <a:gd name="T23" fmla="*/ 18 h 19"/>
                <a:gd name="T24" fmla="*/ 1 w 3"/>
                <a:gd name="T25" fmla="*/ 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" h="19">
                  <a:moveTo>
                    <a:pt x="2" y="19"/>
                  </a:moveTo>
                  <a:cubicBezTo>
                    <a:pt x="2" y="19"/>
                    <a:pt x="3" y="19"/>
                    <a:pt x="3" y="18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9"/>
                    <a:pt x="1" y="19"/>
                    <a:pt x="2" y="19"/>
                  </a:cubicBezTo>
                  <a:close/>
                  <a:moveTo>
                    <a:pt x="1" y="1"/>
                  </a:moveTo>
                  <a:cubicBezTo>
                    <a:pt x="1" y="1"/>
                    <a:pt x="1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2" y="18"/>
                    <a:pt x="1" y="18"/>
                    <a:pt x="1" y="18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4" name="Freeform 291"/>
            <p:cNvSpPr>
              <a:spLocks noEditPoints="1"/>
            </p:cNvSpPr>
            <p:nvPr userDrawn="1"/>
          </p:nvSpPr>
          <p:spPr bwMode="auto">
            <a:xfrm>
              <a:off x="11363325" y="4275138"/>
              <a:ext cx="12700" cy="215900"/>
            </a:xfrm>
            <a:custGeom>
              <a:avLst/>
              <a:gdLst>
                <a:gd name="T0" fmla="*/ 1 w 2"/>
                <a:gd name="T1" fmla="*/ 0 h 31"/>
                <a:gd name="T2" fmla="*/ 0 w 2"/>
                <a:gd name="T3" fmla="*/ 2 h 31"/>
                <a:gd name="T4" fmla="*/ 0 w 2"/>
                <a:gd name="T5" fmla="*/ 30 h 31"/>
                <a:gd name="T6" fmla="*/ 1 w 2"/>
                <a:gd name="T7" fmla="*/ 31 h 31"/>
                <a:gd name="T8" fmla="*/ 2 w 2"/>
                <a:gd name="T9" fmla="*/ 30 h 31"/>
                <a:gd name="T10" fmla="*/ 2 w 2"/>
                <a:gd name="T11" fmla="*/ 2 h 31"/>
                <a:gd name="T12" fmla="*/ 1 w 2"/>
                <a:gd name="T13" fmla="*/ 0 h 31"/>
                <a:gd name="T14" fmla="*/ 2 w 2"/>
                <a:gd name="T15" fmla="*/ 30 h 31"/>
                <a:gd name="T16" fmla="*/ 1 w 2"/>
                <a:gd name="T17" fmla="*/ 30 h 31"/>
                <a:gd name="T18" fmla="*/ 1 w 2"/>
                <a:gd name="T19" fmla="*/ 2 h 31"/>
                <a:gd name="T20" fmla="*/ 1 w 2"/>
                <a:gd name="T21" fmla="*/ 1 h 31"/>
                <a:gd name="T22" fmla="*/ 2 w 2"/>
                <a:gd name="T23" fmla="*/ 2 h 31"/>
                <a:gd name="T24" fmla="*/ 2 w 2"/>
                <a:gd name="T25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31">
                  <a:moveTo>
                    <a:pt x="1" y="0"/>
                  </a:moveTo>
                  <a:cubicBezTo>
                    <a:pt x="1" y="0"/>
                    <a:pt x="0" y="1"/>
                    <a:pt x="0" y="2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1"/>
                    <a:pt x="1" y="31"/>
                    <a:pt x="1" y="31"/>
                  </a:cubicBezTo>
                  <a:cubicBezTo>
                    <a:pt x="2" y="31"/>
                    <a:pt x="2" y="31"/>
                    <a:pt x="2" y="30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0"/>
                    <a:pt x="1" y="0"/>
                  </a:cubicBezTo>
                  <a:close/>
                  <a:moveTo>
                    <a:pt x="2" y="30"/>
                  </a:moveTo>
                  <a:cubicBezTo>
                    <a:pt x="2" y="30"/>
                    <a:pt x="1" y="30"/>
                    <a:pt x="1" y="3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2" y="1"/>
                    <a:pt x="2" y="2"/>
                  </a:cubicBezTo>
                  <a:lnTo>
                    <a:pt x="2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5" name="Freeform 292"/>
            <p:cNvSpPr>
              <a:spLocks noEditPoints="1"/>
            </p:cNvSpPr>
            <p:nvPr userDrawn="1"/>
          </p:nvSpPr>
          <p:spPr bwMode="auto">
            <a:xfrm>
              <a:off x="11425238" y="4589463"/>
              <a:ext cx="61913" cy="112713"/>
            </a:xfrm>
            <a:custGeom>
              <a:avLst/>
              <a:gdLst>
                <a:gd name="T0" fmla="*/ 1 w 9"/>
                <a:gd name="T1" fmla="*/ 16 h 16"/>
                <a:gd name="T2" fmla="*/ 8 w 9"/>
                <a:gd name="T3" fmla="*/ 16 h 16"/>
                <a:gd name="T4" fmla="*/ 9 w 9"/>
                <a:gd name="T5" fmla="*/ 15 h 16"/>
                <a:gd name="T6" fmla="*/ 9 w 9"/>
                <a:gd name="T7" fmla="*/ 1 h 16"/>
                <a:gd name="T8" fmla="*/ 8 w 9"/>
                <a:gd name="T9" fmla="*/ 0 h 16"/>
                <a:gd name="T10" fmla="*/ 1 w 9"/>
                <a:gd name="T11" fmla="*/ 0 h 16"/>
                <a:gd name="T12" fmla="*/ 0 w 9"/>
                <a:gd name="T13" fmla="*/ 1 h 16"/>
                <a:gd name="T14" fmla="*/ 0 w 9"/>
                <a:gd name="T15" fmla="*/ 15 h 16"/>
                <a:gd name="T16" fmla="*/ 1 w 9"/>
                <a:gd name="T17" fmla="*/ 16 h 16"/>
                <a:gd name="T18" fmla="*/ 1 w 9"/>
                <a:gd name="T19" fmla="*/ 1 h 16"/>
                <a:gd name="T20" fmla="*/ 8 w 9"/>
                <a:gd name="T21" fmla="*/ 1 h 16"/>
                <a:gd name="T22" fmla="*/ 8 w 9"/>
                <a:gd name="T23" fmla="*/ 15 h 16"/>
                <a:gd name="T24" fmla="*/ 1 w 9"/>
                <a:gd name="T25" fmla="*/ 15 h 16"/>
                <a:gd name="T26" fmla="*/ 1 w 9"/>
                <a:gd name="T27" fmla="*/ 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" h="16">
                  <a:moveTo>
                    <a:pt x="1" y="16"/>
                  </a:moveTo>
                  <a:cubicBezTo>
                    <a:pt x="8" y="16"/>
                    <a:pt x="8" y="16"/>
                    <a:pt x="8" y="16"/>
                  </a:cubicBezTo>
                  <a:cubicBezTo>
                    <a:pt x="8" y="16"/>
                    <a:pt x="9" y="15"/>
                    <a:pt x="9" y="15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8" y="0"/>
                    <a:pt x="8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5"/>
                    <a:pt x="0" y="16"/>
                    <a:pt x="1" y="16"/>
                  </a:cubicBezTo>
                  <a:close/>
                  <a:moveTo>
                    <a:pt x="1" y="1"/>
                  </a:moveTo>
                  <a:cubicBezTo>
                    <a:pt x="8" y="1"/>
                    <a:pt x="8" y="1"/>
                    <a:pt x="8" y="1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1" y="15"/>
                    <a:pt x="1" y="15"/>
                    <a:pt x="1" y="15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6" name="Freeform 293"/>
            <p:cNvSpPr>
              <a:spLocks noEditPoints="1"/>
            </p:cNvSpPr>
            <p:nvPr userDrawn="1"/>
          </p:nvSpPr>
          <p:spPr bwMode="auto">
            <a:xfrm>
              <a:off x="11695113" y="4275138"/>
              <a:ext cx="12700" cy="215900"/>
            </a:xfrm>
            <a:custGeom>
              <a:avLst/>
              <a:gdLst>
                <a:gd name="T0" fmla="*/ 1 w 2"/>
                <a:gd name="T1" fmla="*/ 0 h 31"/>
                <a:gd name="T2" fmla="*/ 0 w 2"/>
                <a:gd name="T3" fmla="*/ 2 h 31"/>
                <a:gd name="T4" fmla="*/ 0 w 2"/>
                <a:gd name="T5" fmla="*/ 30 h 31"/>
                <a:gd name="T6" fmla="*/ 1 w 2"/>
                <a:gd name="T7" fmla="*/ 31 h 31"/>
                <a:gd name="T8" fmla="*/ 2 w 2"/>
                <a:gd name="T9" fmla="*/ 30 h 31"/>
                <a:gd name="T10" fmla="*/ 2 w 2"/>
                <a:gd name="T11" fmla="*/ 2 h 31"/>
                <a:gd name="T12" fmla="*/ 1 w 2"/>
                <a:gd name="T13" fmla="*/ 0 h 31"/>
                <a:gd name="T14" fmla="*/ 1 w 2"/>
                <a:gd name="T15" fmla="*/ 30 h 31"/>
                <a:gd name="T16" fmla="*/ 1 w 2"/>
                <a:gd name="T17" fmla="*/ 30 h 31"/>
                <a:gd name="T18" fmla="*/ 1 w 2"/>
                <a:gd name="T19" fmla="*/ 2 h 31"/>
                <a:gd name="T20" fmla="*/ 1 w 2"/>
                <a:gd name="T21" fmla="*/ 1 h 31"/>
                <a:gd name="T22" fmla="*/ 1 w 2"/>
                <a:gd name="T23" fmla="*/ 2 h 31"/>
                <a:gd name="T24" fmla="*/ 1 w 2"/>
                <a:gd name="T25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31">
                  <a:moveTo>
                    <a:pt x="1" y="0"/>
                  </a:moveTo>
                  <a:cubicBezTo>
                    <a:pt x="0" y="0"/>
                    <a:pt x="0" y="1"/>
                    <a:pt x="0" y="2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1"/>
                    <a:pt x="0" y="31"/>
                    <a:pt x="1" y="31"/>
                  </a:cubicBezTo>
                  <a:cubicBezTo>
                    <a:pt x="2" y="31"/>
                    <a:pt x="2" y="31"/>
                    <a:pt x="2" y="30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0"/>
                    <a:pt x="1" y="0"/>
                  </a:cubicBezTo>
                  <a:close/>
                  <a:moveTo>
                    <a:pt x="1" y="30"/>
                  </a:moveTo>
                  <a:cubicBezTo>
                    <a:pt x="1" y="30"/>
                    <a:pt x="1" y="30"/>
                    <a:pt x="1" y="3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2"/>
                  </a:cubicBezTo>
                  <a:lnTo>
                    <a:pt x="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7" name="Freeform 294"/>
            <p:cNvSpPr>
              <a:spLocks noEditPoints="1"/>
            </p:cNvSpPr>
            <p:nvPr userDrawn="1"/>
          </p:nvSpPr>
          <p:spPr bwMode="auto">
            <a:xfrm>
              <a:off x="11583988" y="4275138"/>
              <a:ext cx="14288" cy="215900"/>
            </a:xfrm>
            <a:custGeom>
              <a:avLst/>
              <a:gdLst>
                <a:gd name="T0" fmla="*/ 1 w 2"/>
                <a:gd name="T1" fmla="*/ 0 h 31"/>
                <a:gd name="T2" fmla="*/ 0 w 2"/>
                <a:gd name="T3" fmla="*/ 2 h 31"/>
                <a:gd name="T4" fmla="*/ 0 w 2"/>
                <a:gd name="T5" fmla="*/ 30 h 31"/>
                <a:gd name="T6" fmla="*/ 1 w 2"/>
                <a:gd name="T7" fmla="*/ 31 h 31"/>
                <a:gd name="T8" fmla="*/ 2 w 2"/>
                <a:gd name="T9" fmla="*/ 30 h 31"/>
                <a:gd name="T10" fmla="*/ 2 w 2"/>
                <a:gd name="T11" fmla="*/ 2 h 31"/>
                <a:gd name="T12" fmla="*/ 1 w 2"/>
                <a:gd name="T13" fmla="*/ 0 h 31"/>
                <a:gd name="T14" fmla="*/ 1 w 2"/>
                <a:gd name="T15" fmla="*/ 30 h 31"/>
                <a:gd name="T16" fmla="*/ 1 w 2"/>
                <a:gd name="T17" fmla="*/ 30 h 31"/>
                <a:gd name="T18" fmla="*/ 1 w 2"/>
                <a:gd name="T19" fmla="*/ 2 h 31"/>
                <a:gd name="T20" fmla="*/ 1 w 2"/>
                <a:gd name="T21" fmla="*/ 1 h 31"/>
                <a:gd name="T22" fmla="*/ 1 w 2"/>
                <a:gd name="T23" fmla="*/ 2 h 31"/>
                <a:gd name="T24" fmla="*/ 1 w 2"/>
                <a:gd name="T25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31">
                  <a:moveTo>
                    <a:pt x="1" y="0"/>
                  </a:moveTo>
                  <a:cubicBezTo>
                    <a:pt x="1" y="0"/>
                    <a:pt x="0" y="1"/>
                    <a:pt x="0" y="2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1"/>
                    <a:pt x="1" y="31"/>
                    <a:pt x="1" y="31"/>
                  </a:cubicBezTo>
                  <a:cubicBezTo>
                    <a:pt x="2" y="31"/>
                    <a:pt x="2" y="31"/>
                    <a:pt x="2" y="30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0"/>
                    <a:pt x="1" y="0"/>
                  </a:cubicBezTo>
                  <a:close/>
                  <a:moveTo>
                    <a:pt x="1" y="30"/>
                  </a:moveTo>
                  <a:cubicBezTo>
                    <a:pt x="1" y="30"/>
                    <a:pt x="1" y="30"/>
                    <a:pt x="1" y="3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2"/>
                  </a:cubicBezTo>
                  <a:lnTo>
                    <a:pt x="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8" name="Freeform 295"/>
            <p:cNvSpPr>
              <a:spLocks noEditPoints="1"/>
            </p:cNvSpPr>
            <p:nvPr userDrawn="1"/>
          </p:nvSpPr>
          <p:spPr bwMode="auto">
            <a:xfrm>
              <a:off x="11472863" y="4275138"/>
              <a:ext cx="14288" cy="215900"/>
            </a:xfrm>
            <a:custGeom>
              <a:avLst/>
              <a:gdLst>
                <a:gd name="T0" fmla="*/ 1 w 2"/>
                <a:gd name="T1" fmla="*/ 0 h 31"/>
                <a:gd name="T2" fmla="*/ 0 w 2"/>
                <a:gd name="T3" fmla="*/ 2 h 31"/>
                <a:gd name="T4" fmla="*/ 0 w 2"/>
                <a:gd name="T5" fmla="*/ 30 h 31"/>
                <a:gd name="T6" fmla="*/ 1 w 2"/>
                <a:gd name="T7" fmla="*/ 31 h 31"/>
                <a:gd name="T8" fmla="*/ 2 w 2"/>
                <a:gd name="T9" fmla="*/ 30 h 31"/>
                <a:gd name="T10" fmla="*/ 2 w 2"/>
                <a:gd name="T11" fmla="*/ 2 h 31"/>
                <a:gd name="T12" fmla="*/ 1 w 2"/>
                <a:gd name="T13" fmla="*/ 0 h 31"/>
                <a:gd name="T14" fmla="*/ 1 w 2"/>
                <a:gd name="T15" fmla="*/ 30 h 31"/>
                <a:gd name="T16" fmla="*/ 1 w 2"/>
                <a:gd name="T17" fmla="*/ 30 h 31"/>
                <a:gd name="T18" fmla="*/ 1 w 2"/>
                <a:gd name="T19" fmla="*/ 2 h 31"/>
                <a:gd name="T20" fmla="*/ 1 w 2"/>
                <a:gd name="T21" fmla="*/ 1 h 31"/>
                <a:gd name="T22" fmla="*/ 1 w 2"/>
                <a:gd name="T23" fmla="*/ 2 h 31"/>
                <a:gd name="T24" fmla="*/ 1 w 2"/>
                <a:gd name="T25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31">
                  <a:moveTo>
                    <a:pt x="1" y="0"/>
                  </a:moveTo>
                  <a:cubicBezTo>
                    <a:pt x="1" y="0"/>
                    <a:pt x="0" y="1"/>
                    <a:pt x="0" y="2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1"/>
                    <a:pt x="1" y="31"/>
                    <a:pt x="1" y="31"/>
                  </a:cubicBezTo>
                  <a:cubicBezTo>
                    <a:pt x="2" y="31"/>
                    <a:pt x="2" y="31"/>
                    <a:pt x="2" y="30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0"/>
                    <a:pt x="1" y="0"/>
                  </a:cubicBezTo>
                  <a:close/>
                  <a:moveTo>
                    <a:pt x="1" y="30"/>
                  </a:moveTo>
                  <a:cubicBezTo>
                    <a:pt x="1" y="30"/>
                    <a:pt x="1" y="30"/>
                    <a:pt x="1" y="3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2"/>
                  </a:cubicBezTo>
                  <a:lnTo>
                    <a:pt x="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9" name="Freeform 296"/>
            <p:cNvSpPr>
              <a:spLocks noEditPoints="1"/>
            </p:cNvSpPr>
            <p:nvPr userDrawn="1"/>
          </p:nvSpPr>
          <p:spPr bwMode="auto">
            <a:xfrm>
              <a:off x="11064875" y="4799013"/>
              <a:ext cx="560388" cy="22225"/>
            </a:xfrm>
            <a:custGeom>
              <a:avLst/>
              <a:gdLst>
                <a:gd name="T0" fmla="*/ 80 w 81"/>
                <a:gd name="T1" fmla="*/ 0 h 3"/>
                <a:gd name="T2" fmla="*/ 1 w 81"/>
                <a:gd name="T3" fmla="*/ 0 h 3"/>
                <a:gd name="T4" fmla="*/ 0 w 81"/>
                <a:gd name="T5" fmla="*/ 0 h 3"/>
                <a:gd name="T6" fmla="*/ 0 w 81"/>
                <a:gd name="T7" fmla="*/ 3 h 3"/>
                <a:gd name="T8" fmla="*/ 1 w 81"/>
                <a:gd name="T9" fmla="*/ 3 h 3"/>
                <a:gd name="T10" fmla="*/ 80 w 81"/>
                <a:gd name="T11" fmla="*/ 3 h 3"/>
                <a:gd name="T12" fmla="*/ 81 w 81"/>
                <a:gd name="T13" fmla="*/ 3 h 3"/>
                <a:gd name="T14" fmla="*/ 81 w 81"/>
                <a:gd name="T15" fmla="*/ 0 h 3"/>
                <a:gd name="T16" fmla="*/ 80 w 81"/>
                <a:gd name="T17" fmla="*/ 0 h 3"/>
                <a:gd name="T18" fmla="*/ 80 w 81"/>
                <a:gd name="T19" fmla="*/ 2 h 3"/>
                <a:gd name="T20" fmla="*/ 1 w 81"/>
                <a:gd name="T21" fmla="*/ 2 h 3"/>
                <a:gd name="T22" fmla="*/ 1 w 81"/>
                <a:gd name="T23" fmla="*/ 1 h 3"/>
                <a:gd name="T24" fmla="*/ 80 w 81"/>
                <a:gd name="T25" fmla="*/ 1 h 3"/>
                <a:gd name="T26" fmla="*/ 80 w 81"/>
                <a:gd name="T2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1" h="3">
                  <a:moveTo>
                    <a:pt x="80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1" y="3"/>
                  </a:cubicBezTo>
                  <a:cubicBezTo>
                    <a:pt x="80" y="3"/>
                    <a:pt x="80" y="3"/>
                    <a:pt x="80" y="3"/>
                  </a:cubicBezTo>
                  <a:cubicBezTo>
                    <a:pt x="81" y="3"/>
                    <a:pt x="81" y="3"/>
                    <a:pt x="81" y="3"/>
                  </a:cubicBez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81" y="0"/>
                    <a:pt x="80" y="0"/>
                  </a:cubicBezTo>
                  <a:close/>
                  <a:moveTo>
                    <a:pt x="80" y="2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80" y="1"/>
                    <a:pt x="80" y="1"/>
                    <a:pt x="80" y="1"/>
                  </a:cubicBezTo>
                  <a:lnTo>
                    <a:pt x="80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0" name="Freeform 297"/>
            <p:cNvSpPr>
              <a:spLocks noEditPoints="1"/>
            </p:cNvSpPr>
            <p:nvPr userDrawn="1"/>
          </p:nvSpPr>
          <p:spPr bwMode="auto">
            <a:xfrm>
              <a:off x="11639550" y="4568825"/>
              <a:ext cx="12700" cy="133350"/>
            </a:xfrm>
            <a:custGeom>
              <a:avLst/>
              <a:gdLst>
                <a:gd name="T0" fmla="*/ 1 w 2"/>
                <a:gd name="T1" fmla="*/ 0 h 19"/>
                <a:gd name="T2" fmla="*/ 0 w 2"/>
                <a:gd name="T3" fmla="*/ 1 h 19"/>
                <a:gd name="T4" fmla="*/ 0 w 2"/>
                <a:gd name="T5" fmla="*/ 18 h 19"/>
                <a:gd name="T6" fmla="*/ 1 w 2"/>
                <a:gd name="T7" fmla="*/ 19 h 19"/>
                <a:gd name="T8" fmla="*/ 2 w 2"/>
                <a:gd name="T9" fmla="*/ 18 h 19"/>
                <a:gd name="T10" fmla="*/ 2 w 2"/>
                <a:gd name="T11" fmla="*/ 1 h 19"/>
                <a:gd name="T12" fmla="*/ 1 w 2"/>
                <a:gd name="T13" fmla="*/ 0 h 19"/>
                <a:gd name="T14" fmla="*/ 1 w 2"/>
                <a:gd name="T15" fmla="*/ 18 h 19"/>
                <a:gd name="T16" fmla="*/ 1 w 2"/>
                <a:gd name="T17" fmla="*/ 18 h 19"/>
                <a:gd name="T18" fmla="*/ 1 w 2"/>
                <a:gd name="T19" fmla="*/ 1 h 19"/>
                <a:gd name="T20" fmla="*/ 1 w 2"/>
                <a:gd name="T21" fmla="*/ 1 h 19"/>
                <a:gd name="T22" fmla="*/ 1 w 2"/>
                <a:gd name="T23" fmla="*/ 1 h 19"/>
                <a:gd name="T24" fmla="*/ 1 w 2"/>
                <a:gd name="T25" fmla="*/ 1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19">
                  <a:moveTo>
                    <a:pt x="1" y="0"/>
                  </a:move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9"/>
                    <a:pt x="1" y="19"/>
                    <a:pt x="1" y="19"/>
                  </a:cubicBezTo>
                  <a:cubicBezTo>
                    <a:pt x="2" y="19"/>
                    <a:pt x="2" y="19"/>
                    <a:pt x="2" y="18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1" y="0"/>
                  </a:cubicBezTo>
                  <a:close/>
                  <a:moveTo>
                    <a:pt x="1" y="18"/>
                  </a:moveTo>
                  <a:cubicBezTo>
                    <a:pt x="1" y="18"/>
                    <a:pt x="1" y="18"/>
                    <a:pt x="1" y="18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lnTo>
                    <a:pt x="1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1" name="Freeform 298"/>
            <p:cNvSpPr>
              <a:spLocks noEditPoints="1"/>
            </p:cNvSpPr>
            <p:nvPr userDrawn="1"/>
          </p:nvSpPr>
          <p:spPr bwMode="auto">
            <a:xfrm>
              <a:off x="11064875" y="4743450"/>
              <a:ext cx="484188" cy="28575"/>
            </a:xfrm>
            <a:custGeom>
              <a:avLst/>
              <a:gdLst>
                <a:gd name="T0" fmla="*/ 1 w 70"/>
                <a:gd name="T1" fmla="*/ 4 h 4"/>
                <a:gd name="T2" fmla="*/ 70 w 70"/>
                <a:gd name="T3" fmla="*/ 4 h 4"/>
                <a:gd name="T4" fmla="*/ 70 w 70"/>
                <a:gd name="T5" fmla="*/ 4 h 4"/>
                <a:gd name="T6" fmla="*/ 70 w 70"/>
                <a:gd name="T7" fmla="*/ 1 h 4"/>
                <a:gd name="T8" fmla="*/ 70 w 70"/>
                <a:gd name="T9" fmla="*/ 0 h 4"/>
                <a:gd name="T10" fmla="*/ 1 w 70"/>
                <a:gd name="T11" fmla="*/ 0 h 4"/>
                <a:gd name="T12" fmla="*/ 0 w 70"/>
                <a:gd name="T13" fmla="*/ 1 h 4"/>
                <a:gd name="T14" fmla="*/ 0 w 70"/>
                <a:gd name="T15" fmla="*/ 4 h 4"/>
                <a:gd name="T16" fmla="*/ 1 w 70"/>
                <a:gd name="T17" fmla="*/ 4 h 4"/>
                <a:gd name="T18" fmla="*/ 1 w 70"/>
                <a:gd name="T19" fmla="*/ 1 h 4"/>
                <a:gd name="T20" fmla="*/ 69 w 70"/>
                <a:gd name="T21" fmla="*/ 1 h 4"/>
                <a:gd name="T22" fmla="*/ 69 w 70"/>
                <a:gd name="T23" fmla="*/ 3 h 4"/>
                <a:gd name="T24" fmla="*/ 1 w 70"/>
                <a:gd name="T25" fmla="*/ 3 h 4"/>
                <a:gd name="T26" fmla="*/ 1 w 70"/>
                <a:gd name="T2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4">
                  <a:moveTo>
                    <a:pt x="1" y="4"/>
                  </a:moveTo>
                  <a:cubicBezTo>
                    <a:pt x="70" y="4"/>
                    <a:pt x="70" y="4"/>
                    <a:pt x="70" y="4"/>
                  </a:cubicBezTo>
                  <a:cubicBezTo>
                    <a:pt x="70" y="4"/>
                    <a:pt x="70" y="4"/>
                    <a:pt x="70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0" y="1"/>
                    <a:pt x="70" y="0"/>
                    <a:pt x="7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1" y="4"/>
                  </a:cubicBezTo>
                  <a:close/>
                  <a:moveTo>
                    <a:pt x="1" y="1"/>
                  </a:moveTo>
                  <a:cubicBezTo>
                    <a:pt x="69" y="1"/>
                    <a:pt x="69" y="1"/>
                    <a:pt x="69" y="1"/>
                  </a:cubicBezTo>
                  <a:cubicBezTo>
                    <a:pt x="69" y="3"/>
                    <a:pt x="69" y="3"/>
                    <a:pt x="69" y="3"/>
                  </a:cubicBezTo>
                  <a:cubicBezTo>
                    <a:pt x="1" y="3"/>
                    <a:pt x="1" y="3"/>
                    <a:pt x="1" y="3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2" name="Freeform 299"/>
            <p:cNvSpPr>
              <a:spLocks noEditPoints="1"/>
            </p:cNvSpPr>
            <p:nvPr userDrawn="1"/>
          </p:nvSpPr>
          <p:spPr bwMode="auto">
            <a:xfrm>
              <a:off x="12026900" y="4275138"/>
              <a:ext cx="12700" cy="160338"/>
            </a:xfrm>
            <a:custGeom>
              <a:avLst/>
              <a:gdLst>
                <a:gd name="T0" fmla="*/ 1 w 2"/>
                <a:gd name="T1" fmla="*/ 23 h 23"/>
                <a:gd name="T2" fmla="*/ 2 w 2"/>
                <a:gd name="T3" fmla="*/ 22 h 23"/>
                <a:gd name="T4" fmla="*/ 2 w 2"/>
                <a:gd name="T5" fmla="*/ 1 h 23"/>
                <a:gd name="T6" fmla="*/ 1 w 2"/>
                <a:gd name="T7" fmla="*/ 0 h 23"/>
                <a:gd name="T8" fmla="*/ 0 w 2"/>
                <a:gd name="T9" fmla="*/ 1 h 23"/>
                <a:gd name="T10" fmla="*/ 0 w 2"/>
                <a:gd name="T11" fmla="*/ 22 h 23"/>
                <a:gd name="T12" fmla="*/ 1 w 2"/>
                <a:gd name="T13" fmla="*/ 23 h 23"/>
                <a:gd name="T14" fmla="*/ 1 w 2"/>
                <a:gd name="T15" fmla="*/ 1 h 23"/>
                <a:gd name="T16" fmla="*/ 1 w 2"/>
                <a:gd name="T17" fmla="*/ 1 h 23"/>
                <a:gd name="T18" fmla="*/ 1 w 2"/>
                <a:gd name="T19" fmla="*/ 1 h 23"/>
                <a:gd name="T20" fmla="*/ 1 w 2"/>
                <a:gd name="T21" fmla="*/ 22 h 23"/>
                <a:gd name="T22" fmla="*/ 1 w 2"/>
                <a:gd name="T23" fmla="*/ 22 h 23"/>
                <a:gd name="T24" fmla="*/ 1 w 2"/>
                <a:gd name="T25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23">
                  <a:moveTo>
                    <a:pt x="1" y="23"/>
                  </a:moveTo>
                  <a:cubicBezTo>
                    <a:pt x="1" y="23"/>
                    <a:pt x="2" y="23"/>
                    <a:pt x="2" y="2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3"/>
                    <a:pt x="0" y="23"/>
                    <a:pt x="1" y="23"/>
                  </a:cubicBezTo>
                  <a:close/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22"/>
                    <a:pt x="1" y="22"/>
                    <a:pt x="1" y="22"/>
                  </a:cubicBezTo>
                  <a:cubicBezTo>
                    <a:pt x="1" y="22"/>
                    <a:pt x="1" y="22"/>
                    <a:pt x="1" y="22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3" name="Freeform 300"/>
            <p:cNvSpPr>
              <a:spLocks noEditPoints="1"/>
            </p:cNvSpPr>
            <p:nvPr userDrawn="1"/>
          </p:nvSpPr>
          <p:spPr bwMode="auto">
            <a:xfrm>
              <a:off x="11293475" y="4589463"/>
              <a:ext cx="61913" cy="112713"/>
            </a:xfrm>
            <a:custGeom>
              <a:avLst/>
              <a:gdLst>
                <a:gd name="T0" fmla="*/ 1 w 9"/>
                <a:gd name="T1" fmla="*/ 16 h 16"/>
                <a:gd name="T2" fmla="*/ 8 w 9"/>
                <a:gd name="T3" fmla="*/ 16 h 16"/>
                <a:gd name="T4" fmla="*/ 9 w 9"/>
                <a:gd name="T5" fmla="*/ 15 h 16"/>
                <a:gd name="T6" fmla="*/ 9 w 9"/>
                <a:gd name="T7" fmla="*/ 1 h 16"/>
                <a:gd name="T8" fmla="*/ 8 w 9"/>
                <a:gd name="T9" fmla="*/ 0 h 16"/>
                <a:gd name="T10" fmla="*/ 1 w 9"/>
                <a:gd name="T11" fmla="*/ 0 h 16"/>
                <a:gd name="T12" fmla="*/ 0 w 9"/>
                <a:gd name="T13" fmla="*/ 1 h 16"/>
                <a:gd name="T14" fmla="*/ 0 w 9"/>
                <a:gd name="T15" fmla="*/ 15 h 16"/>
                <a:gd name="T16" fmla="*/ 1 w 9"/>
                <a:gd name="T17" fmla="*/ 16 h 16"/>
                <a:gd name="T18" fmla="*/ 1 w 9"/>
                <a:gd name="T19" fmla="*/ 1 h 16"/>
                <a:gd name="T20" fmla="*/ 8 w 9"/>
                <a:gd name="T21" fmla="*/ 1 h 16"/>
                <a:gd name="T22" fmla="*/ 8 w 9"/>
                <a:gd name="T23" fmla="*/ 15 h 16"/>
                <a:gd name="T24" fmla="*/ 1 w 9"/>
                <a:gd name="T25" fmla="*/ 15 h 16"/>
                <a:gd name="T26" fmla="*/ 1 w 9"/>
                <a:gd name="T27" fmla="*/ 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" h="16">
                  <a:moveTo>
                    <a:pt x="1" y="16"/>
                  </a:moveTo>
                  <a:cubicBezTo>
                    <a:pt x="8" y="16"/>
                    <a:pt x="8" y="16"/>
                    <a:pt x="8" y="16"/>
                  </a:cubicBezTo>
                  <a:cubicBezTo>
                    <a:pt x="9" y="16"/>
                    <a:pt x="9" y="15"/>
                    <a:pt x="9" y="15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5"/>
                    <a:pt x="1" y="16"/>
                    <a:pt x="1" y="16"/>
                  </a:cubicBezTo>
                  <a:close/>
                  <a:moveTo>
                    <a:pt x="1" y="1"/>
                  </a:moveTo>
                  <a:cubicBezTo>
                    <a:pt x="8" y="1"/>
                    <a:pt x="8" y="1"/>
                    <a:pt x="8" y="1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1" y="15"/>
                    <a:pt x="1" y="15"/>
                    <a:pt x="1" y="15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4" name="Freeform 301"/>
            <p:cNvSpPr>
              <a:spLocks noEditPoints="1"/>
            </p:cNvSpPr>
            <p:nvPr userDrawn="1"/>
          </p:nvSpPr>
          <p:spPr bwMode="auto">
            <a:xfrm>
              <a:off x="11363325" y="4589463"/>
              <a:ext cx="53975" cy="112713"/>
            </a:xfrm>
            <a:custGeom>
              <a:avLst/>
              <a:gdLst>
                <a:gd name="T0" fmla="*/ 0 w 8"/>
                <a:gd name="T1" fmla="*/ 16 h 16"/>
                <a:gd name="T2" fmla="*/ 8 w 8"/>
                <a:gd name="T3" fmla="*/ 16 h 16"/>
                <a:gd name="T4" fmla="*/ 8 w 8"/>
                <a:gd name="T5" fmla="*/ 15 h 16"/>
                <a:gd name="T6" fmla="*/ 8 w 8"/>
                <a:gd name="T7" fmla="*/ 1 h 16"/>
                <a:gd name="T8" fmla="*/ 8 w 8"/>
                <a:gd name="T9" fmla="*/ 0 h 16"/>
                <a:gd name="T10" fmla="*/ 0 w 8"/>
                <a:gd name="T11" fmla="*/ 0 h 16"/>
                <a:gd name="T12" fmla="*/ 0 w 8"/>
                <a:gd name="T13" fmla="*/ 1 h 16"/>
                <a:gd name="T14" fmla="*/ 0 w 8"/>
                <a:gd name="T15" fmla="*/ 15 h 16"/>
                <a:gd name="T16" fmla="*/ 0 w 8"/>
                <a:gd name="T17" fmla="*/ 16 h 16"/>
                <a:gd name="T18" fmla="*/ 1 w 8"/>
                <a:gd name="T19" fmla="*/ 1 h 16"/>
                <a:gd name="T20" fmla="*/ 7 w 8"/>
                <a:gd name="T21" fmla="*/ 1 h 16"/>
                <a:gd name="T22" fmla="*/ 7 w 8"/>
                <a:gd name="T23" fmla="*/ 15 h 16"/>
                <a:gd name="T24" fmla="*/ 1 w 8"/>
                <a:gd name="T25" fmla="*/ 15 h 16"/>
                <a:gd name="T26" fmla="*/ 1 w 8"/>
                <a:gd name="T27" fmla="*/ 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" h="16">
                  <a:moveTo>
                    <a:pt x="0" y="16"/>
                  </a:moveTo>
                  <a:cubicBezTo>
                    <a:pt x="8" y="16"/>
                    <a:pt x="8" y="16"/>
                    <a:pt x="8" y="16"/>
                  </a:cubicBezTo>
                  <a:cubicBezTo>
                    <a:pt x="8" y="16"/>
                    <a:pt x="8" y="15"/>
                    <a:pt x="8" y="15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5"/>
                    <a:pt x="0" y="16"/>
                    <a:pt x="0" y="16"/>
                  </a:cubicBezTo>
                  <a:close/>
                  <a:moveTo>
                    <a:pt x="1" y="1"/>
                  </a:moveTo>
                  <a:cubicBezTo>
                    <a:pt x="7" y="1"/>
                    <a:pt x="7" y="1"/>
                    <a:pt x="7" y="1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1" y="15"/>
                    <a:pt x="1" y="15"/>
                    <a:pt x="1" y="15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5" name="Freeform 302"/>
            <p:cNvSpPr>
              <a:spLocks noEditPoints="1"/>
            </p:cNvSpPr>
            <p:nvPr userDrawn="1"/>
          </p:nvSpPr>
          <p:spPr bwMode="auto">
            <a:xfrm>
              <a:off x="11120438" y="4568825"/>
              <a:ext cx="14288" cy="133350"/>
            </a:xfrm>
            <a:custGeom>
              <a:avLst/>
              <a:gdLst>
                <a:gd name="T0" fmla="*/ 1 w 2"/>
                <a:gd name="T1" fmla="*/ 19 h 19"/>
                <a:gd name="T2" fmla="*/ 2 w 2"/>
                <a:gd name="T3" fmla="*/ 18 h 19"/>
                <a:gd name="T4" fmla="*/ 2 w 2"/>
                <a:gd name="T5" fmla="*/ 1 h 19"/>
                <a:gd name="T6" fmla="*/ 1 w 2"/>
                <a:gd name="T7" fmla="*/ 0 h 19"/>
                <a:gd name="T8" fmla="*/ 0 w 2"/>
                <a:gd name="T9" fmla="*/ 1 h 19"/>
                <a:gd name="T10" fmla="*/ 0 w 2"/>
                <a:gd name="T11" fmla="*/ 18 h 19"/>
                <a:gd name="T12" fmla="*/ 1 w 2"/>
                <a:gd name="T13" fmla="*/ 19 h 19"/>
                <a:gd name="T14" fmla="*/ 1 w 2"/>
                <a:gd name="T15" fmla="*/ 1 h 19"/>
                <a:gd name="T16" fmla="*/ 1 w 2"/>
                <a:gd name="T17" fmla="*/ 1 h 19"/>
                <a:gd name="T18" fmla="*/ 1 w 2"/>
                <a:gd name="T19" fmla="*/ 1 h 19"/>
                <a:gd name="T20" fmla="*/ 1 w 2"/>
                <a:gd name="T21" fmla="*/ 18 h 19"/>
                <a:gd name="T22" fmla="*/ 1 w 2"/>
                <a:gd name="T23" fmla="*/ 18 h 19"/>
                <a:gd name="T24" fmla="*/ 1 w 2"/>
                <a:gd name="T25" fmla="*/ 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19">
                  <a:moveTo>
                    <a:pt x="1" y="19"/>
                  </a:moveTo>
                  <a:cubicBezTo>
                    <a:pt x="1" y="19"/>
                    <a:pt x="2" y="19"/>
                    <a:pt x="2" y="18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9"/>
                    <a:pt x="0" y="19"/>
                    <a:pt x="1" y="19"/>
                  </a:cubicBezTo>
                  <a:close/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1" y="18"/>
                    <a:pt x="1" y="18"/>
                    <a:pt x="1" y="18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6" name="Freeform 303"/>
            <p:cNvSpPr>
              <a:spLocks noEditPoints="1"/>
            </p:cNvSpPr>
            <p:nvPr userDrawn="1"/>
          </p:nvSpPr>
          <p:spPr bwMode="auto">
            <a:xfrm>
              <a:off x="11217275" y="4568825"/>
              <a:ext cx="14288" cy="133350"/>
            </a:xfrm>
            <a:custGeom>
              <a:avLst/>
              <a:gdLst>
                <a:gd name="T0" fmla="*/ 1 w 2"/>
                <a:gd name="T1" fmla="*/ 19 h 19"/>
                <a:gd name="T2" fmla="*/ 2 w 2"/>
                <a:gd name="T3" fmla="*/ 18 h 19"/>
                <a:gd name="T4" fmla="*/ 2 w 2"/>
                <a:gd name="T5" fmla="*/ 1 h 19"/>
                <a:gd name="T6" fmla="*/ 1 w 2"/>
                <a:gd name="T7" fmla="*/ 0 h 19"/>
                <a:gd name="T8" fmla="*/ 0 w 2"/>
                <a:gd name="T9" fmla="*/ 1 h 19"/>
                <a:gd name="T10" fmla="*/ 0 w 2"/>
                <a:gd name="T11" fmla="*/ 18 h 19"/>
                <a:gd name="T12" fmla="*/ 1 w 2"/>
                <a:gd name="T13" fmla="*/ 19 h 19"/>
                <a:gd name="T14" fmla="*/ 0 w 2"/>
                <a:gd name="T15" fmla="*/ 1 h 19"/>
                <a:gd name="T16" fmla="*/ 1 w 2"/>
                <a:gd name="T17" fmla="*/ 1 h 19"/>
                <a:gd name="T18" fmla="*/ 1 w 2"/>
                <a:gd name="T19" fmla="*/ 1 h 19"/>
                <a:gd name="T20" fmla="*/ 1 w 2"/>
                <a:gd name="T21" fmla="*/ 18 h 19"/>
                <a:gd name="T22" fmla="*/ 0 w 2"/>
                <a:gd name="T23" fmla="*/ 18 h 19"/>
                <a:gd name="T24" fmla="*/ 0 w 2"/>
                <a:gd name="T25" fmla="*/ 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19">
                  <a:moveTo>
                    <a:pt x="1" y="19"/>
                  </a:moveTo>
                  <a:cubicBezTo>
                    <a:pt x="1" y="19"/>
                    <a:pt x="2" y="19"/>
                    <a:pt x="2" y="18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9"/>
                    <a:pt x="0" y="19"/>
                    <a:pt x="1" y="19"/>
                  </a:cubicBezTo>
                  <a:close/>
                  <a:moveTo>
                    <a:pt x="0" y="1"/>
                  </a:moveTo>
                  <a:cubicBezTo>
                    <a:pt x="0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1" y="18"/>
                    <a:pt x="0" y="18"/>
                    <a:pt x="0" y="18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7" name="Freeform 304"/>
            <p:cNvSpPr>
              <a:spLocks noEditPoints="1"/>
            </p:cNvSpPr>
            <p:nvPr userDrawn="1"/>
          </p:nvSpPr>
          <p:spPr bwMode="auto">
            <a:xfrm>
              <a:off x="12012613" y="4729163"/>
              <a:ext cx="26988" cy="34925"/>
            </a:xfrm>
            <a:custGeom>
              <a:avLst/>
              <a:gdLst>
                <a:gd name="T0" fmla="*/ 2 w 4"/>
                <a:gd name="T1" fmla="*/ 5 h 5"/>
                <a:gd name="T2" fmla="*/ 3 w 4"/>
                <a:gd name="T3" fmla="*/ 4 h 5"/>
                <a:gd name="T4" fmla="*/ 3 w 4"/>
                <a:gd name="T5" fmla="*/ 0 h 5"/>
                <a:gd name="T6" fmla="*/ 1 w 4"/>
                <a:gd name="T7" fmla="*/ 0 h 5"/>
                <a:gd name="T8" fmla="*/ 0 w 4"/>
                <a:gd name="T9" fmla="*/ 3 h 5"/>
                <a:gd name="T10" fmla="*/ 2 w 4"/>
                <a:gd name="T11" fmla="*/ 5 h 5"/>
                <a:gd name="T12" fmla="*/ 2 w 4"/>
                <a:gd name="T13" fmla="*/ 5 h 5"/>
                <a:gd name="T14" fmla="*/ 1 w 4"/>
                <a:gd name="T15" fmla="*/ 2 h 5"/>
                <a:gd name="T16" fmla="*/ 2 w 4"/>
                <a:gd name="T17" fmla="*/ 1 h 5"/>
                <a:gd name="T18" fmla="*/ 2 w 4"/>
                <a:gd name="T19" fmla="*/ 1 h 5"/>
                <a:gd name="T20" fmla="*/ 2 w 4"/>
                <a:gd name="T21" fmla="*/ 3 h 5"/>
                <a:gd name="T22" fmla="*/ 2 w 4"/>
                <a:gd name="T23" fmla="*/ 4 h 5"/>
                <a:gd name="T24" fmla="*/ 1 w 4"/>
                <a:gd name="T25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" h="5">
                  <a:moveTo>
                    <a:pt x="2" y="5"/>
                  </a:moveTo>
                  <a:cubicBezTo>
                    <a:pt x="2" y="5"/>
                    <a:pt x="3" y="4"/>
                    <a:pt x="3" y="4"/>
                  </a:cubicBezTo>
                  <a:cubicBezTo>
                    <a:pt x="4" y="3"/>
                    <a:pt x="4" y="1"/>
                    <a:pt x="3" y="0"/>
                  </a:cubicBezTo>
                  <a:cubicBezTo>
                    <a:pt x="3" y="0"/>
                    <a:pt x="2" y="0"/>
                    <a:pt x="1" y="0"/>
                  </a:cubicBezTo>
                  <a:cubicBezTo>
                    <a:pt x="0" y="0"/>
                    <a:pt x="0" y="1"/>
                    <a:pt x="0" y="3"/>
                  </a:cubicBezTo>
                  <a:cubicBezTo>
                    <a:pt x="0" y="4"/>
                    <a:pt x="1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lose/>
                  <a:moveTo>
                    <a:pt x="1" y="2"/>
                  </a:moveTo>
                  <a:cubicBezTo>
                    <a:pt x="1" y="2"/>
                    <a:pt x="1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2"/>
                    <a:pt x="3" y="3"/>
                    <a:pt x="2" y="3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1" y="3"/>
                    <a:pt x="1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8" name="Freeform 305"/>
            <p:cNvSpPr>
              <a:spLocks noEditPoints="1"/>
            </p:cNvSpPr>
            <p:nvPr userDrawn="1"/>
          </p:nvSpPr>
          <p:spPr bwMode="auto">
            <a:xfrm>
              <a:off x="11936413" y="4743450"/>
              <a:ext cx="20638" cy="34925"/>
            </a:xfrm>
            <a:custGeom>
              <a:avLst/>
              <a:gdLst>
                <a:gd name="T0" fmla="*/ 2 w 3"/>
                <a:gd name="T1" fmla="*/ 5 h 5"/>
                <a:gd name="T2" fmla="*/ 3 w 3"/>
                <a:gd name="T3" fmla="*/ 4 h 5"/>
                <a:gd name="T4" fmla="*/ 3 w 3"/>
                <a:gd name="T5" fmla="*/ 4 h 5"/>
                <a:gd name="T6" fmla="*/ 3 w 3"/>
                <a:gd name="T7" fmla="*/ 3 h 5"/>
                <a:gd name="T8" fmla="*/ 3 w 3"/>
                <a:gd name="T9" fmla="*/ 1 h 5"/>
                <a:gd name="T10" fmla="*/ 2 w 3"/>
                <a:gd name="T11" fmla="*/ 0 h 5"/>
                <a:gd name="T12" fmla="*/ 2 w 3"/>
                <a:gd name="T13" fmla="*/ 0 h 5"/>
                <a:gd name="T14" fmla="*/ 0 w 3"/>
                <a:gd name="T15" fmla="*/ 1 h 5"/>
                <a:gd name="T16" fmla="*/ 0 w 3"/>
                <a:gd name="T17" fmla="*/ 4 h 5"/>
                <a:gd name="T18" fmla="*/ 2 w 3"/>
                <a:gd name="T19" fmla="*/ 5 h 5"/>
                <a:gd name="T20" fmla="*/ 2 w 3"/>
                <a:gd name="T21" fmla="*/ 5 h 5"/>
                <a:gd name="T22" fmla="*/ 1 w 3"/>
                <a:gd name="T23" fmla="*/ 1 h 5"/>
                <a:gd name="T24" fmla="*/ 2 w 3"/>
                <a:gd name="T25" fmla="*/ 1 h 5"/>
                <a:gd name="T26" fmla="*/ 2 w 3"/>
                <a:gd name="T27" fmla="*/ 1 h 5"/>
                <a:gd name="T28" fmla="*/ 2 w 3"/>
                <a:gd name="T29" fmla="*/ 1 h 5"/>
                <a:gd name="T30" fmla="*/ 2 w 3"/>
                <a:gd name="T31" fmla="*/ 2 h 5"/>
                <a:gd name="T32" fmla="*/ 2 w 3"/>
                <a:gd name="T33" fmla="*/ 4 h 5"/>
                <a:gd name="T34" fmla="*/ 2 w 3"/>
                <a:gd name="T35" fmla="*/ 4 h 5"/>
                <a:gd name="T36" fmla="*/ 1 w 3"/>
                <a:gd name="T37" fmla="*/ 4 h 5"/>
                <a:gd name="T38" fmla="*/ 1 w 3"/>
                <a:gd name="T39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" h="5">
                  <a:moveTo>
                    <a:pt x="2" y="5"/>
                  </a:moveTo>
                  <a:cubicBezTo>
                    <a:pt x="2" y="5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2"/>
                    <a:pt x="3" y="2"/>
                    <a:pt x="3" y="1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0" y="2"/>
                    <a:pt x="0" y="4"/>
                    <a:pt x="0" y="4"/>
                  </a:cubicBezTo>
                  <a:cubicBezTo>
                    <a:pt x="1" y="5"/>
                    <a:pt x="1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lose/>
                  <a:moveTo>
                    <a:pt x="1" y="1"/>
                  </a:moveTo>
                  <a:cubicBezTo>
                    <a:pt x="1" y="1"/>
                    <a:pt x="1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3"/>
                    <a:pt x="2" y="3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2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3" name="矩形 2"/>
          <p:cNvSpPr/>
          <p:nvPr/>
        </p:nvSpPr>
        <p:spPr>
          <a:xfrm>
            <a:off x="0" y="4157383"/>
            <a:ext cx="12191999" cy="1921090"/>
          </a:xfrm>
          <a:prstGeom prst="rect">
            <a:avLst/>
          </a:prstGeom>
          <a:solidFill>
            <a:srgbClr val="4E75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 l="3580" t="17876" r="8331" b="16716"/>
          <a:stretch>
            <a:fillRect/>
          </a:stretch>
        </p:blipFill>
        <p:spPr>
          <a:xfrm>
            <a:off x="2202299" y="4157382"/>
            <a:ext cx="7182244" cy="192268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 b="7455"/>
          <a:stretch>
            <a:fillRect/>
          </a:stretch>
        </p:blipFill>
        <p:spPr>
          <a:xfrm>
            <a:off x="0" y="3776601"/>
            <a:ext cx="1849915" cy="2432502"/>
          </a:xfrm>
          <a:prstGeom prst="rect">
            <a:avLst/>
          </a:prstGeom>
          <a:effectLst>
            <a:outerShdw blurRad="101600" dist="38100" dir="5400000" sx="101000" sy="101000" algn="t" rotWithShape="0">
              <a:srgbClr val="2E4523">
                <a:alpha val="25000"/>
              </a:srgbClr>
            </a:outerShdw>
          </a:effectLst>
        </p:spPr>
      </p:pic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t="4458" r="11851"/>
          <a:stretch>
            <a:fillRect/>
          </a:stretch>
        </p:blipFill>
        <p:spPr>
          <a:xfrm>
            <a:off x="9785054" y="4157382"/>
            <a:ext cx="2399009" cy="2177854"/>
          </a:xfrm>
          <a:prstGeom prst="rect">
            <a:avLst/>
          </a:prstGeom>
          <a:effectLst>
            <a:outerShdw blurRad="101600" dist="38100" dir="5400000" sx="101000" sy="101000" algn="t" rotWithShape="0">
              <a:srgbClr val="2E4523">
                <a:alpha val="25000"/>
              </a:srgbClr>
            </a:outerShdw>
          </a:effectLst>
        </p:spPr>
      </p:pic>
      <p:grpSp>
        <p:nvGrpSpPr>
          <p:cNvPr id="14" name="组合 13"/>
          <p:cNvGrpSpPr/>
          <p:nvPr/>
        </p:nvGrpSpPr>
        <p:grpSpPr>
          <a:xfrm>
            <a:off x="2030185" y="1993287"/>
            <a:ext cx="9263289" cy="1690955"/>
            <a:chOff x="2030185" y="1993287"/>
            <a:chExt cx="9263289" cy="1690955"/>
          </a:xfrm>
        </p:grpSpPr>
        <p:sp>
          <p:nvSpPr>
            <p:cNvPr id="16" name="文本框 15"/>
            <p:cNvSpPr txBox="1"/>
            <p:nvPr/>
          </p:nvSpPr>
          <p:spPr>
            <a:xfrm>
              <a:off x="2030185" y="1993287"/>
              <a:ext cx="9263289" cy="10147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sz="6000" b="1" dirty="0">
                  <a:solidFill>
                    <a:srgbClr val="B88F4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xxxxxxxxxxxx</a:t>
              </a:r>
              <a:endParaRPr lang="en-US" sz="6000" b="1" dirty="0">
                <a:solidFill>
                  <a:srgbClr val="B88F4D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2085667" y="3051881"/>
              <a:ext cx="9145895" cy="3067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/>
              <a:r>
                <a:rPr lang="en-US" sz="1400" dirty="0">
                  <a:solidFill>
                    <a:srgbClr val="B88F4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xxxxxxxxxxxxxxx</a:t>
              </a:r>
              <a:endParaRPr lang="en-US" sz="1400" dirty="0">
                <a:solidFill>
                  <a:srgbClr val="B88F4D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2184156" y="3612242"/>
              <a:ext cx="720000" cy="72000"/>
            </a:xfrm>
            <a:prstGeom prst="rect">
              <a:avLst/>
            </a:prstGeom>
            <a:solidFill>
              <a:srgbClr val="BD93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4" name="图片 3" descr="图片2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39065" y="154305"/>
            <a:ext cx="2072640" cy="1256030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3175000" y="655270"/>
            <a:ext cx="5842000" cy="1349762"/>
            <a:chOff x="3175000" y="706070"/>
            <a:chExt cx="5842000" cy="1349762"/>
          </a:xfrm>
        </p:grpSpPr>
        <p:sp>
          <p:nvSpPr>
            <p:cNvPr id="16" name="TextBox 2"/>
            <p:cNvSpPr txBox="1"/>
            <p:nvPr>
              <p:custDataLst>
                <p:tags r:id="rId1"/>
              </p:custDataLst>
            </p:nvPr>
          </p:nvSpPr>
          <p:spPr>
            <a:xfrm>
              <a:off x="3175000" y="706070"/>
              <a:ext cx="584200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10000" b="1">
                  <a:gradFill flip="none" rotWithShape="1">
                    <a:gsLst>
                      <a:gs pos="0">
                        <a:schemeClr val="bg1"/>
                      </a:gs>
                      <a:gs pos="71000">
                        <a:schemeClr val="bg1">
                          <a:alpha val="0"/>
                        </a:schemeClr>
                      </a:gs>
                    </a:gsLst>
                    <a:lin ang="5400000" scaled="0"/>
                    <a:tileRect/>
                  </a:gra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8000" dirty="0">
                  <a:gradFill flip="none" rotWithShape="1">
                    <a:gsLst>
                      <a:gs pos="0">
                        <a:srgbClr val="B88F4D">
                          <a:alpha val="20000"/>
                        </a:srgbClr>
                      </a:gs>
                      <a:gs pos="71000">
                        <a:srgbClr val="B88F4D">
                          <a:alpha val="0"/>
                        </a:srgbClr>
                      </a:gs>
                    </a:gsLst>
                    <a:lin ang="5400000" scaled="0"/>
                    <a:tileRect/>
                  </a:gradFill>
                  <a:sym typeface="+mn-lt"/>
                </a:rPr>
                <a:t>CONTENT</a:t>
              </a:r>
              <a:endParaRPr lang="en-US" altLang="zh-CN" sz="8000" dirty="0">
                <a:gradFill flip="none" rotWithShape="1">
                  <a:gsLst>
                    <a:gs pos="0">
                      <a:srgbClr val="B88F4D">
                        <a:alpha val="20000"/>
                      </a:srgbClr>
                    </a:gs>
                    <a:gs pos="71000">
                      <a:srgbClr val="B88F4D">
                        <a:alpha val="0"/>
                      </a:srgbClr>
                    </a:gs>
                  </a:gsLst>
                  <a:lin ang="5400000" scaled="0"/>
                  <a:tileRect/>
                </a:gradFill>
                <a:sym typeface="+mn-lt"/>
              </a:endParaRPr>
            </a:p>
          </p:txBody>
        </p:sp>
        <p:sp>
          <p:nvSpPr>
            <p:cNvPr id="20" name="TextBox 2"/>
            <p:cNvSpPr txBox="1"/>
            <p:nvPr>
              <p:custDataLst>
                <p:tags r:id="rId2"/>
              </p:custDataLst>
            </p:nvPr>
          </p:nvSpPr>
          <p:spPr>
            <a:xfrm>
              <a:off x="4635500" y="1257300"/>
              <a:ext cx="2921000" cy="798532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R="0" algn="ctr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4400" b="1" spc="200" dirty="0">
                  <a:solidFill>
                    <a:srgbClr val="B88F4D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rPr>
                <a:t>目录</a:t>
              </a:r>
              <a:endParaRPr lang="en-US" altLang="zh-CN" sz="4400" b="1" spc="200" dirty="0">
                <a:solidFill>
                  <a:srgbClr val="B88F4D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lt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902225" y="2442820"/>
            <a:ext cx="4939774" cy="1240790"/>
            <a:chOff x="932815" y="2457450"/>
            <a:chExt cx="4939774" cy="1240790"/>
          </a:xfrm>
        </p:grpSpPr>
        <p:sp>
          <p:nvSpPr>
            <p:cNvPr id="22" name="TextBox 2"/>
            <p:cNvSpPr txBox="1"/>
            <p:nvPr>
              <p:custDataLst>
                <p:tags r:id="rId3"/>
              </p:custDataLst>
            </p:nvPr>
          </p:nvSpPr>
          <p:spPr>
            <a:xfrm>
              <a:off x="932815" y="2457450"/>
              <a:ext cx="1487170" cy="124079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R="0" algn="ctr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en-US" altLang="zh-CN" sz="4000" b="1" spc="200" dirty="0">
                  <a:solidFill>
                    <a:srgbClr val="BD934E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rPr>
                <a:t>01</a:t>
              </a:r>
              <a:endParaRPr lang="en-US" altLang="zh-CN" sz="4000" b="1" spc="200" dirty="0">
                <a:solidFill>
                  <a:srgbClr val="BD934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lt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2443892" y="2554631"/>
              <a:ext cx="3428697" cy="1039340"/>
            </a:xfrm>
            <a:prstGeom prst="rect">
              <a:avLst/>
            </a:prstGeom>
          </p:spPr>
          <p:txBody>
            <a:bodyPr vert="horz" lIns="90170" tIns="46990" rIns="90170" bIns="46990" rtlCol="0" anchor="ctr" anchorCtr="0">
              <a:normAutofit/>
            </a:bodyPr>
            <a:lstStyle/>
            <a:p>
              <a:pPr>
                <a:lnSpc>
                  <a:spcPct val="120000"/>
                </a:lnSpc>
                <a:spcBef>
                  <a:spcPct val="0"/>
                </a:spcBef>
              </a:pPr>
              <a:r>
                <a:rPr lang="zh-CN" altLang="en-US" sz="2800" b="1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j-cs"/>
                </a:rPr>
                <a:t>请在这里添加标题</a:t>
              </a:r>
              <a:endParaRPr lang="zh-CN" altLang="en-US" sz="28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1143000" y="2544445"/>
              <a:ext cx="1066800" cy="1066800"/>
            </a:xfrm>
            <a:prstGeom prst="rect">
              <a:avLst/>
            </a:prstGeom>
            <a:noFill/>
            <a:ln>
              <a:solidFill>
                <a:srgbClr val="B88F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BD934E"/>
                </a:solidFill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6274325" y="2442820"/>
            <a:ext cx="5384276" cy="1240790"/>
            <a:chOff x="932815" y="2457450"/>
            <a:chExt cx="5384276" cy="1240790"/>
          </a:xfrm>
        </p:grpSpPr>
        <p:sp>
          <p:nvSpPr>
            <p:cNvPr id="44" name="TextBox 2"/>
            <p:cNvSpPr txBox="1"/>
            <p:nvPr>
              <p:custDataLst>
                <p:tags r:id="rId4"/>
              </p:custDataLst>
            </p:nvPr>
          </p:nvSpPr>
          <p:spPr>
            <a:xfrm>
              <a:off x="932815" y="2457450"/>
              <a:ext cx="1487170" cy="124079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R="0" algn="ctr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en-US" altLang="zh-CN" sz="4000" b="1" spc="200" dirty="0">
                  <a:solidFill>
                    <a:srgbClr val="BD934E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rPr>
                <a:t>02</a:t>
              </a:r>
              <a:endParaRPr lang="en-US" altLang="zh-CN" sz="4000" b="1" spc="200" dirty="0">
                <a:solidFill>
                  <a:srgbClr val="BD934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lt"/>
              </a:endParaRPr>
            </a:p>
          </p:txBody>
        </p:sp>
        <p:sp>
          <p:nvSpPr>
            <p:cNvPr id="45" name="矩形 44"/>
            <p:cNvSpPr/>
            <p:nvPr/>
          </p:nvSpPr>
          <p:spPr>
            <a:xfrm>
              <a:off x="2443892" y="2658180"/>
              <a:ext cx="3873199" cy="839330"/>
            </a:xfrm>
            <a:prstGeom prst="rect">
              <a:avLst/>
            </a:prstGeom>
          </p:spPr>
          <p:txBody>
            <a:bodyPr vert="horz" lIns="90170" tIns="46990" rIns="90170" bIns="46990" rtlCol="0" anchor="ctr" anchorCtr="0">
              <a:normAutofit/>
            </a:bodyPr>
            <a:lstStyle/>
            <a:p>
              <a:pPr>
                <a:lnSpc>
                  <a:spcPct val="120000"/>
                </a:lnSpc>
                <a:spcBef>
                  <a:spcPct val="0"/>
                </a:spcBef>
              </a:pPr>
              <a:r>
                <a:rPr lang="zh-CN" altLang="en-US" sz="2800" b="1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j-cs"/>
                </a:rPr>
                <a:t>请在这里添加标题</a:t>
              </a:r>
              <a:endParaRPr lang="zh-CN" altLang="en-US" sz="28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143000" y="2544445"/>
              <a:ext cx="1066800" cy="1066800"/>
            </a:xfrm>
            <a:prstGeom prst="rect">
              <a:avLst/>
            </a:prstGeom>
            <a:noFill/>
            <a:ln>
              <a:solidFill>
                <a:srgbClr val="B88F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BD934E"/>
                </a:solidFill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902225" y="4119220"/>
            <a:ext cx="5107096" cy="1240790"/>
            <a:chOff x="932815" y="2457450"/>
            <a:chExt cx="5107096" cy="1240790"/>
          </a:xfrm>
        </p:grpSpPr>
        <p:sp>
          <p:nvSpPr>
            <p:cNvPr id="48" name="TextBox 2"/>
            <p:cNvSpPr txBox="1"/>
            <p:nvPr>
              <p:custDataLst>
                <p:tags r:id="rId5"/>
              </p:custDataLst>
            </p:nvPr>
          </p:nvSpPr>
          <p:spPr>
            <a:xfrm>
              <a:off x="932815" y="2457450"/>
              <a:ext cx="1487170" cy="124079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R="0" algn="ctr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en-US" altLang="zh-CN" sz="4000" b="1" spc="200" dirty="0">
                  <a:solidFill>
                    <a:srgbClr val="BD934E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rPr>
                <a:t>03</a:t>
              </a:r>
              <a:endParaRPr lang="en-US" altLang="zh-CN" sz="4000" b="1" spc="200" dirty="0">
                <a:solidFill>
                  <a:srgbClr val="BD934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lt"/>
              </a:endParaRPr>
            </a:p>
          </p:txBody>
        </p:sp>
        <p:sp>
          <p:nvSpPr>
            <p:cNvPr id="49" name="矩形 48"/>
            <p:cNvSpPr/>
            <p:nvPr/>
          </p:nvSpPr>
          <p:spPr>
            <a:xfrm>
              <a:off x="2443892" y="2643530"/>
              <a:ext cx="3596019" cy="869320"/>
            </a:xfrm>
            <a:prstGeom prst="rect">
              <a:avLst/>
            </a:prstGeom>
          </p:spPr>
          <p:txBody>
            <a:bodyPr vert="horz" lIns="90170" tIns="46990" rIns="90170" bIns="46990" rtlCol="0" anchor="ctr" anchorCtr="0">
              <a:normAutofit/>
            </a:bodyPr>
            <a:lstStyle/>
            <a:p>
              <a:pPr>
                <a:lnSpc>
                  <a:spcPct val="120000"/>
                </a:lnSpc>
                <a:spcBef>
                  <a:spcPct val="0"/>
                </a:spcBef>
              </a:pPr>
              <a:r>
                <a:rPr lang="zh-CN" altLang="en-US" sz="2800" b="1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j-cs"/>
                </a:rPr>
                <a:t>请在这里添加标题</a:t>
              </a:r>
              <a:endParaRPr lang="zh-CN" altLang="en-US" sz="28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1143000" y="2544445"/>
              <a:ext cx="1066800" cy="1066800"/>
            </a:xfrm>
            <a:prstGeom prst="rect">
              <a:avLst/>
            </a:prstGeom>
            <a:noFill/>
            <a:ln>
              <a:solidFill>
                <a:srgbClr val="B88F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BD934E"/>
                </a:solidFill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6274325" y="4119220"/>
            <a:ext cx="5384276" cy="1240790"/>
            <a:chOff x="932815" y="2457450"/>
            <a:chExt cx="5384276" cy="1240790"/>
          </a:xfrm>
        </p:grpSpPr>
        <p:sp>
          <p:nvSpPr>
            <p:cNvPr id="52" name="TextBox 2"/>
            <p:cNvSpPr txBox="1"/>
            <p:nvPr>
              <p:custDataLst>
                <p:tags r:id="rId6"/>
              </p:custDataLst>
            </p:nvPr>
          </p:nvSpPr>
          <p:spPr>
            <a:xfrm>
              <a:off x="932815" y="2457450"/>
              <a:ext cx="1487170" cy="124079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R="0" algn="ctr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en-US" altLang="zh-CN" sz="4000" b="1" spc="200" dirty="0">
                  <a:solidFill>
                    <a:srgbClr val="BD934E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rPr>
                <a:t>04</a:t>
              </a:r>
              <a:endParaRPr lang="en-US" altLang="zh-CN" sz="4000" b="1" spc="200" dirty="0">
                <a:solidFill>
                  <a:srgbClr val="BD934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lt"/>
              </a:endParaRPr>
            </a:p>
          </p:txBody>
        </p:sp>
        <p:sp>
          <p:nvSpPr>
            <p:cNvPr id="53" name="矩形 52"/>
            <p:cNvSpPr/>
            <p:nvPr/>
          </p:nvSpPr>
          <p:spPr>
            <a:xfrm>
              <a:off x="2443893" y="2617553"/>
              <a:ext cx="3873198" cy="864730"/>
            </a:xfrm>
            <a:prstGeom prst="rect">
              <a:avLst/>
            </a:prstGeom>
          </p:spPr>
          <p:txBody>
            <a:bodyPr vert="horz" lIns="90170" tIns="46990" rIns="90170" bIns="46990" rtlCol="0" anchor="ctr" anchorCtr="0">
              <a:normAutofit/>
            </a:bodyPr>
            <a:lstStyle/>
            <a:p>
              <a:pPr>
                <a:lnSpc>
                  <a:spcPct val="120000"/>
                </a:lnSpc>
                <a:spcBef>
                  <a:spcPct val="0"/>
                </a:spcBef>
              </a:pPr>
              <a:r>
                <a:rPr lang="zh-CN" altLang="en-US" sz="2800" b="1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j-cs"/>
                </a:rPr>
                <a:t>请在这里添加标题</a:t>
              </a:r>
              <a:endParaRPr lang="zh-CN" altLang="en-US" sz="28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endParaRPr>
            </a:p>
          </p:txBody>
        </p:sp>
        <p:sp>
          <p:nvSpPr>
            <p:cNvPr id="54" name="矩形 53"/>
            <p:cNvSpPr/>
            <p:nvPr/>
          </p:nvSpPr>
          <p:spPr>
            <a:xfrm>
              <a:off x="1143000" y="2544445"/>
              <a:ext cx="1066800" cy="1066800"/>
            </a:xfrm>
            <a:prstGeom prst="rect">
              <a:avLst/>
            </a:prstGeom>
            <a:noFill/>
            <a:ln>
              <a:solidFill>
                <a:srgbClr val="B88F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BD934E"/>
                </a:solidFill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-6350" y="5576887"/>
            <a:ext cx="12192000" cy="1281113"/>
            <a:chOff x="-6350" y="3575050"/>
            <a:chExt cx="12192000" cy="1281113"/>
          </a:xfrm>
          <a:gradFill>
            <a:gsLst>
              <a:gs pos="0">
                <a:srgbClr val="BD934E">
                  <a:alpha val="0"/>
                </a:srgbClr>
              </a:gs>
              <a:gs pos="100000">
                <a:srgbClr val="BD934E">
                  <a:alpha val="50000"/>
                </a:srgbClr>
              </a:gs>
            </a:gsLst>
            <a:lin ang="5400000" scaled="0"/>
          </a:gradFill>
        </p:grpSpPr>
        <p:grpSp>
          <p:nvGrpSpPr>
            <p:cNvPr id="26" name="Group 205"/>
            <p:cNvGrpSpPr/>
            <p:nvPr userDrawn="1"/>
          </p:nvGrpSpPr>
          <p:grpSpPr bwMode="auto">
            <a:xfrm>
              <a:off x="4810125" y="4400550"/>
              <a:ext cx="4105275" cy="433388"/>
              <a:chOff x="3030" y="2772"/>
              <a:chExt cx="2586" cy="273"/>
            </a:xfrm>
            <a:grpFill/>
          </p:grpSpPr>
          <p:sp>
            <p:nvSpPr>
              <p:cNvPr id="139" name="Line 5"/>
              <p:cNvSpPr>
                <a:spLocks noChangeShapeType="1"/>
              </p:cNvSpPr>
              <p:nvPr userDrawn="1"/>
            </p:nvSpPr>
            <p:spPr bwMode="auto">
              <a:xfrm>
                <a:off x="5616" y="2860"/>
                <a:ext cx="0" cy="0"/>
              </a:xfrm>
              <a:prstGeom prst="line">
                <a:avLst/>
              </a:prstGeom>
              <a:grpFill/>
              <a:ln w="12700" cap="rnd">
                <a:solidFill>
                  <a:srgbClr val="BF9C50"/>
                </a:solidFill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0" name="Freeform 6"/>
              <p:cNvSpPr/>
              <p:nvPr userDrawn="1"/>
            </p:nvSpPr>
            <p:spPr bwMode="auto">
              <a:xfrm>
                <a:off x="3657" y="2794"/>
                <a:ext cx="39" cy="9"/>
              </a:xfrm>
              <a:custGeom>
                <a:avLst/>
                <a:gdLst>
                  <a:gd name="T0" fmla="*/ 8 w 9"/>
                  <a:gd name="T1" fmla="*/ 2 h 2"/>
                  <a:gd name="T2" fmla="*/ 1 w 9"/>
                  <a:gd name="T3" fmla="*/ 2 h 2"/>
                  <a:gd name="T4" fmla="*/ 0 w 9"/>
                  <a:gd name="T5" fmla="*/ 1 h 2"/>
                  <a:gd name="T6" fmla="*/ 1 w 9"/>
                  <a:gd name="T7" fmla="*/ 0 h 2"/>
                  <a:gd name="T8" fmla="*/ 8 w 9"/>
                  <a:gd name="T9" fmla="*/ 0 h 2"/>
                  <a:gd name="T10" fmla="*/ 9 w 9"/>
                  <a:gd name="T11" fmla="*/ 1 h 2"/>
                  <a:gd name="T12" fmla="*/ 8 w 9"/>
                  <a:gd name="T13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" h="2">
                    <a:moveTo>
                      <a:pt x="8" y="2"/>
                    </a:moveTo>
                    <a:cubicBezTo>
                      <a:pt x="1" y="2"/>
                      <a:pt x="1" y="2"/>
                      <a:pt x="1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0"/>
                      <a:pt x="9" y="0"/>
                      <a:pt x="9" y="1"/>
                    </a:cubicBezTo>
                    <a:cubicBezTo>
                      <a:pt x="9" y="1"/>
                      <a:pt x="8" y="2"/>
                      <a:pt x="8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1" name="Freeform 7"/>
              <p:cNvSpPr/>
              <p:nvPr userDrawn="1"/>
            </p:nvSpPr>
            <p:spPr bwMode="auto">
              <a:xfrm>
                <a:off x="303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2" name="Freeform 8"/>
              <p:cNvSpPr/>
              <p:nvPr userDrawn="1"/>
            </p:nvSpPr>
            <p:spPr bwMode="auto">
              <a:xfrm>
                <a:off x="304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3" name="Freeform 9"/>
              <p:cNvSpPr/>
              <p:nvPr userDrawn="1"/>
            </p:nvSpPr>
            <p:spPr bwMode="auto">
              <a:xfrm>
                <a:off x="306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4" name="Freeform 10"/>
              <p:cNvSpPr/>
              <p:nvPr userDrawn="1"/>
            </p:nvSpPr>
            <p:spPr bwMode="auto">
              <a:xfrm>
                <a:off x="307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5" name="Freeform 11"/>
              <p:cNvSpPr/>
              <p:nvPr userDrawn="1"/>
            </p:nvSpPr>
            <p:spPr bwMode="auto">
              <a:xfrm>
                <a:off x="308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6" name="Freeform 12"/>
              <p:cNvSpPr/>
              <p:nvPr userDrawn="1"/>
            </p:nvSpPr>
            <p:spPr bwMode="auto">
              <a:xfrm>
                <a:off x="310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7" name="Freeform 13"/>
              <p:cNvSpPr/>
              <p:nvPr userDrawn="1"/>
            </p:nvSpPr>
            <p:spPr bwMode="auto">
              <a:xfrm>
                <a:off x="311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8" name="Freeform 14"/>
              <p:cNvSpPr/>
              <p:nvPr userDrawn="1"/>
            </p:nvSpPr>
            <p:spPr bwMode="auto">
              <a:xfrm>
                <a:off x="312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9" name="Freeform 15"/>
              <p:cNvSpPr/>
              <p:nvPr userDrawn="1"/>
            </p:nvSpPr>
            <p:spPr bwMode="auto">
              <a:xfrm>
                <a:off x="314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0" name="Freeform 16"/>
              <p:cNvSpPr/>
              <p:nvPr userDrawn="1"/>
            </p:nvSpPr>
            <p:spPr bwMode="auto">
              <a:xfrm>
                <a:off x="315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1" name="Freeform 17"/>
              <p:cNvSpPr/>
              <p:nvPr userDrawn="1"/>
            </p:nvSpPr>
            <p:spPr bwMode="auto">
              <a:xfrm>
                <a:off x="317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2" name="Freeform 18"/>
              <p:cNvSpPr/>
              <p:nvPr userDrawn="1"/>
            </p:nvSpPr>
            <p:spPr bwMode="auto">
              <a:xfrm>
                <a:off x="318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3" name="Freeform 19"/>
              <p:cNvSpPr/>
              <p:nvPr userDrawn="1"/>
            </p:nvSpPr>
            <p:spPr bwMode="auto">
              <a:xfrm>
                <a:off x="319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4" name="Freeform 20"/>
              <p:cNvSpPr/>
              <p:nvPr userDrawn="1"/>
            </p:nvSpPr>
            <p:spPr bwMode="auto">
              <a:xfrm>
                <a:off x="3209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5" name="Freeform 21"/>
              <p:cNvSpPr/>
              <p:nvPr userDrawn="1"/>
            </p:nvSpPr>
            <p:spPr bwMode="auto">
              <a:xfrm>
                <a:off x="3222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6" name="Freeform 22"/>
              <p:cNvSpPr/>
              <p:nvPr userDrawn="1"/>
            </p:nvSpPr>
            <p:spPr bwMode="auto">
              <a:xfrm>
                <a:off x="323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7" name="Freeform 23"/>
              <p:cNvSpPr/>
              <p:nvPr userDrawn="1"/>
            </p:nvSpPr>
            <p:spPr bwMode="auto">
              <a:xfrm>
                <a:off x="3252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8" name="Freeform 24"/>
              <p:cNvSpPr/>
              <p:nvPr userDrawn="1"/>
            </p:nvSpPr>
            <p:spPr bwMode="auto">
              <a:xfrm>
                <a:off x="326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9" name="Freeform 25"/>
              <p:cNvSpPr/>
              <p:nvPr userDrawn="1"/>
            </p:nvSpPr>
            <p:spPr bwMode="auto">
              <a:xfrm>
                <a:off x="327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0" name="Freeform 26"/>
              <p:cNvSpPr/>
              <p:nvPr userDrawn="1"/>
            </p:nvSpPr>
            <p:spPr bwMode="auto">
              <a:xfrm>
                <a:off x="329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1" name="Freeform 27"/>
              <p:cNvSpPr/>
              <p:nvPr userDrawn="1"/>
            </p:nvSpPr>
            <p:spPr bwMode="auto">
              <a:xfrm>
                <a:off x="330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2" name="Freeform 28"/>
              <p:cNvSpPr/>
              <p:nvPr userDrawn="1"/>
            </p:nvSpPr>
            <p:spPr bwMode="auto">
              <a:xfrm>
                <a:off x="331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3" name="Freeform 29"/>
              <p:cNvSpPr/>
              <p:nvPr userDrawn="1"/>
            </p:nvSpPr>
            <p:spPr bwMode="auto">
              <a:xfrm>
                <a:off x="333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4" name="Freeform 30"/>
              <p:cNvSpPr/>
              <p:nvPr userDrawn="1"/>
            </p:nvSpPr>
            <p:spPr bwMode="auto">
              <a:xfrm>
                <a:off x="334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5" name="Freeform 31"/>
              <p:cNvSpPr/>
              <p:nvPr userDrawn="1"/>
            </p:nvSpPr>
            <p:spPr bwMode="auto">
              <a:xfrm>
                <a:off x="336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6" name="Freeform 32"/>
              <p:cNvSpPr/>
              <p:nvPr userDrawn="1"/>
            </p:nvSpPr>
            <p:spPr bwMode="auto">
              <a:xfrm>
                <a:off x="337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7" name="Freeform 33"/>
              <p:cNvSpPr/>
              <p:nvPr userDrawn="1"/>
            </p:nvSpPr>
            <p:spPr bwMode="auto">
              <a:xfrm>
                <a:off x="338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8" name="Freeform 34"/>
              <p:cNvSpPr/>
              <p:nvPr userDrawn="1"/>
            </p:nvSpPr>
            <p:spPr bwMode="auto">
              <a:xfrm>
                <a:off x="340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9" name="Freeform 35"/>
              <p:cNvSpPr/>
              <p:nvPr userDrawn="1"/>
            </p:nvSpPr>
            <p:spPr bwMode="auto">
              <a:xfrm>
                <a:off x="341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0" name="Freeform 36"/>
              <p:cNvSpPr/>
              <p:nvPr userDrawn="1"/>
            </p:nvSpPr>
            <p:spPr bwMode="auto">
              <a:xfrm>
                <a:off x="342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1" name="Freeform 37"/>
              <p:cNvSpPr/>
              <p:nvPr userDrawn="1"/>
            </p:nvSpPr>
            <p:spPr bwMode="auto">
              <a:xfrm>
                <a:off x="344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2" name="Freeform 38"/>
              <p:cNvSpPr/>
              <p:nvPr userDrawn="1"/>
            </p:nvSpPr>
            <p:spPr bwMode="auto">
              <a:xfrm>
                <a:off x="345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3" name="Freeform 39"/>
              <p:cNvSpPr/>
              <p:nvPr userDrawn="1"/>
            </p:nvSpPr>
            <p:spPr bwMode="auto">
              <a:xfrm>
                <a:off x="347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4" name="Freeform 40"/>
              <p:cNvSpPr/>
              <p:nvPr userDrawn="1"/>
            </p:nvSpPr>
            <p:spPr bwMode="auto">
              <a:xfrm>
                <a:off x="348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5" name="Freeform 41"/>
              <p:cNvSpPr/>
              <p:nvPr userDrawn="1"/>
            </p:nvSpPr>
            <p:spPr bwMode="auto">
              <a:xfrm>
                <a:off x="349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6" name="Freeform 42"/>
              <p:cNvSpPr/>
              <p:nvPr userDrawn="1"/>
            </p:nvSpPr>
            <p:spPr bwMode="auto">
              <a:xfrm>
                <a:off x="3509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7" name="Freeform 43"/>
              <p:cNvSpPr/>
              <p:nvPr userDrawn="1"/>
            </p:nvSpPr>
            <p:spPr bwMode="auto">
              <a:xfrm>
                <a:off x="3522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8" name="Freeform 44"/>
              <p:cNvSpPr/>
              <p:nvPr userDrawn="1"/>
            </p:nvSpPr>
            <p:spPr bwMode="auto">
              <a:xfrm>
                <a:off x="353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9" name="Freeform 45"/>
              <p:cNvSpPr/>
              <p:nvPr userDrawn="1"/>
            </p:nvSpPr>
            <p:spPr bwMode="auto">
              <a:xfrm>
                <a:off x="355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0" name="Freeform 46"/>
              <p:cNvSpPr/>
              <p:nvPr userDrawn="1"/>
            </p:nvSpPr>
            <p:spPr bwMode="auto">
              <a:xfrm>
                <a:off x="356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1" name="Freeform 47"/>
              <p:cNvSpPr/>
              <p:nvPr userDrawn="1"/>
            </p:nvSpPr>
            <p:spPr bwMode="auto">
              <a:xfrm>
                <a:off x="3579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2" name="Freeform 48"/>
              <p:cNvSpPr/>
              <p:nvPr userDrawn="1"/>
            </p:nvSpPr>
            <p:spPr bwMode="auto">
              <a:xfrm>
                <a:off x="3592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3" name="Freeform 49"/>
              <p:cNvSpPr/>
              <p:nvPr userDrawn="1"/>
            </p:nvSpPr>
            <p:spPr bwMode="auto">
              <a:xfrm>
                <a:off x="360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4" name="Freeform 50"/>
              <p:cNvSpPr/>
              <p:nvPr userDrawn="1"/>
            </p:nvSpPr>
            <p:spPr bwMode="auto">
              <a:xfrm>
                <a:off x="361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5" name="Freeform 51"/>
              <p:cNvSpPr/>
              <p:nvPr userDrawn="1"/>
            </p:nvSpPr>
            <p:spPr bwMode="auto">
              <a:xfrm>
                <a:off x="363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6" name="Freeform 52"/>
              <p:cNvSpPr/>
              <p:nvPr userDrawn="1"/>
            </p:nvSpPr>
            <p:spPr bwMode="auto">
              <a:xfrm>
                <a:off x="364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7" name="Freeform 53"/>
              <p:cNvSpPr/>
              <p:nvPr userDrawn="1"/>
            </p:nvSpPr>
            <p:spPr bwMode="auto">
              <a:xfrm>
                <a:off x="366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8" name="Freeform 54"/>
              <p:cNvSpPr/>
              <p:nvPr userDrawn="1"/>
            </p:nvSpPr>
            <p:spPr bwMode="auto">
              <a:xfrm>
                <a:off x="367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9" name="Freeform 55"/>
              <p:cNvSpPr/>
              <p:nvPr userDrawn="1"/>
            </p:nvSpPr>
            <p:spPr bwMode="auto">
              <a:xfrm>
                <a:off x="368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0" name="Freeform 56"/>
              <p:cNvSpPr/>
              <p:nvPr userDrawn="1"/>
            </p:nvSpPr>
            <p:spPr bwMode="auto">
              <a:xfrm>
                <a:off x="370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1" name="Freeform 57"/>
              <p:cNvSpPr/>
              <p:nvPr userDrawn="1"/>
            </p:nvSpPr>
            <p:spPr bwMode="auto">
              <a:xfrm>
                <a:off x="371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2" name="Freeform 58"/>
              <p:cNvSpPr/>
              <p:nvPr userDrawn="1"/>
            </p:nvSpPr>
            <p:spPr bwMode="auto">
              <a:xfrm>
                <a:off x="372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3" name="Freeform 59"/>
              <p:cNvSpPr/>
              <p:nvPr userDrawn="1"/>
            </p:nvSpPr>
            <p:spPr bwMode="auto">
              <a:xfrm>
                <a:off x="372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4" name="Freeform 60"/>
              <p:cNvSpPr/>
              <p:nvPr userDrawn="1"/>
            </p:nvSpPr>
            <p:spPr bwMode="auto">
              <a:xfrm>
                <a:off x="393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5" name="Freeform 61"/>
              <p:cNvSpPr/>
              <p:nvPr userDrawn="1"/>
            </p:nvSpPr>
            <p:spPr bwMode="auto">
              <a:xfrm>
                <a:off x="394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6" name="Freeform 62"/>
              <p:cNvSpPr/>
              <p:nvPr userDrawn="1"/>
            </p:nvSpPr>
            <p:spPr bwMode="auto">
              <a:xfrm>
                <a:off x="395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7" name="Freeform 63"/>
              <p:cNvSpPr/>
              <p:nvPr userDrawn="1"/>
            </p:nvSpPr>
            <p:spPr bwMode="auto">
              <a:xfrm>
                <a:off x="397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8" name="Freeform 64"/>
              <p:cNvSpPr/>
              <p:nvPr userDrawn="1"/>
            </p:nvSpPr>
            <p:spPr bwMode="auto">
              <a:xfrm>
                <a:off x="398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9" name="Freeform 65"/>
              <p:cNvSpPr/>
              <p:nvPr userDrawn="1"/>
            </p:nvSpPr>
            <p:spPr bwMode="auto">
              <a:xfrm>
                <a:off x="400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0" name="Freeform 66"/>
              <p:cNvSpPr/>
              <p:nvPr userDrawn="1"/>
            </p:nvSpPr>
            <p:spPr bwMode="auto">
              <a:xfrm>
                <a:off x="401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1" name="Freeform 67"/>
              <p:cNvSpPr/>
              <p:nvPr userDrawn="1"/>
            </p:nvSpPr>
            <p:spPr bwMode="auto">
              <a:xfrm>
                <a:off x="402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2" name="Freeform 68"/>
              <p:cNvSpPr/>
              <p:nvPr userDrawn="1"/>
            </p:nvSpPr>
            <p:spPr bwMode="auto">
              <a:xfrm>
                <a:off x="404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3" name="Freeform 69"/>
              <p:cNvSpPr/>
              <p:nvPr userDrawn="1"/>
            </p:nvSpPr>
            <p:spPr bwMode="auto">
              <a:xfrm>
                <a:off x="405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4" name="Freeform 70"/>
              <p:cNvSpPr/>
              <p:nvPr userDrawn="1"/>
            </p:nvSpPr>
            <p:spPr bwMode="auto">
              <a:xfrm>
                <a:off x="406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5" name="Freeform 71"/>
              <p:cNvSpPr/>
              <p:nvPr userDrawn="1"/>
            </p:nvSpPr>
            <p:spPr bwMode="auto">
              <a:xfrm>
                <a:off x="4079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6" name="Freeform 72"/>
              <p:cNvSpPr/>
              <p:nvPr userDrawn="1"/>
            </p:nvSpPr>
            <p:spPr bwMode="auto">
              <a:xfrm>
                <a:off x="409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7" name="Freeform 73"/>
              <p:cNvSpPr/>
              <p:nvPr userDrawn="1"/>
            </p:nvSpPr>
            <p:spPr bwMode="auto">
              <a:xfrm>
                <a:off x="411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8" name="Freeform 74"/>
              <p:cNvSpPr/>
              <p:nvPr userDrawn="1"/>
            </p:nvSpPr>
            <p:spPr bwMode="auto">
              <a:xfrm>
                <a:off x="412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9" name="Freeform 75"/>
              <p:cNvSpPr/>
              <p:nvPr userDrawn="1"/>
            </p:nvSpPr>
            <p:spPr bwMode="auto">
              <a:xfrm>
                <a:off x="413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0" name="Freeform 76"/>
              <p:cNvSpPr/>
              <p:nvPr userDrawn="1"/>
            </p:nvSpPr>
            <p:spPr bwMode="auto">
              <a:xfrm>
                <a:off x="4149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1" name="Freeform 77"/>
              <p:cNvSpPr/>
              <p:nvPr userDrawn="1"/>
            </p:nvSpPr>
            <p:spPr bwMode="auto">
              <a:xfrm>
                <a:off x="4162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2" name="Freeform 78"/>
              <p:cNvSpPr/>
              <p:nvPr userDrawn="1"/>
            </p:nvSpPr>
            <p:spPr bwMode="auto">
              <a:xfrm>
                <a:off x="417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3" name="Freeform 79"/>
              <p:cNvSpPr/>
              <p:nvPr userDrawn="1"/>
            </p:nvSpPr>
            <p:spPr bwMode="auto">
              <a:xfrm>
                <a:off x="418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4" name="Freeform 80"/>
              <p:cNvSpPr/>
              <p:nvPr userDrawn="1"/>
            </p:nvSpPr>
            <p:spPr bwMode="auto">
              <a:xfrm>
                <a:off x="420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5" name="Freeform 81"/>
              <p:cNvSpPr/>
              <p:nvPr userDrawn="1"/>
            </p:nvSpPr>
            <p:spPr bwMode="auto">
              <a:xfrm>
                <a:off x="421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6" name="Freeform 82"/>
              <p:cNvSpPr/>
              <p:nvPr userDrawn="1"/>
            </p:nvSpPr>
            <p:spPr bwMode="auto">
              <a:xfrm>
                <a:off x="4232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7" name="Freeform 83"/>
              <p:cNvSpPr/>
              <p:nvPr userDrawn="1"/>
            </p:nvSpPr>
            <p:spPr bwMode="auto">
              <a:xfrm>
                <a:off x="424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8" name="Freeform 84"/>
              <p:cNvSpPr/>
              <p:nvPr userDrawn="1"/>
            </p:nvSpPr>
            <p:spPr bwMode="auto">
              <a:xfrm>
                <a:off x="425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9" name="Freeform 85"/>
              <p:cNvSpPr/>
              <p:nvPr userDrawn="1"/>
            </p:nvSpPr>
            <p:spPr bwMode="auto">
              <a:xfrm>
                <a:off x="427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0" name="Freeform 86"/>
              <p:cNvSpPr/>
              <p:nvPr userDrawn="1"/>
            </p:nvSpPr>
            <p:spPr bwMode="auto">
              <a:xfrm>
                <a:off x="428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1" name="Freeform 87"/>
              <p:cNvSpPr/>
              <p:nvPr userDrawn="1"/>
            </p:nvSpPr>
            <p:spPr bwMode="auto">
              <a:xfrm>
                <a:off x="429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2" name="Freeform 88"/>
              <p:cNvSpPr/>
              <p:nvPr userDrawn="1"/>
            </p:nvSpPr>
            <p:spPr bwMode="auto">
              <a:xfrm>
                <a:off x="431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3" name="Freeform 89"/>
              <p:cNvSpPr/>
              <p:nvPr userDrawn="1"/>
            </p:nvSpPr>
            <p:spPr bwMode="auto">
              <a:xfrm>
                <a:off x="432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4" name="Freeform 90"/>
              <p:cNvSpPr/>
              <p:nvPr userDrawn="1"/>
            </p:nvSpPr>
            <p:spPr bwMode="auto">
              <a:xfrm>
                <a:off x="433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5" name="Freeform 91"/>
              <p:cNvSpPr/>
              <p:nvPr userDrawn="1"/>
            </p:nvSpPr>
            <p:spPr bwMode="auto">
              <a:xfrm>
                <a:off x="4349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6" name="Freeform 92"/>
              <p:cNvSpPr/>
              <p:nvPr userDrawn="1"/>
            </p:nvSpPr>
            <p:spPr bwMode="auto">
              <a:xfrm>
                <a:off x="436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7" name="Freeform 93"/>
              <p:cNvSpPr/>
              <p:nvPr userDrawn="1"/>
            </p:nvSpPr>
            <p:spPr bwMode="auto">
              <a:xfrm>
                <a:off x="438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8" name="Freeform 94"/>
              <p:cNvSpPr/>
              <p:nvPr userDrawn="1"/>
            </p:nvSpPr>
            <p:spPr bwMode="auto">
              <a:xfrm>
                <a:off x="439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9" name="Freeform 95"/>
              <p:cNvSpPr/>
              <p:nvPr userDrawn="1"/>
            </p:nvSpPr>
            <p:spPr bwMode="auto">
              <a:xfrm>
                <a:off x="440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0" name="Freeform 96"/>
              <p:cNvSpPr/>
              <p:nvPr userDrawn="1"/>
            </p:nvSpPr>
            <p:spPr bwMode="auto">
              <a:xfrm>
                <a:off x="4419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1" name="Freeform 97"/>
              <p:cNvSpPr/>
              <p:nvPr userDrawn="1"/>
            </p:nvSpPr>
            <p:spPr bwMode="auto">
              <a:xfrm>
                <a:off x="4432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2" name="Freeform 98"/>
              <p:cNvSpPr/>
              <p:nvPr userDrawn="1"/>
            </p:nvSpPr>
            <p:spPr bwMode="auto">
              <a:xfrm>
                <a:off x="444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3" name="Freeform 99"/>
              <p:cNvSpPr/>
              <p:nvPr userDrawn="1"/>
            </p:nvSpPr>
            <p:spPr bwMode="auto">
              <a:xfrm>
                <a:off x="445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4" name="Freeform 100"/>
              <p:cNvSpPr/>
              <p:nvPr userDrawn="1"/>
            </p:nvSpPr>
            <p:spPr bwMode="auto">
              <a:xfrm>
                <a:off x="447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5" name="Freeform 101"/>
              <p:cNvSpPr/>
              <p:nvPr userDrawn="1"/>
            </p:nvSpPr>
            <p:spPr bwMode="auto">
              <a:xfrm>
                <a:off x="4489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6" name="Freeform 102"/>
              <p:cNvSpPr/>
              <p:nvPr userDrawn="1"/>
            </p:nvSpPr>
            <p:spPr bwMode="auto">
              <a:xfrm>
                <a:off x="4502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7" name="Freeform 103"/>
              <p:cNvSpPr/>
              <p:nvPr userDrawn="1"/>
            </p:nvSpPr>
            <p:spPr bwMode="auto">
              <a:xfrm>
                <a:off x="451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8" name="Freeform 104"/>
              <p:cNvSpPr/>
              <p:nvPr userDrawn="1"/>
            </p:nvSpPr>
            <p:spPr bwMode="auto">
              <a:xfrm>
                <a:off x="452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9" name="Freeform 105"/>
              <p:cNvSpPr/>
              <p:nvPr userDrawn="1"/>
            </p:nvSpPr>
            <p:spPr bwMode="auto">
              <a:xfrm>
                <a:off x="454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0" name="Freeform 106"/>
              <p:cNvSpPr/>
              <p:nvPr userDrawn="1"/>
            </p:nvSpPr>
            <p:spPr bwMode="auto">
              <a:xfrm>
                <a:off x="455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1" name="Freeform 107"/>
              <p:cNvSpPr/>
              <p:nvPr userDrawn="1"/>
            </p:nvSpPr>
            <p:spPr bwMode="auto">
              <a:xfrm>
                <a:off x="456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2" name="Freeform 108"/>
              <p:cNvSpPr/>
              <p:nvPr userDrawn="1"/>
            </p:nvSpPr>
            <p:spPr bwMode="auto">
              <a:xfrm>
                <a:off x="458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3" name="Freeform 109"/>
              <p:cNvSpPr/>
              <p:nvPr userDrawn="1"/>
            </p:nvSpPr>
            <p:spPr bwMode="auto">
              <a:xfrm>
                <a:off x="459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4" name="Freeform 110"/>
              <p:cNvSpPr/>
              <p:nvPr userDrawn="1"/>
            </p:nvSpPr>
            <p:spPr bwMode="auto">
              <a:xfrm>
                <a:off x="461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5" name="Freeform 111"/>
              <p:cNvSpPr/>
              <p:nvPr userDrawn="1"/>
            </p:nvSpPr>
            <p:spPr bwMode="auto">
              <a:xfrm>
                <a:off x="462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6" name="Freeform 112"/>
              <p:cNvSpPr/>
              <p:nvPr userDrawn="1"/>
            </p:nvSpPr>
            <p:spPr bwMode="auto">
              <a:xfrm>
                <a:off x="462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7" name="Freeform 113"/>
              <p:cNvSpPr/>
              <p:nvPr userDrawn="1"/>
            </p:nvSpPr>
            <p:spPr bwMode="auto">
              <a:xfrm>
                <a:off x="3043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8" name="Freeform 114"/>
              <p:cNvSpPr/>
              <p:nvPr userDrawn="1"/>
            </p:nvSpPr>
            <p:spPr bwMode="auto">
              <a:xfrm>
                <a:off x="305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9" name="Freeform 115"/>
              <p:cNvSpPr/>
              <p:nvPr userDrawn="1"/>
            </p:nvSpPr>
            <p:spPr bwMode="auto">
              <a:xfrm>
                <a:off x="306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0" name="Freeform 116"/>
              <p:cNvSpPr/>
              <p:nvPr userDrawn="1"/>
            </p:nvSpPr>
            <p:spPr bwMode="auto">
              <a:xfrm>
                <a:off x="308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1" name="Freeform 117"/>
              <p:cNvSpPr/>
              <p:nvPr userDrawn="1"/>
            </p:nvSpPr>
            <p:spPr bwMode="auto">
              <a:xfrm>
                <a:off x="309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2" name="Freeform 118"/>
              <p:cNvSpPr/>
              <p:nvPr userDrawn="1"/>
            </p:nvSpPr>
            <p:spPr bwMode="auto">
              <a:xfrm>
                <a:off x="310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3" name="Freeform 119"/>
              <p:cNvSpPr/>
              <p:nvPr userDrawn="1"/>
            </p:nvSpPr>
            <p:spPr bwMode="auto">
              <a:xfrm>
                <a:off x="312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4" name="Freeform 120"/>
              <p:cNvSpPr/>
              <p:nvPr userDrawn="1"/>
            </p:nvSpPr>
            <p:spPr bwMode="auto">
              <a:xfrm>
                <a:off x="313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5" name="Freeform 121"/>
              <p:cNvSpPr/>
              <p:nvPr userDrawn="1"/>
            </p:nvSpPr>
            <p:spPr bwMode="auto">
              <a:xfrm>
                <a:off x="315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6" name="Freeform 122"/>
              <p:cNvSpPr/>
              <p:nvPr userDrawn="1"/>
            </p:nvSpPr>
            <p:spPr bwMode="auto">
              <a:xfrm>
                <a:off x="3165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7" name="Freeform 123"/>
              <p:cNvSpPr/>
              <p:nvPr userDrawn="1"/>
            </p:nvSpPr>
            <p:spPr bwMode="auto">
              <a:xfrm>
                <a:off x="3178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8" name="Freeform 124"/>
              <p:cNvSpPr/>
              <p:nvPr userDrawn="1"/>
            </p:nvSpPr>
            <p:spPr bwMode="auto">
              <a:xfrm>
                <a:off x="3191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9" name="Freeform 125"/>
              <p:cNvSpPr/>
              <p:nvPr userDrawn="1"/>
            </p:nvSpPr>
            <p:spPr bwMode="auto">
              <a:xfrm>
                <a:off x="320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0" name="Freeform 126"/>
              <p:cNvSpPr/>
              <p:nvPr userDrawn="1"/>
            </p:nvSpPr>
            <p:spPr bwMode="auto">
              <a:xfrm>
                <a:off x="3217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1" name="Freeform 127"/>
              <p:cNvSpPr/>
              <p:nvPr userDrawn="1"/>
            </p:nvSpPr>
            <p:spPr bwMode="auto">
              <a:xfrm>
                <a:off x="3230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2" name="Freeform 128"/>
              <p:cNvSpPr/>
              <p:nvPr userDrawn="1"/>
            </p:nvSpPr>
            <p:spPr bwMode="auto">
              <a:xfrm>
                <a:off x="324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3" name="Freeform 129"/>
              <p:cNvSpPr/>
              <p:nvPr userDrawn="1"/>
            </p:nvSpPr>
            <p:spPr bwMode="auto">
              <a:xfrm>
                <a:off x="3257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4" name="Freeform 130"/>
              <p:cNvSpPr/>
              <p:nvPr userDrawn="1"/>
            </p:nvSpPr>
            <p:spPr bwMode="auto">
              <a:xfrm>
                <a:off x="3270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5" name="Freeform 131"/>
              <p:cNvSpPr/>
              <p:nvPr userDrawn="1"/>
            </p:nvSpPr>
            <p:spPr bwMode="auto">
              <a:xfrm>
                <a:off x="3283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6" name="Freeform 132"/>
              <p:cNvSpPr/>
              <p:nvPr userDrawn="1"/>
            </p:nvSpPr>
            <p:spPr bwMode="auto">
              <a:xfrm>
                <a:off x="329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7" name="Freeform 133"/>
              <p:cNvSpPr/>
              <p:nvPr userDrawn="1"/>
            </p:nvSpPr>
            <p:spPr bwMode="auto">
              <a:xfrm>
                <a:off x="330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8" name="Freeform 134"/>
              <p:cNvSpPr/>
              <p:nvPr userDrawn="1"/>
            </p:nvSpPr>
            <p:spPr bwMode="auto">
              <a:xfrm>
                <a:off x="332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9" name="Freeform 135"/>
              <p:cNvSpPr/>
              <p:nvPr userDrawn="1"/>
            </p:nvSpPr>
            <p:spPr bwMode="auto">
              <a:xfrm>
                <a:off x="333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0" name="Freeform 136"/>
              <p:cNvSpPr/>
              <p:nvPr userDrawn="1"/>
            </p:nvSpPr>
            <p:spPr bwMode="auto">
              <a:xfrm>
                <a:off x="335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1" name="Freeform 137"/>
              <p:cNvSpPr/>
              <p:nvPr userDrawn="1"/>
            </p:nvSpPr>
            <p:spPr bwMode="auto">
              <a:xfrm>
                <a:off x="3365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2" name="Freeform 138"/>
              <p:cNvSpPr/>
              <p:nvPr userDrawn="1"/>
            </p:nvSpPr>
            <p:spPr bwMode="auto">
              <a:xfrm>
                <a:off x="3378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3" name="Freeform 139"/>
              <p:cNvSpPr/>
              <p:nvPr userDrawn="1"/>
            </p:nvSpPr>
            <p:spPr bwMode="auto">
              <a:xfrm>
                <a:off x="339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4" name="Freeform 140"/>
              <p:cNvSpPr/>
              <p:nvPr userDrawn="1"/>
            </p:nvSpPr>
            <p:spPr bwMode="auto">
              <a:xfrm>
                <a:off x="3405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5" name="Freeform 141"/>
              <p:cNvSpPr/>
              <p:nvPr userDrawn="1"/>
            </p:nvSpPr>
            <p:spPr bwMode="auto">
              <a:xfrm>
                <a:off x="3418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6" name="Freeform 142"/>
              <p:cNvSpPr/>
              <p:nvPr userDrawn="1"/>
            </p:nvSpPr>
            <p:spPr bwMode="auto">
              <a:xfrm>
                <a:off x="3431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7" name="Freeform 143"/>
              <p:cNvSpPr/>
              <p:nvPr userDrawn="1"/>
            </p:nvSpPr>
            <p:spPr bwMode="auto">
              <a:xfrm>
                <a:off x="344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8" name="Freeform 144"/>
              <p:cNvSpPr/>
              <p:nvPr userDrawn="1"/>
            </p:nvSpPr>
            <p:spPr bwMode="auto">
              <a:xfrm>
                <a:off x="3457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9" name="Freeform 145"/>
              <p:cNvSpPr/>
              <p:nvPr userDrawn="1"/>
            </p:nvSpPr>
            <p:spPr bwMode="auto">
              <a:xfrm>
                <a:off x="3470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0" name="Freeform 146"/>
              <p:cNvSpPr/>
              <p:nvPr userDrawn="1"/>
            </p:nvSpPr>
            <p:spPr bwMode="auto">
              <a:xfrm>
                <a:off x="3483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1" name="Freeform 147"/>
              <p:cNvSpPr/>
              <p:nvPr userDrawn="1"/>
            </p:nvSpPr>
            <p:spPr bwMode="auto">
              <a:xfrm>
                <a:off x="349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2" name="Freeform 148"/>
              <p:cNvSpPr/>
              <p:nvPr userDrawn="1"/>
            </p:nvSpPr>
            <p:spPr bwMode="auto">
              <a:xfrm>
                <a:off x="350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3" name="Freeform 149"/>
              <p:cNvSpPr/>
              <p:nvPr userDrawn="1"/>
            </p:nvSpPr>
            <p:spPr bwMode="auto">
              <a:xfrm>
                <a:off x="3527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4" name="Freeform 150"/>
              <p:cNvSpPr/>
              <p:nvPr userDrawn="1"/>
            </p:nvSpPr>
            <p:spPr bwMode="auto">
              <a:xfrm>
                <a:off x="3540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5" name="Freeform 151"/>
              <p:cNvSpPr/>
              <p:nvPr userDrawn="1"/>
            </p:nvSpPr>
            <p:spPr bwMode="auto">
              <a:xfrm>
                <a:off x="3553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6" name="Freeform 152"/>
              <p:cNvSpPr/>
              <p:nvPr userDrawn="1"/>
            </p:nvSpPr>
            <p:spPr bwMode="auto">
              <a:xfrm>
                <a:off x="356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7" name="Freeform 153"/>
              <p:cNvSpPr/>
              <p:nvPr userDrawn="1"/>
            </p:nvSpPr>
            <p:spPr bwMode="auto">
              <a:xfrm>
                <a:off x="357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8" name="Freeform 154"/>
              <p:cNvSpPr/>
              <p:nvPr userDrawn="1"/>
            </p:nvSpPr>
            <p:spPr bwMode="auto">
              <a:xfrm>
                <a:off x="359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9" name="Freeform 155"/>
              <p:cNvSpPr/>
              <p:nvPr userDrawn="1"/>
            </p:nvSpPr>
            <p:spPr bwMode="auto">
              <a:xfrm>
                <a:off x="3605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0" name="Freeform 156"/>
              <p:cNvSpPr/>
              <p:nvPr userDrawn="1"/>
            </p:nvSpPr>
            <p:spPr bwMode="auto">
              <a:xfrm>
                <a:off x="3618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1" name="Freeform 157"/>
              <p:cNvSpPr/>
              <p:nvPr userDrawn="1"/>
            </p:nvSpPr>
            <p:spPr bwMode="auto">
              <a:xfrm>
                <a:off x="3631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2" name="Freeform 158"/>
              <p:cNvSpPr/>
              <p:nvPr userDrawn="1"/>
            </p:nvSpPr>
            <p:spPr bwMode="auto">
              <a:xfrm>
                <a:off x="364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3" name="Freeform 159"/>
              <p:cNvSpPr/>
              <p:nvPr userDrawn="1"/>
            </p:nvSpPr>
            <p:spPr bwMode="auto">
              <a:xfrm>
                <a:off x="3657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4" name="Freeform 160"/>
              <p:cNvSpPr/>
              <p:nvPr userDrawn="1"/>
            </p:nvSpPr>
            <p:spPr bwMode="auto">
              <a:xfrm>
                <a:off x="3670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5" name="Freeform 161"/>
              <p:cNvSpPr/>
              <p:nvPr userDrawn="1"/>
            </p:nvSpPr>
            <p:spPr bwMode="auto">
              <a:xfrm>
                <a:off x="3683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6" name="Freeform 162"/>
              <p:cNvSpPr/>
              <p:nvPr userDrawn="1"/>
            </p:nvSpPr>
            <p:spPr bwMode="auto">
              <a:xfrm>
                <a:off x="369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7" name="Freeform 163"/>
              <p:cNvSpPr/>
              <p:nvPr userDrawn="1"/>
            </p:nvSpPr>
            <p:spPr bwMode="auto">
              <a:xfrm>
                <a:off x="370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8" name="Freeform 164"/>
              <p:cNvSpPr/>
              <p:nvPr userDrawn="1"/>
            </p:nvSpPr>
            <p:spPr bwMode="auto">
              <a:xfrm>
                <a:off x="370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9" name="Freeform 165"/>
              <p:cNvSpPr/>
              <p:nvPr userDrawn="1"/>
            </p:nvSpPr>
            <p:spPr bwMode="auto">
              <a:xfrm>
                <a:off x="3931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0" name="Freeform 166"/>
              <p:cNvSpPr/>
              <p:nvPr userDrawn="1"/>
            </p:nvSpPr>
            <p:spPr bwMode="auto">
              <a:xfrm>
                <a:off x="394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1" name="Freeform 167"/>
              <p:cNvSpPr/>
              <p:nvPr userDrawn="1"/>
            </p:nvSpPr>
            <p:spPr bwMode="auto">
              <a:xfrm>
                <a:off x="396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2" name="Freeform 168"/>
              <p:cNvSpPr/>
              <p:nvPr userDrawn="1"/>
            </p:nvSpPr>
            <p:spPr bwMode="auto">
              <a:xfrm>
                <a:off x="3975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3" name="Freeform 169"/>
              <p:cNvSpPr/>
              <p:nvPr userDrawn="1"/>
            </p:nvSpPr>
            <p:spPr bwMode="auto">
              <a:xfrm>
                <a:off x="3988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4" name="Freeform 170"/>
              <p:cNvSpPr/>
              <p:nvPr userDrawn="1"/>
            </p:nvSpPr>
            <p:spPr bwMode="auto">
              <a:xfrm>
                <a:off x="4001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5" name="Freeform 171"/>
              <p:cNvSpPr/>
              <p:nvPr userDrawn="1"/>
            </p:nvSpPr>
            <p:spPr bwMode="auto">
              <a:xfrm>
                <a:off x="401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6" name="Freeform 172"/>
              <p:cNvSpPr/>
              <p:nvPr userDrawn="1"/>
            </p:nvSpPr>
            <p:spPr bwMode="auto">
              <a:xfrm>
                <a:off x="4027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7" name="Freeform 173"/>
              <p:cNvSpPr/>
              <p:nvPr userDrawn="1"/>
            </p:nvSpPr>
            <p:spPr bwMode="auto">
              <a:xfrm>
                <a:off x="4040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8" name="Freeform 174"/>
              <p:cNvSpPr/>
              <p:nvPr userDrawn="1"/>
            </p:nvSpPr>
            <p:spPr bwMode="auto">
              <a:xfrm>
                <a:off x="4053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9" name="Freeform 175"/>
              <p:cNvSpPr/>
              <p:nvPr userDrawn="1"/>
            </p:nvSpPr>
            <p:spPr bwMode="auto">
              <a:xfrm>
                <a:off x="406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0" name="Freeform 176"/>
              <p:cNvSpPr/>
              <p:nvPr userDrawn="1"/>
            </p:nvSpPr>
            <p:spPr bwMode="auto">
              <a:xfrm>
                <a:off x="407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1" name="Freeform 177"/>
              <p:cNvSpPr/>
              <p:nvPr userDrawn="1"/>
            </p:nvSpPr>
            <p:spPr bwMode="auto">
              <a:xfrm>
                <a:off x="4093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2" name="Freeform 178"/>
              <p:cNvSpPr/>
              <p:nvPr userDrawn="1"/>
            </p:nvSpPr>
            <p:spPr bwMode="auto">
              <a:xfrm>
                <a:off x="410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3" name="Freeform 179"/>
              <p:cNvSpPr/>
              <p:nvPr userDrawn="1"/>
            </p:nvSpPr>
            <p:spPr bwMode="auto">
              <a:xfrm>
                <a:off x="411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4" name="Freeform 180"/>
              <p:cNvSpPr/>
              <p:nvPr userDrawn="1"/>
            </p:nvSpPr>
            <p:spPr bwMode="auto">
              <a:xfrm>
                <a:off x="413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5" name="Freeform 181"/>
              <p:cNvSpPr/>
              <p:nvPr userDrawn="1"/>
            </p:nvSpPr>
            <p:spPr bwMode="auto">
              <a:xfrm>
                <a:off x="414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6" name="Freeform 182"/>
              <p:cNvSpPr/>
              <p:nvPr userDrawn="1"/>
            </p:nvSpPr>
            <p:spPr bwMode="auto">
              <a:xfrm>
                <a:off x="416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7" name="Freeform 183"/>
              <p:cNvSpPr/>
              <p:nvPr userDrawn="1"/>
            </p:nvSpPr>
            <p:spPr bwMode="auto">
              <a:xfrm>
                <a:off x="4175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8" name="Freeform 184"/>
              <p:cNvSpPr/>
              <p:nvPr userDrawn="1"/>
            </p:nvSpPr>
            <p:spPr bwMode="auto">
              <a:xfrm>
                <a:off x="4188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9" name="Freeform 185"/>
              <p:cNvSpPr/>
              <p:nvPr userDrawn="1"/>
            </p:nvSpPr>
            <p:spPr bwMode="auto">
              <a:xfrm>
                <a:off x="4201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20" name="Freeform 186"/>
              <p:cNvSpPr/>
              <p:nvPr userDrawn="1"/>
            </p:nvSpPr>
            <p:spPr bwMode="auto">
              <a:xfrm>
                <a:off x="421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21" name="Freeform 187"/>
              <p:cNvSpPr/>
              <p:nvPr userDrawn="1"/>
            </p:nvSpPr>
            <p:spPr bwMode="auto">
              <a:xfrm>
                <a:off x="4227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22" name="Freeform 188"/>
              <p:cNvSpPr/>
              <p:nvPr userDrawn="1"/>
            </p:nvSpPr>
            <p:spPr bwMode="auto">
              <a:xfrm>
                <a:off x="4241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23" name="Freeform 189"/>
              <p:cNvSpPr/>
              <p:nvPr userDrawn="1"/>
            </p:nvSpPr>
            <p:spPr bwMode="auto">
              <a:xfrm>
                <a:off x="425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24" name="Freeform 190"/>
              <p:cNvSpPr/>
              <p:nvPr userDrawn="1"/>
            </p:nvSpPr>
            <p:spPr bwMode="auto">
              <a:xfrm>
                <a:off x="4267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25" name="Freeform 191"/>
              <p:cNvSpPr/>
              <p:nvPr userDrawn="1"/>
            </p:nvSpPr>
            <p:spPr bwMode="auto">
              <a:xfrm>
                <a:off x="4280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26" name="Freeform 192"/>
              <p:cNvSpPr/>
              <p:nvPr userDrawn="1"/>
            </p:nvSpPr>
            <p:spPr bwMode="auto">
              <a:xfrm>
                <a:off x="4293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27" name="Freeform 193"/>
              <p:cNvSpPr/>
              <p:nvPr userDrawn="1"/>
            </p:nvSpPr>
            <p:spPr bwMode="auto">
              <a:xfrm>
                <a:off x="430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28" name="Freeform 194"/>
              <p:cNvSpPr/>
              <p:nvPr userDrawn="1"/>
            </p:nvSpPr>
            <p:spPr bwMode="auto">
              <a:xfrm>
                <a:off x="431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29" name="Freeform 195"/>
              <p:cNvSpPr/>
              <p:nvPr userDrawn="1"/>
            </p:nvSpPr>
            <p:spPr bwMode="auto">
              <a:xfrm>
                <a:off x="433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0" name="Freeform 196"/>
              <p:cNvSpPr/>
              <p:nvPr userDrawn="1"/>
            </p:nvSpPr>
            <p:spPr bwMode="auto">
              <a:xfrm>
                <a:off x="434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1" name="Freeform 197"/>
              <p:cNvSpPr/>
              <p:nvPr userDrawn="1"/>
            </p:nvSpPr>
            <p:spPr bwMode="auto">
              <a:xfrm>
                <a:off x="436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2" name="Freeform 198"/>
              <p:cNvSpPr/>
              <p:nvPr userDrawn="1"/>
            </p:nvSpPr>
            <p:spPr bwMode="auto">
              <a:xfrm>
                <a:off x="437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3" name="Freeform 199"/>
              <p:cNvSpPr/>
              <p:nvPr userDrawn="1"/>
            </p:nvSpPr>
            <p:spPr bwMode="auto">
              <a:xfrm>
                <a:off x="438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4" name="Freeform 200"/>
              <p:cNvSpPr/>
              <p:nvPr userDrawn="1"/>
            </p:nvSpPr>
            <p:spPr bwMode="auto">
              <a:xfrm>
                <a:off x="440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5" name="Freeform 201"/>
              <p:cNvSpPr/>
              <p:nvPr userDrawn="1"/>
            </p:nvSpPr>
            <p:spPr bwMode="auto">
              <a:xfrm>
                <a:off x="4415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6" name="Freeform 202"/>
              <p:cNvSpPr/>
              <p:nvPr userDrawn="1"/>
            </p:nvSpPr>
            <p:spPr bwMode="auto">
              <a:xfrm>
                <a:off x="4428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7" name="Freeform 203"/>
              <p:cNvSpPr/>
              <p:nvPr userDrawn="1"/>
            </p:nvSpPr>
            <p:spPr bwMode="auto">
              <a:xfrm>
                <a:off x="4441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8" name="Freeform 204"/>
              <p:cNvSpPr/>
              <p:nvPr userDrawn="1"/>
            </p:nvSpPr>
            <p:spPr bwMode="auto">
              <a:xfrm>
                <a:off x="445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27" name="Freeform 206"/>
            <p:cNvSpPr/>
            <p:nvPr userDrawn="1"/>
          </p:nvSpPr>
          <p:spPr bwMode="auto">
            <a:xfrm>
              <a:off x="7091363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" name="Freeform 207"/>
            <p:cNvSpPr/>
            <p:nvPr userDrawn="1"/>
          </p:nvSpPr>
          <p:spPr bwMode="auto">
            <a:xfrm>
              <a:off x="7112000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Freeform 208"/>
            <p:cNvSpPr/>
            <p:nvPr userDrawn="1"/>
          </p:nvSpPr>
          <p:spPr bwMode="auto">
            <a:xfrm>
              <a:off x="7132638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Freeform 209"/>
            <p:cNvSpPr/>
            <p:nvPr userDrawn="1"/>
          </p:nvSpPr>
          <p:spPr bwMode="auto">
            <a:xfrm>
              <a:off x="7153275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" name="Freeform 210"/>
            <p:cNvSpPr/>
            <p:nvPr userDrawn="1"/>
          </p:nvSpPr>
          <p:spPr bwMode="auto">
            <a:xfrm>
              <a:off x="7173913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" name="Freeform 211"/>
            <p:cNvSpPr/>
            <p:nvPr userDrawn="1"/>
          </p:nvSpPr>
          <p:spPr bwMode="auto">
            <a:xfrm>
              <a:off x="7194550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" name="Freeform 212"/>
            <p:cNvSpPr/>
            <p:nvPr userDrawn="1"/>
          </p:nvSpPr>
          <p:spPr bwMode="auto">
            <a:xfrm>
              <a:off x="7223125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" name="Freeform 213"/>
            <p:cNvSpPr/>
            <p:nvPr userDrawn="1"/>
          </p:nvSpPr>
          <p:spPr bwMode="auto">
            <a:xfrm>
              <a:off x="7243763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" name="Freeform 214"/>
            <p:cNvSpPr/>
            <p:nvPr userDrawn="1"/>
          </p:nvSpPr>
          <p:spPr bwMode="auto">
            <a:xfrm>
              <a:off x="7264400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" name="Freeform 215"/>
            <p:cNvSpPr/>
            <p:nvPr userDrawn="1"/>
          </p:nvSpPr>
          <p:spPr bwMode="auto">
            <a:xfrm>
              <a:off x="7285038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Freeform 216"/>
            <p:cNvSpPr/>
            <p:nvPr userDrawn="1"/>
          </p:nvSpPr>
          <p:spPr bwMode="auto">
            <a:xfrm>
              <a:off x="7305675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" name="Freeform 217"/>
            <p:cNvSpPr/>
            <p:nvPr userDrawn="1"/>
          </p:nvSpPr>
          <p:spPr bwMode="auto">
            <a:xfrm>
              <a:off x="7326313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" name="Freeform 218"/>
            <p:cNvSpPr/>
            <p:nvPr userDrawn="1"/>
          </p:nvSpPr>
          <p:spPr bwMode="auto">
            <a:xfrm>
              <a:off x="7326313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" name="Freeform 219"/>
            <p:cNvSpPr>
              <a:spLocks noEditPoints="1"/>
            </p:cNvSpPr>
            <p:nvPr userDrawn="1"/>
          </p:nvSpPr>
          <p:spPr bwMode="auto">
            <a:xfrm>
              <a:off x="10160000" y="4513263"/>
              <a:ext cx="636588" cy="342900"/>
            </a:xfrm>
            <a:custGeom>
              <a:avLst/>
              <a:gdLst>
                <a:gd name="T0" fmla="*/ 344 w 401"/>
                <a:gd name="T1" fmla="*/ 57 h 216"/>
                <a:gd name="T2" fmla="*/ 318 w 401"/>
                <a:gd name="T3" fmla="*/ 0 h 216"/>
                <a:gd name="T4" fmla="*/ 287 w 401"/>
                <a:gd name="T5" fmla="*/ 57 h 216"/>
                <a:gd name="T6" fmla="*/ 287 w 401"/>
                <a:gd name="T7" fmla="*/ 79 h 216"/>
                <a:gd name="T8" fmla="*/ 235 w 401"/>
                <a:gd name="T9" fmla="*/ 79 h 216"/>
                <a:gd name="T10" fmla="*/ 235 w 401"/>
                <a:gd name="T11" fmla="*/ 57 h 216"/>
                <a:gd name="T12" fmla="*/ 205 w 401"/>
                <a:gd name="T13" fmla="*/ 0 h 216"/>
                <a:gd name="T14" fmla="*/ 174 w 401"/>
                <a:gd name="T15" fmla="*/ 57 h 216"/>
                <a:gd name="T16" fmla="*/ 174 w 401"/>
                <a:gd name="T17" fmla="*/ 79 h 216"/>
                <a:gd name="T18" fmla="*/ 118 w 401"/>
                <a:gd name="T19" fmla="*/ 79 h 216"/>
                <a:gd name="T20" fmla="*/ 118 w 401"/>
                <a:gd name="T21" fmla="*/ 57 h 216"/>
                <a:gd name="T22" fmla="*/ 87 w 401"/>
                <a:gd name="T23" fmla="*/ 0 h 216"/>
                <a:gd name="T24" fmla="*/ 57 w 401"/>
                <a:gd name="T25" fmla="*/ 57 h 216"/>
                <a:gd name="T26" fmla="*/ 57 w 401"/>
                <a:gd name="T27" fmla="*/ 79 h 216"/>
                <a:gd name="T28" fmla="*/ 74 w 401"/>
                <a:gd name="T29" fmla="*/ 136 h 216"/>
                <a:gd name="T30" fmla="*/ 104 w 401"/>
                <a:gd name="T31" fmla="*/ 216 h 216"/>
                <a:gd name="T32" fmla="*/ 118 w 401"/>
                <a:gd name="T33" fmla="*/ 136 h 216"/>
                <a:gd name="T34" fmla="*/ 192 w 401"/>
                <a:gd name="T35" fmla="*/ 136 h 216"/>
                <a:gd name="T36" fmla="*/ 218 w 401"/>
                <a:gd name="T37" fmla="*/ 216 h 216"/>
                <a:gd name="T38" fmla="*/ 226 w 401"/>
                <a:gd name="T39" fmla="*/ 136 h 216"/>
                <a:gd name="T40" fmla="*/ 300 w 401"/>
                <a:gd name="T41" fmla="*/ 136 h 216"/>
                <a:gd name="T42" fmla="*/ 331 w 401"/>
                <a:gd name="T43" fmla="*/ 216 h 216"/>
                <a:gd name="T44" fmla="*/ 401 w 401"/>
                <a:gd name="T45" fmla="*/ 136 h 216"/>
                <a:gd name="T46" fmla="*/ 370 w 401"/>
                <a:gd name="T47" fmla="*/ 79 h 216"/>
                <a:gd name="T48" fmla="*/ 96 w 401"/>
                <a:gd name="T49" fmla="*/ 207 h 216"/>
                <a:gd name="T50" fmla="*/ 83 w 401"/>
                <a:gd name="T51" fmla="*/ 132 h 216"/>
                <a:gd name="T52" fmla="*/ 78 w 401"/>
                <a:gd name="T53" fmla="*/ 70 h 216"/>
                <a:gd name="T54" fmla="*/ 78 w 401"/>
                <a:gd name="T55" fmla="*/ 48 h 216"/>
                <a:gd name="T56" fmla="*/ 87 w 401"/>
                <a:gd name="T57" fmla="*/ 13 h 216"/>
                <a:gd name="T58" fmla="*/ 100 w 401"/>
                <a:gd name="T59" fmla="*/ 48 h 216"/>
                <a:gd name="T60" fmla="*/ 100 w 401"/>
                <a:gd name="T61" fmla="*/ 70 h 216"/>
                <a:gd name="T62" fmla="*/ 126 w 401"/>
                <a:gd name="T63" fmla="*/ 132 h 216"/>
                <a:gd name="T64" fmla="*/ 135 w 401"/>
                <a:gd name="T65" fmla="*/ 132 h 216"/>
                <a:gd name="T66" fmla="*/ 157 w 401"/>
                <a:gd name="T67" fmla="*/ 132 h 216"/>
                <a:gd name="T68" fmla="*/ 213 w 401"/>
                <a:gd name="T69" fmla="*/ 132 h 216"/>
                <a:gd name="T70" fmla="*/ 196 w 401"/>
                <a:gd name="T71" fmla="*/ 207 h 216"/>
                <a:gd name="T72" fmla="*/ 165 w 401"/>
                <a:gd name="T73" fmla="*/ 132 h 216"/>
                <a:gd name="T74" fmla="*/ 196 w 401"/>
                <a:gd name="T75" fmla="*/ 70 h 216"/>
                <a:gd name="T76" fmla="*/ 192 w 401"/>
                <a:gd name="T77" fmla="*/ 48 h 216"/>
                <a:gd name="T78" fmla="*/ 205 w 401"/>
                <a:gd name="T79" fmla="*/ 13 h 216"/>
                <a:gd name="T80" fmla="*/ 218 w 401"/>
                <a:gd name="T81" fmla="*/ 48 h 216"/>
                <a:gd name="T82" fmla="*/ 218 w 401"/>
                <a:gd name="T83" fmla="*/ 70 h 216"/>
                <a:gd name="T84" fmla="*/ 235 w 401"/>
                <a:gd name="T85" fmla="*/ 132 h 216"/>
                <a:gd name="T86" fmla="*/ 248 w 401"/>
                <a:gd name="T87" fmla="*/ 132 h 216"/>
                <a:gd name="T88" fmla="*/ 274 w 401"/>
                <a:gd name="T89" fmla="*/ 132 h 216"/>
                <a:gd name="T90" fmla="*/ 383 w 401"/>
                <a:gd name="T91" fmla="*/ 132 h 216"/>
                <a:gd name="T92" fmla="*/ 322 w 401"/>
                <a:gd name="T93" fmla="*/ 207 h 216"/>
                <a:gd name="T94" fmla="*/ 309 w 401"/>
                <a:gd name="T95" fmla="*/ 132 h 216"/>
                <a:gd name="T96" fmla="*/ 266 w 401"/>
                <a:gd name="T97" fmla="*/ 110 h 216"/>
                <a:gd name="T98" fmla="*/ 283 w 401"/>
                <a:gd name="T99" fmla="*/ 70 h 216"/>
                <a:gd name="T100" fmla="*/ 283 w 401"/>
                <a:gd name="T101" fmla="*/ 48 h 216"/>
                <a:gd name="T102" fmla="*/ 348 w 401"/>
                <a:gd name="T103" fmla="*/ 48 h 216"/>
                <a:gd name="T104" fmla="*/ 348 w 401"/>
                <a:gd name="T105" fmla="*/ 70 h 216"/>
                <a:gd name="T106" fmla="*/ 383 w 401"/>
                <a:gd name="T107" fmla="*/ 132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01" h="216">
                  <a:moveTo>
                    <a:pt x="370" y="79"/>
                  </a:moveTo>
                  <a:lnTo>
                    <a:pt x="344" y="57"/>
                  </a:lnTo>
                  <a:lnTo>
                    <a:pt x="370" y="57"/>
                  </a:lnTo>
                  <a:lnTo>
                    <a:pt x="318" y="0"/>
                  </a:lnTo>
                  <a:lnTo>
                    <a:pt x="261" y="57"/>
                  </a:lnTo>
                  <a:lnTo>
                    <a:pt x="287" y="57"/>
                  </a:lnTo>
                  <a:lnTo>
                    <a:pt x="261" y="79"/>
                  </a:lnTo>
                  <a:lnTo>
                    <a:pt x="287" y="79"/>
                  </a:lnTo>
                  <a:lnTo>
                    <a:pt x="261" y="105"/>
                  </a:lnTo>
                  <a:lnTo>
                    <a:pt x="235" y="79"/>
                  </a:lnTo>
                  <a:lnTo>
                    <a:pt x="257" y="79"/>
                  </a:lnTo>
                  <a:lnTo>
                    <a:pt x="235" y="57"/>
                  </a:lnTo>
                  <a:lnTo>
                    <a:pt x="257" y="57"/>
                  </a:lnTo>
                  <a:lnTo>
                    <a:pt x="205" y="0"/>
                  </a:lnTo>
                  <a:lnTo>
                    <a:pt x="152" y="57"/>
                  </a:lnTo>
                  <a:lnTo>
                    <a:pt x="174" y="57"/>
                  </a:lnTo>
                  <a:lnTo>
                    <a:pt x="152" y="79"/>
                  </a:lnTo>
                  <a:lnTo>
                    <a:pt x="174" y="79"/>
                  </a:lnTo>
                  <a:lnTo>
                    <a:pt x="148" y="110"/>
                  </a:lnTo>
                  <a:lnTo>
                    <a:pt x="118" y="79"/>
                  </a:lnTo>
                  <a:lnTo>
                    <a:pt x="139" y="79"/>
                  </a:lnTo>
                  <a:lnTo>
                    <a:pt x="118" y="57"/>
                  </a:lnTo>
                  <a:lnTo>
                    <a:pt x="139" y="57"/>
                  </a:lnTo>
                  <a:lnTo>
                    <a:pt x="87" y="0"/>
                  </a:lnTo>
                  <a:lnTo>
                    <a:pt x="35" y="57"/>
                  </a:lnTo>
                  <a:lnTo>
                    <a:pt x="57" y="57"/>
                  </a:lnTo>
                  <a:lnTo>
                    <a:pt x="35" y="79"/>
                  </a:lnTo>
                  <a:lnTo>
                    <a:pt x="57" y="79"/>
                  </a:lnTo>
                  <a:lnTo>
                    <a:pt x="0" y="136"/>
                  </a:lnTo>
                  <a:lnTo>
                    <a:pt x="74" y="136"/>
                  </a:lnTo>
                  <a:lnTo>
                    <a:pt x="74" y="216"/>
                  </a:lnTo>
                  <a:lnTo>
                    <a:pt x="104" y="216"/>
                  </a:lnTo>
                  <a:lnTo>
                    <a:pt x="104" y="136"/>
                  </a:lnTo>
                  <a:lnTo>
                    <a:pt x="118" y="136"/>
                  </a:lnTo>
                  <a:lnTo>
                    <a:pt x="174" y="136"/>
                  </a:lnTo>
                  <a:lnTo>
                    <a:pt x="192" y="136"/>
                  </a:lnTo>
                  <a:lnTo>
                    <a:pt x="192" y="216"/>
                  </a:lnTo>
                  <a:lnTo>
                    <a:pt x="218" y="216"/>
                  </a:lnTo>
                  <a:lnTo>
                    <a:pt x="218" y="136"/>
                  </a:lnTo>
                  <a:lnTo>
                    <a:pt x="226" y="136"/>
                  </a:lnTo>
                  <a:lnTo>
                    <a:pt x="292" y="136"/>
                  </a:lnTo>
                  <a:lnTo>
                    <a:pt x="300" y="136"/>
                  </a:lnTo>
                  <a:lnTo>
                    <a:pt x="300" y="216"/>
                  </a:lnTo>
                  <a:lnTo>
                    <a:pt x="331" y="216"/>
                  </a:lnTo>
                  <a:lnTo>
                    <a:pt x="331" y="136"/>
                  </a:lnTo>
                  <a:lnTo>
                    <a:pt x="401" y="136"/>
                  </a:lnTo>
                  <a:lnTo>
                    <a:pt x="344" y="79"/>
                  </a:lnTo>
                  <a:lnTo>
                    <a:pt x="370" y="79"/>
                  </a:lnTo>
                  <a:close/>
                  <a:moveTo>
                    <a:pt x="96" y="132"/>
                  </a:moveTo>
                  <a:lnTo>
                    <a:pt x="96" y="207"/>
                  </a:lnTo>
                  <a:lnTo>
                    <a:pt x="83" y="207"/>
                  </a:lnTo>
                  <a:lnTo>
                    <a:pt x="83" y="132"/>
                  </a:lnTo>
                  <a:lnTo>
                    <a:pt x="17" y="132"/>
                  </a:lnTo>
                  <a:lnTo>
                    <a:pt x="78" y="70"/>
                  </a:lnTo>
                  <a:lnTo>
                    <a:pt x="52" y="70"/>
                  </a:lnTo>
                  <a:lnTo>
                    <a:pt x="78" y="48"/>
                  </a:lnTo>
                  <a:lnTo>
                    <a:pt x="52" y="48"/>
                  </a:lnTo>
                  <a:lnTo>
                    <a:pt x="87" y="13"/>
                  </a:lnTo>
                  <a:lnTo>
                    <a:pt x="122" y="48"/>
                  </a:lnTo>
                  <a:lnTo>
                    <a:pt x="100" y="48"/>
                  </a:lnTo>
                  <a:lnTo>
                    <a:pt x="122" y="70"/>
                  </a:lnTo>
                  <a:lnTo>
                    <a:pt x="100" y="70"/>
                  </a:lnTo>
                  <a:lnTo>
                    <a:pt x="139" y="114"/>
                  </a:lnTo>
                  <a:lnTo>
                    <a:pt x="126" y="132"/>
                  </a:lnTo>
                  <a:lnTo>
                    <a:pt x="96" y="132"/>
                  </a:lnTo>
                  <a:close/>
                  <a:moveTo>
                    <a:pt x="135" y="132"/>
                  </a:moveTo>
                  <a:lnTo>
                    <a:pt x="148" y="119"/>
                  </a:lnTo>
                  <a:lnTo>
                    <a:pt x="157" y="132"/>
                  </a:lnTo>
                  <a:lnTo>
                    <a:pt x="135" y="132"/>
                  </a:lnTo>
                  <a:close/>
                  <a:moveTo>
                    <a:pt x="213" y="132"/>
                  </a:moveTo>
                  <a:lnTo>
                    <a:pt x="213" y="207"/>
                  </a:lnTo>
                  <a:lnTo>
                    <a:pt x="196" y="207"/>
                  </a:lnTo>
                  <a:lnTo>
                    <a:pt x="196" y="132"/>
                  </a:lnTo>
                  <a:lnTo>
                    <a:pt x="165" y="132"/>
                  </a:lnTo>
                  <a:lnTo>
                    <a:pt x="152" y="114"/>
                  </a:lnTo>
                  <a:lnTo>
                    <a:pt x="196" y="70"/>
                  </a:lnTo>
                  <a:lnTo>
                    <a:pt x="170" y="70"/>
                  </a:lnTo>
                  <a:lnTo>
                    <a:pt x="192" y="48"/>
                  </a:lnTo>
                  <a:lnTo>
                    <a:pt x="170" y="48"/>
                  </a:lnTo>
                  <a:lnTo>
                    <a:pt x="205" y="13"/>
                  </a:lnTo>
                  <a:lnTo>
                    <a:pt x="239" y="48"/>
                  </a:lnTo>
                  <a:lnTo>
                    <a:pt x="218" y="48"/>
                  </a:lnTo>
                  <a:lnTo>
                    <a:pt x="239" y="70"/>
                  </a:lnTo>
                  <a:lnTo>
                    <a:pt x="218" y="70"/>
                  </a:lnTo>
                  <a:lnTo>
                    <a:pt x="253" y="110"/>
                  </a:lnTo>
                  <a:lnTo>
                    <a:pt x="235" y="132"/>
                  </a:lnTo>
                  <a:lnTo>
                    <a:pt x="213" y="132"/>
                  </a:lnTo>
                  <a:close/>
                  <a:moveTo>
                    <a:pt x="248" y="132"/>
                  </a:moveTo>
                  <a:lnTo>
                    <a:pt x="261" y="119"/>
                  </a:lnTo>
                  <a:lnTo>
                    <a:pt x="274" y="132"/>
                  </a:lnTo>
                  <a:lnTo>
                    <a:pt x="248" y="132"/>
                  </a:lnTo>
                  <a:close/>
                  <a:moveTo>
                    <a:pt x="383" y="132"/>
                  </a:moveTo>
                  <a:lnTo>
                    <a:pt x="322" y="132"/>
                  </a:lnTo>
                  <a:lnTo>
                    <a:pt x="322" y="207"/>
                  </a:lnTo>
                  <a:lnTo>
                    <a:pt x="309" y="207"/>
                  </a:lnTo>
                  <a:lnTo>
                    <a:pt x="309" y="132"/>
                  </a:lnTo>
                  <a:lnTo>
                    <a:pt x="283" y="132"/>
                  </a:lnTo>
                  <a:lnTo>
                    <a:pt x="266" y="110"/>
                  </a:lnTo>
                  <a:lnTo>
                    <a:pt x="305" y="70"/>
                  </a:lnTo>
                  <a:lnTo>
                    <a:pt x="283" y="70"/>
                  </a:lnTo>
                  <a:lnTo>
                    <a:pt x="305" y="48"/>
                  </a:lnTo>
                  <a:lnTo>
                    <a:pt x="283" y="48"/>
                  </a:lnTo>
                  <a:lnTo>
                    <a:pt x="318" y="13"/>
                  </a:lnTo>
                  <a:lnTo>
                    <a:pt x="348" y="48"/>
                  </a:lnTo>
                  <a:lnTo>
                    <a:pt x="327" y="48"/>
                  </a:lnTo>
                  <a:lnTo>
                    <a:pt x="348" y="70"/>
                  </a:lnTo>
                  <a:lnTo>
                    <a:pt x="327" y="70"/>
                  </a:lnTo>
                  <a:lnTo>
                    <a:pt x="383" y="1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" name="Freeform 220"/>
            <p:cNvSpPr>
              <a:spLocks noEditPoints="1"/>
            </p:cNvSpPr>
            <p:nvPr userDrawn="1"/>
          </p:nvSpPr>
          <p:spPr bwMode="auto">
            <a:xfrm>
              <a:off x="7843838" y="4400550"/>
              <a:ext cx="2268538" cy="447675"/>
            </a:xfrm>
            <a:custGeom>
              <a:avLst/>
              <a:gdLst>
                <a:gd name="T0" fmla="*/ 91 w 328"/>
                <a:gd name="T1" fmla="*/ 0 h 64"/>
                <a:gd name="T2" fmla="*/ 124 w 328"/>
                <a:gd name="T3" fmla="*/ 59 h 64"/>
                <a:gd name="T4" fmla="*/ 328 w 328"/>
                <a:gd name="T5" fmla="*/ 63 h 64"/>
                <a:gd name="T6" fmla="*/ 327 w 328"/>
                <a:gd name="T7" fmla="*/ 2 h 64"/>
                <a:gd name="T8" fmla="*/ 193 w 328"/>
                <a:gd name="T9" fmla="*/ 21 h 64"/>
                <a:gd name="T10" fmla="*/ 123 w 328"/>
                <a:gd name="T11" fmla="*/ 57 h 64"/>
                <a:gd name="T12" fmla="*/ 113 w 328"/>
                <a:gd name="T13" fmla="*/ 5 h 64"/>
                <a:gd name="T14" fmla="*/ 150 w 328"/>
                <a:gd name="T15" fmla="*/ 19 h 64"/>
                <a:gd name="T16" fmla="*/ 140 w 328"/>
                <a:gd name="T17" fmla="*/ 20 h 64"/>
                <a:gd name="T18" fmla="*/ 132 w 328"/>
                <a:gd name="T19" fmla="*/ 10 h 64"/>
                <a:gd name="T20" fmla="*/ 188 w 328"/>
                <a:gd name="T21" fmla="*/ 15 h 64"/>
                <a:gd name="T22" fmla="*/ 191 w 328"/>
                <a:gd name="T23" fmla="*/ 49 h 64"/>
                <a:gd name="T24" fmla="*/ 134 w 328"/>
                <a:gd name="T25" fmla="*/ 38 h 64"/>
                <a:gd name="T26" fmla="*/ 139 w 328"/>
                <a:gd name="T27" fmla="*/ 40 h 64"/>
                <a:gd name="T28" fmla="*/ 155 w 328"/>
                <a:gd name="T29" fmla="*/ 38 h 64"/>
                <a:gd name="T30" fmla="*/ 156 w 328"/>
                <a:gd name="T31" fmla="*/ 38 h 64"/>
                <a:gd name="T32" fmla="*/ 172 w 328"/>
                <a:gd name="T33" fmla="*/ 40 h 64"/>
                <a:gd name="T34" fmla="*/ 179 w 328"/>
                <a:gd name="T35" fmla="*/ 38 h 64"/>
                <a:gd name="T36" fmla="*/ 185 w 328"/>
                <a:gd name="T37" fmla="*/ 40 h 64"/>
                <a:gd name="T38" fmla="*/ 180 w 328"/>
                <a:gd name="T39" fmla="*/ 36 h 64"/>
                <a:gd name="T40" fmla="*/ 178 w 328"/>
                <a:gd name="T41" fmla="*/ 36 h 64"/>
                <a:gd name="T42" fmla="*/ 162 w 328"/>
                <a:gd name="T43" fmla="*/ 33 h 64"/>
                <a:gd name="T44" fmla="*/ 155 w 328"/>
                <a:gd name="T45" fmla="*/ 36 h 64"/>
                <a:gd name="T46" fmla="*/ 149 w 328"/>
                <a:gd name="T47" fmla="*/ 33 h 64"/>
                <a:gd name="T48" fmla="*/ 134 w 328"/>
                <a:gd name="T49" fmla="*/ 36 h 64"/>
                <a:gd name="T50" fmla="*/ 138 w 328"/>
                <a:gd name="T51" fmla="*/ 42 h 64"/>
                <a:gd name="T52" fmla="*/ 149 w 328"/>
                <a:gd name="T53" fmla="*/ 42 h 64"/>
                <a:gd name="T54" fmla="*/ 157 w 328"/>
                <a:gd name="T55" fmla="*/ 45 h 64"/>
                <a:gd name="T56" fmla="*/ 162 w 328"/>
                <a:gd name="T57" fmla="*/ 45 h 64"/>
                <a:gd name="T58" fmla="*/ 177 w 328"/>
                <a:gd name="T59" fmla="*/ 42 h 64"/>
                <a:gd name="T60" fmla="*/ 179 w 328"/>
                <a:gd name="T61" fmla="*/ 42 h 64"/>
                <a:gd name="T62" fmla="*/ 180 w 328"/>
                <a:gd name="T63" fmla="*/ 29 h 64"/>
                <a:gd name="T64" fmla="*/ 172 w 328"/>
                <a:gd name="T65" fmla="*/ 31 h 64"/>
                <a:gd name="T66" fmla="*/ 166 w 328"/>
                <a:gd name="T67" fmla="*/ 29 h 64"/>
                <a:gd name="T68" fmla="*/ 154 w 328"/>
                <a:gd name="T69" fmla="*/ 31 h 64"/>
                <a:gd name="T70" fmla="*/ 148 w 328"/>
                <a:gd name="T71" fmla="*/ 29 h 64"/>
                <a:gd name="T72" fmla="*/ 133 w 328"/>
                <a:gd name="T73" fmla="*/ 31 h 64"/>
                <a:gd name="T74" fmla="*/ 123 w 328"/>
                <a:gd name="T75" fmla="*/ 7 h 64"/>
                <a:gd name="T76" fmla="*/ 135 w 328"/>
                <a:gd name="T77" fmla="*/ 50 h 64"/>
                <a:gd name="T78" fmla="*/ 198 w 328"/>
                <a:gd name="T79" fmla="*/ 56 h 64"/>
                <a:gd name="T80" fmla="*/ 203 w 328"/>
                <a:gd name="T81" fmla="*/ 62 h 64"/>
                <a:gd name="T82" fmla="*/ 215 w 328"/>
                <a:gd name="T83" fmla="*/ 6 h 64"/>
                <a:gd name="T84" fmla="*/ 217 w 328"/>
                <a:gd name="T85" fmla="*/ 5 h 64"/>
                <a:gd name="T86" fmla="*/ 230 w 328"/>
                <a:gd name="T87" fmla="*/ 62 h 64"/>
                <a:gd name="T88" fmla="*/ 236 w 328"/>
                <a:gd name="T89" fmla="*/ 2 h 64"/>
                <a:gd name="T90" fmla="*/ 241 w 328"/>
                <a:gd name="T91" fmla="*/ 62 h 64"/>
                <a:gd name="T92" fmla="*/ 254 w 328"/>
                <a:gd name="T93" fmla="*/ 2 h 64"/>
                <a:gd name="T94" fmla="*/ 256 w 328"/>
                <a:gd name="T95" fmla="*/ 2 h 64"/>
                <a:gd name="T96" fmla="*/ 268 w 328"/>
                <a:gd name="T97" fmla="*/ 62 h 64"/>
                <a:gd name="T98" fmla="*/ 275 w 328"/>
                <a:gd name="T99" fmla="*/ 2 h 64"/>
                <a:gd name="T100" fmla="*/ 280 w 328"/>
                <a:gd name="T101" fmla="*/ 62 h 64"/>
                <a:gd name="T102" fmla="*/ 292 w 328"/>
                <a:gd name="T103" fmla="*/ 2 h 64"/>
                <a:gd name="T104" fmla="*/ 294 w 328"/>
                <a:gd name="T105" fmla="*/ 2 h 64"/>
                <a:gd name="T106" fmla="*/ 307 w 328"/>
                <a:gd name="T107" fmla="*/ 62 h 64"/>
                <a:gd name="T108" fmla="*/ 313 w 328"/>
                <a:gd name="T109" fmla="*/ 2 h 64"/>
                <a:gd name="T110" fmla="*/ 318 w 328"/>
                <a:gd name="T111" fmla="*/ 62 h 64"/>
                <a:gd name="T112" fmla="*/ 132 w 328"/>
                <a:gd name="T113" fmla="*/ 27 h 64"/>
                <a:gd name="T114" fmla="*/ 113 w 328"/>
                <a:gd name="T115" fmla="*/ 62 h 64"/>
                <a:gd name="T116" fmla="*/ 2 w 328"/>
                <a:gd name="T117" fmla="*/ 2 h 64"/>
                <a:gd name="T118" fmla="*/ 129 w 328"/>
                <a:gd name="T119" fmla="*/ 55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28" h="64">
                  <a:moveTo>
                    <a:pt x="328" y="0"/>
                  </a:moveTo>
                  <a:cubicBezTo>
                    <a:pt x="240" y="0"/>
                    <a:pt x="240" y="0"/>
                    <a:pt x="240" y="0"/>
                  </a:cubicBezTo>
                  <a:cubicBezTo>
                    <a:pt x="239" y="0"/>
                    <a:pt x="201" y="3"/>
                    <a:pt x="177" y="19"/>
                  </a:cubicBezTo>
                  <a:cubicBezTo>
                    <a:pt x="177" y="19"/>
                    <a:pt x="177" y="19"/>
                    <a:pt x="177" y="19"/>
                  </a:cubicBezTo>
                  <a:cubicBezTo>
                    <a:pt x="169" y="19"/>
                    <a:pt x="162" y="19"/>
                    <a:pt x="155" y="19"/>
                  </a:cubicBezTo>
                  <a:cubicBezTo>
                    <a:pt x="150" y="15"/>
                    <a:pt x="145" y="13"/>
                    <a:pt x="139" y="10"/>
                  </a:cubicBezTo>
                  <a:cubicBezTo>
                    <a:pt x="139" y="10"/>
                    <a:pt x="139" y="10"/>
                    <a:pt x="139" y="10"/>
                  </a:cubicBezTo>
                  <a:cubicBezTo>
                    <a:pt x="116" y="2"/>
                    <a:pt x="91" y="0"/>
                    <a:pt x="9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0" y="63"/>
                    <a:pt x="0" y="64"/>
                    <a:pt x="1" y="64"/>
                  </a:cubicBezTo>
                  <a:cubicBezTo>
                    <a:pt x="118" y="64"/>
                    <a:pt x="118" y="64"/>
                    <a:pt x="118" y="64"/>
                  </a:cubicBezTo>
                  <a:cubicBezTo>
                    <a:pt x="118" y="64"/>
                    <a:pt x="118" y="64"/>
                    <a:pt x="119" y="64"/>
                  </a:cubicBezTo>
                  <a:cubicBezTo>
                    <a:pt x="124" y="59"/>
                    <a:pt x="124" y="59"/>
                    <a:pt x="124" y="59"/>
                  </a:cubicBezTo>
                  <a:cubicBezTo>
                    <a:pt x="124" y="59"/>
                    <a:pt x="124" y="59"/>
                    <a:pt x="124" y="59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8" y="59"/>
                    <a:pt x="198" y="59"/>
                    <a:pt x="198" y="59"/>
                  </a:cubicBezTo>
                  <a:cubicBezTo>
                    <a:pt x="201" y="63"/>
                    <a:pt x="201" y="63"/>
                    <a:pt x="201" y="63"/>
                  </a:cubicBezTo>
                  <a:cubicBezTo>
                    <a:pt x="202" y="63"/>
                    <a:pt x="202" y="64"/>
                    <a:pt x="202" y="64"/>
                  </a:cubicBezTo>
                  <a:cubicBezTo>
                    <a:pt x="328" y="64"/>
                    <a:pt x="328" y="64"/>
                    <a:pt x="328" y="64"/>
                  </a:cubicBezTo>
                  <a:cubicBezTo>
                    <a:pt x="328" y="64"/>
                    <a:pt x="328" y="64"/>
                    <a:pt x="328" y="64"/>
                  </a:cubicBezTo>
                  <a:cubicBezTo>
                    <a:pt x="328" y="64"/>
                    <a:pt x="328" y="64"/>
                    <a:pt x="328" y="63"/>
                  </a:cubicBezTo>
                  <a:cubicBezTo>
                    <a:pt x="328" y="63"/>
                    <a:pt x="328" y="63"/>
                    <a:pt x="328" y="63"/>
                  </a:cubicBezTo>
                  <a:cubicBezTo>
                    <a:pt x="328" y="63"/>
                    <a:pt x="328" y="63"/>
                    <a:pt x="328" y="63"/>
                  </a:cubicBezTo>
                  <a:cubicBezTo>
                    <a:pt x="328" y="63"/>
                    <a:pt x="328" y="63"/>
                    <a:pt x="328" y="63"/>
                  </a:cubicBezTo>
                  <a:cubicBezTo>
                    <a:pt x="328" y="1"/>
                    <a:pt x="328" y="1"/>
                    <a:pt x="328" y="1"/>
                  </a:cubicBezTo>
                  <a:cubicBezTo>
                    <a:pt x="328" y="0"/>
                    <a:pt x="328" y="0"/>
                    <a:pt x="328" y="0"/>
                  </a:cubicBezTo>
                  <a:close/>
                  <a:moveTo>
                    <a:pt x="327" y="62"/>
                  </a:moveTo>
                  <a:cubicBezTo>
                    <a:pt x="323" y="62"/>
                    <a:pt x="323" y="62"/>
                    <a:pt x="323" y="62"/>
                  </a:cubicBezTo>
                  <a:cubicBezTo>
                    <a:pt x="323" y="2"/>
                    <a:pt x="323" y="2"/>
                    <a:pt x="323" y="2"/>
                  </a:cubicBezTo>
                  <a:cubicBezTo>
                    <a:pt x="327" y="2"/>
                    <a:pt x="327" y="2"/>
                    <a:pt x="327" y="2"/>
                  </a:cubicBezTo>
                  <a:lnTo>
                    <a:pt x="327" y="62"/>
                  </a:lnTo>
                  <a:close/>
                  <a:moveTo>
                    <a:pt x="193" y="51"/>
                  </a:moveTo>
                  <a:cubicBezTo>
                    <a:pt x="193" y="51"/>
                    <a:pt x="193" y="51"/>
                    <a:pt x="193" y="51"/>
                  </a:cubicBezTo>
                  <a:cubicBezTo>
                    <a:pt x="193" y="25"/>
                    <a:pt x="193" y="25"/>
                    <a:pt x="193" y="25"/>
                  </a:cubicBezTo>
                  <a:cubicBezTo>
                    <a:pt x="193" y="25"/>
                    <a:pt x="193" y="25"/>
                    <a:pt x="193" y="25"/>
                  </a:cubicBezTo>
                  <a:cubicBezTo>
                    <a:pt x="194" y="22"/>
                    <a:pt x="194" y="22"/>
                    <a:pt x="194" y="22"/>
                  </a:cubicBezTo>
                  <a:cubicBezTo>
                    <a:pt x="194" y="22"/>
                    <a:pt x="194" y="21"/>
                    <a:pt x="193" y="21"/>
                  </a:cubicBezTo>
                  <a:cubicBezTo>
                    <a:pt x="193" y="21"/>
                    <a:pt x="193" y="21"/>
                    <a:pt x="193" y="21"/>
                  </a:cubicBezTo>
                  <a:cubicBezTo>
                    <a:pt x="193" y="12"/>
                    <a:pt x="193" y="12"/>
                    <a:pt x="193" y="12"/>
                  </a:cubicBezTo>
                  <a:cubicBezTo>
                    <a:pt x="194" y="12"/>
                    <a:pt x="195" y="12"/>
                    <a:pt x="196" y="11"/>
                  </a:cubicBezTo>
                  <a:cubicBezTo>
                    <a:pt x="196" y="54"/>
                    <a:pt x="196" y="54"/>
                    <a:pt x="196" y="54"/>
                  </a:cubicBezTo>
                  <a:lnTo>
                    <a:pt x="193" y="51"/>
                  </a:lnTo>
                  <a:close/>
                  <a:moveTo>
                    <a:pt x="107" y="4"/>
                  </a:moveTo>
                  <a:cubicBezTo>
                    <a:pt x="108" y="4"/>
                    <a:pt x="110" y="4"/>
                    <a:pt x="111" y="4"/>
                  </a:cubicBezTo>
                  <a:cubicBezTo>
                    <a:pt x="126" y="55"/>
                    <a:pt x="126" y="55"/>
                    <a:pt x="126" y="55"/>
                  </a:cubicBezTo>
                  <a:cubicBezTo>
                    <a:pt x="123" y="57"/>
                    <a:pt x="123" y="57"/>
                    <a:pt x="123" y="57"/>
                  </a:cubicBezTo>
                  <a:lnTo>
                    <a:pt x="107" y="4"/>
                  </a:lnTo>
                  <a:close/>
                  <a:moveTo>
                    <a:pt x="122" y="59"/>
                  </a:moveTo>
                  <a:cubicBezTo>
                    <a:pt x="119" y="61"/>
                    <a:pt x="119" y="61"/>
                    <a:pt x="119" y="61"/>
                  </a:cubicBezTo>
                  <a:cubicBezTo>
                    <a:pt x="102" y="3"/>
                    <a:pt x="102" y="3"/>
                    <a:pt x="102" y="3"/>
                  </a:cubicBezTo>
                  <a:cubicBezTo>
                    <a:pt x="103" y="3"/>
                    <a:pt x="104" y="3"/>
                    <a:pt x="105" y="3"/>
                  </a:cubicBezTo>
                  <a:lnTo>
                    <a:pt x="122" y="59"/>
                  </a:lnTo>
                  <a:close/>
                  <a:moveTo>
                    <a:pt x="127" y="54"/>
                  </a:moveTo>
                  <a:cubicBezTo>
                    <a:pt x="113" y="5"/>
                    <a:pt x="113" y="5"/>
                    <a:pt x="113" y="5"/>
                  </a:cubicBezTo>
                  <a:cubicBezTo>
                    <a:pt x="114" y="5"/>
                    <a:pt x="115" y="5"/>
                    <a:pt x="116" y="5"/>
                  </a:cubicBezTo>
                  <a:cubicBezTo>
                    <a:pt x="130" y="52"/>
                    <a:pt x="130" y="52"/>
                    <a:pt x="130" y="52"/>
                  </a:cubicBezTo>
                  <a:lnTo>
                    <a:pt x="127" y="54"/>
                  </a:lnTo>
                  <a:close/>
                  <a:moveTo>
                    <a:pt x="147" y="19"/>
                  </a:moveTo>
                  <a:cubicBezTo>
                    <a:pt x="145" y="15"/>
                    <a:pt x="145" y="15"/>
                    <a:pt x="145" y="15"/>
                  </a:cubicBezTo>
                  <a:cubicBezTo>
                    <a:pt x="147" y="16"/>
                    <a:pt x="148" y="16"/>
                    <a:pt x="149" y="17"/>
                  </a:cubicBezTo>
                  <a:cubicBezTo>
                    <a:pt x="149" y="17"/>
                    <a:pt x="149" y="17"/>
                    <a:pt x="149" y="17"/>
                  </a:cubicBezTo>
                  <a:cubicBezTo>
                    <a:pt x="150" y="19"/>
                    <a:pt x="150" y="19"/>
                    <a:pt x="150" y="19"/>
                  </a:cubicBezTo>
                  <a:cubicBezTo>
                    <a:pt x="149" y="19"/>
                    <a:pt x="148" y="19"/>
                    <a:pt x="147" y="19"/>
                  </a:cubicBezTo>
                  <a:close/>
                  <a:moveTo>
                    <a:pt x="145" y="19"/>
                  </a:moveTo>
                  <a:cubicBezTo>
                    <a:pt x="144" y="19"/>
                    <a:pt x="143" y="20"/>
                    <a:pt x="142" y="20"/>
                  </a:cubicBezTo>
                  <a:cubicBezTo>
                    <a:pt x="140" y="13"/>
                    <a:pt x="140" y="13"/>
                    <a:pt x="140" y="13"/>
                  </a:cubicBezTo>
                  <a:cubicBezTo>
                    <a:pt x="141" y="13"/>
                    <a:pt x="142" y="14"/>
                    <a:pt x="143" y="14"/>
                  </a:cubicBezTo>
                  <a:cubicBezTo>
                    <a:pt x="143" y="14"/>
                    <a:pt x="143" y="15"/>
                    <a:pt x="143" y="15"/>
                  </a:cubicBezTo>
                  <a:lnTo>
                    <a:pt x="145" y="19"/>
                  </a:lnTo>
                  <a:close/>
                  <a:moveTo>
                    <a:pt x="140" y="20"/>
                  </a:moveTo>
                  <a:cubicBezTo>
                    <a:pt x="139" y="20"/>
                    <a:pt x="138" y="20"/>
                    <a:pt x="137" y="20"/>
                  </a:cubicBezTo>
                  <a:cubicBezTo>
                    <a:pt x="134" y="11"/>
                    <a:pt x="134" y="11"/>
                    <a:pt x="134" y="11"/>
                  </a:cubicBezTo>
                  <a:cubicBezTo>
                    <a:pt x="135" y="11"/>
                    <a:pt x="136" y="11"/>
                    <a:pt x="138" y="12"/>
                  </a:cubicBezTo>
                  <a:lnTo>
                    <a:pt x="140" y="20"/>
                  </a:lnTo>
                  <a:close/>
                  <a:moveTo>
                    <a:pt x="135" y="20"/>
                  </a:moveTo>
                  <a:cubicBezTo>
                    <a:pt x="134" y="20"/>
                    <a:pt x="133" y="20"/>
                    <a:pt x="132" y="21"/>
                  </a:cubicBezTo>
                  <a:cubicBezTo>
                    <a:pt x="129" y="9"/>
                    <a:pt x="129" y="9"/>
                    <a:pt x="129" y="9"/>
                  </a:cubicBezTo>
                  <a:cubicBezTo>
                    <a:pt x="130" y="9"/>
                    <a:pt x="131" y="10"/>
                    <a:pt x="132" y="10"/>
                  </a:cubicBezTo>
                  <a:lnTo>
                    <a:pt x="135" y="20"/>
                  </a:lnTo>
                  <a:close/>
                  <a:moveTo>
                    <a:pt x="183" y="20"/>
                  </a:moveTo>
                  <a:cubicBezTo>
                    <a:pt x="183" y="17"/>
                    <a:pt x="183" y="17"/>
                    <a:pt x="183" y="17"/>
                  </a:cubicBezTo>
                  <a:cubicBezTo>
                    <a:pt x="183" y="17"/>
                    <a:pt x="183" y="17"/>
                    <a:pt x="183" y="17"/>
                  </a:cubicBezTo>
                  <a:cubicBezTo>
                    <a:pt x="184" y="16"/>
                    <a:pt x="185" y="16"/>
                    <a:pt x="186" y="15"/>
                  </a:cubicBezTo>
                  <a:cubicBezTo>
                    <a:pt x="186" y="20"/>
                    <a:pt x="186" y="20"/>
                    <a:pt x="186" y="20"/>
                  </a:cubicBezTo>
                  <a:cubicBezTo>
                    <a:pt x="185" y="20"/>
                    <a:pt x="184" y="20"/>
                    <a:pt x="183" y="20"/>
                  </a:cubicBezTo>
                  <a:close/>
                  <a:moveTo>
                    <a:pt x="188" y="15"/>
                  </a:moveTo>
                  <a:cubicBezTo>
                    <a:pt x="189" y="14"/>
                    <a:pt x="190" y="14"/>
                    <a:pt x="191" y="13"/>
                  </a:cubicBezTo>
                  <a:cubicBezTo>
                    <a:pt x="191" y="21"/>
                    <a:pt x="191" y="21"/>
                    <a:pt x="191" y="21"/>
                  </a:cubicBezTo>
                  <a:cubicBezTo>
                    <a:pt x="190" y="20"/>
                    <a:pt x="189" y="20"/>
                    <a:pt x="188" y="20"/>
                  </a:cubicBezTo>
                  <a:lnTo>
                    <a:pt x="188" y="15"/>
                  </a:lnTo>
                  <a:close/>
                  <a:moveTo>
                    <a:pt x="189" y="46"/>
                  </a:moveTo>
                  <a:cubicBezTo>
                    <a:pt x="189" y="46"/>
                    <a:pt x="189" y="46"/>
                    <a:pt x="189" y="46"/>
                  </a:cubicBezTo>
                  <a:cubicBezTo>
                    <a:pt x="191" y="34"/>
                    <a:pt x="191" y="34"/>
                    <a:pt x="191" y="34"/>
                  </a:cubicBezTo>
                  <a:cubicBezTo>
                    <a:pt x="191" y="49"/>
                    <a:pt x="191" y="49"/>
                    <a:pt x="191" y="49"/>
                  </a:cubicBezTo>
                  <a:lnTo>
                    <a:pt x="189" y="46"/>
                  </a:lnTo>
                  <a:close/>
                  <a:moveTo>
                    <a:pt x="184" y="45"/>
                  </a:moveTo>
                  <a:cubicBezTo>
                    <a:pt x="185" y="42"/>
                    <a:pt x="185" y="42"/>
                    <a:pt x="185" y="42"/>
                  </a:cubicBezTo>
                  <a:cubicBezTo>
                    <a:pt x="188" y="42"/>
                    <a:pt x="188" y="42"/>
                    <a:pt x="188" y="42"/>
                  </a:cubicBezTo>
                  <a:cubicBezTo>
                    <a:pt x="187" y="45"/>
                    <a:pt x="187" y="45"/>
                    <a:pt x="187" y="45"/>
                  </a:cubicBezTo>
                  <a:cubicBezTo>
                    <a:pt x="187" y="45"/>
                    <a:pt x="187" y="45"/>
                    <a:pt x="187" y="45"/>
                  </a:cubicBezTo>
                  <a:lnTo>
                    <a:pt x="184" y="45"/>
                  </a:lnTo>
                  <a:close/>
                  <a:moveTo>
                    <a:pt x="134" y="38"/>
                  </a:moveTo>
                  <a:cubicBezTo>
                    <a:pt x="137" y="38"/>
                    <a:pt x="137" y="38"/>
                    <a:pt x="137" y="38"/>
                  </a:cubicBezTo>
                  <a:cubicBezTo>
                    <a:pt x="138" y="40"/>
                    <a:pt x="138" y="40"/>
                    <a:pt x="138" y="40"/>
                  </a:cubicBezTo>
                  <a:cubicBezTo>
                    <a:pt x="135" y="40"/>
                    <a:pt x="135" y="40"/>
                    <a:pt x="135" y="40"/>
                  </a:cubicBezTo>
                  <a:lnTo>
                    <a:pt x="134" y="38"/>
                  </a:lnTo>
                  <a:close/>
                  <a:moveTo>
                    <a:pt x="139" y="38"/>
                  </a:moveTo>
                  <a:cubicBezTo>
                    <a:pt x="143" y="38"/>
                    <a:pt x="143" y="38"/>
                    <a:pt x="143" y="38"/>
                  </a:cubicBezTo>
                  <a:cubicBezTo>
                    <a:pt x="143" y="40"/>
                    <a:pt x="143" y="40"/>
                    <a:pt x="143" y="40"/>
                  </a:cubicBezTo>
                  <a:cubicBezTo>
                    <a:pt x="139" y="40"/>
                    <a:pt x="139" y="40"/>
                    <a:pt x="139" y="40"/>
                  </a:cubicBezTo>
                  <a:lnTo>
                    <a:pt x="139" y="38"/>
                  </a:lnTo>
                  <a:close/>
                  <a:moveTo>
                    <a:pt x="145" y="38"/>
                  </a:moveTo>
                  <a:cubicBezTo>
                    <a:pt x="149" y="38"/>
                    <a:pt x="149" y="38"/>
                    <a:pt x="149" y="38"/>
                  </a:cubicBezTo>
                  <a:cubicBezTo>
                    <a:pt x="149" y="40"/>
                    <a:pt x="149" y="40"/>
                    <a:pt x="149" y="40"/>
                  </a:cubicBezTo>
                  <a:cubicBezTo>
                    <a:pt x="145" y="40"/>
                    <a:pt x="145" y="40"/>
                    <a:pt x="145" y="40"/>
                  </a:cubicBezTo>
                  <a:lnTo>
                    <a:pt x="145" y="38"/>
                  </a:lnTo>
                  <a:close/>
                  <a:moveTo>
                    <a:pt x="151" y="38"/>
                  </a:moveTo>
                  <a:cubicBezTo>
                    <a:pt x="155" y="38"/>
                    <a:pt x="155" y="38"/>
                    <a:pt x="155" y="38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1" y="40"/>
                    <a:pt x="151" y="40"/>
                    <a:pt x="151" y="40"/>
                  </a:cubicBezTo>
                  <a:lnTo>
                    <a:pt x="151" y="38"/>
                  </a:lnTo>
                  <a:close/>
                  <a:moveTo>
                    <a:pt x="156" y="38"/>
                  </a:moveTo>
                  <a:cubicBezTo>
                    <a:pt x="160" y="38"/>
                    <a:pt x="160" y="38"/>
                    <a:pt x="160" y="38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56" y="40"/>
                    <a:pt x="156" y="40"/>
                    <a:pt x="156" y="40"/>
                  </a:cubicBezTo>
                  <a:lnTo>
                    <a:pt x="156" y="38"/>
                  </a:lnTo>
                  <a:close/>
                  <a:moveTo>
                    <a:pt x="162" y="38"/>
                  </a:moveTo>
                  <a:cubicBezTo>
                    <a:pt x="166" y="38"/>
                    <a:pt x="166" y="38"/>
                    <a:pt x="166" y="38"/>
                  </a:cubicBezTo>
                  <a:cubicBezTo>
                    <a:pt x="166" y="40"/>
                    <a:pt x="166" y="40"/>
                    <a:pt x="166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38"/>
                  </a:lnTo>
                  <a:close/>
                  <a:moveTo>
                    <a:pt x="168" y="38"/>
                  </a:moveTo>
                  <a:cubicBezTo>
                    <a:pt x="172" y="38"/>
                    <a:pt x="172" y="38"/>
                    <a:pt x="172" y="38"/>
                  </a:cubicBezTo>
                  <a:cubicBezTo>
                    <a:pt x="172" y="40"/>
                    <a:pt x="172" y="40"/>
                    <a:pt x="172" y="40"/>
                  </a:cubicBezTo>
                  <a:cubicBezTo>
                    <a:pt x="168" y="40"/>
                    <a:pt x="168" y="40"/>
                    <a:pt x="168" y="40"/>
                  </a:cubicBezTo>
                  <a:lnTo>
                    <a:pt x="168" y="38"/>
                  </a:lnTo>
                  <a:close/>
                  <a:moveTo>
                    <a:pt x="174" y="38"/>
                  </a:moveTo>
                  <a:cubicBezTo>
                    <a:pt x="178" y="38"/>
                    <a:pt x="178" y="38"/>
                    <a:pt x="178" y="38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4" y="40"/>
                    <a:pt x="174" y="40"/>
                    <a:pt x="174" y="40"/>
                  </a:cubicBezTo>
                  <a:lnTo>
                    <a:pt x="174" y="38"/>
                  </a:lnTo>
                  <a:close/>
                  <a:moveTo>
                    <a:pt x="179" y="38"/>
                  </a:moveTo>
                  <a:cubicBezTo>
                    <a:pt x="183" y="38"/>
                    <a:pt x="183" y="38"/>
                    <a:pt x="183" y="38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79" y="40"/>
                    <a:pt x="179" y="40"/>
                    <a:pt x="179" y="40"/>
                  </a:cubicBezTo>
                  <a:lnTo>
                    <a:pt x="179" y="38"/>
                  </a:lnTo>
                  <a:close/>
                  <a:moveTo>
                    <a:pt x="185" y="38"/>
                  </a:moveTo>
                  <a:cubicBezTo>
                    <a:pt x="189" y="38"/>
                    <a:pt x="189" y="38"/>
                    <a:pt x="189" y="38"/>
                  </a:cubicBezTo>
                  <a:cubicBezTo>
                    <a:pt x="188" y="40"/>
                    <a:pt x="188" y="40"/>
                    <a:pt x="188" y="40"/>
                  </a:cubicBezTo>
                  <a:cubicBezTo>
                    <a:pt x="185" y="40"/>
                    <a:pt x="185" y="40"/>
                    <a:pt x="185" y="40"/>
                  </a:cubicBezTo>
                  <a:lnTo>
                    <a:pt x="185" y="38"/>
                  </a:lnTo>
                  <a:close/>
                  <a:moveTo>
                    <a:pt x="189" y="36"/>
                  </a:moveTo>
                  <a:cubicBezTo>
                    <a:pt x="185" y="36"/>
                    <a:pt x="185" y="36"/>
                    <a:pt x="185" y="36"/>
                  </a:cubicBezTo>
                  <a:cubicBezTo>
                    <a:pt x="186" y="33"/>
                    <a:pt x="186" y="33"/>
                    <a:pt x="186" y="33"/>
                  </a:cubicBezTo>
                  <a:cubicBezTo>
                    <a:pt x="189" y="33"/>
                    <a:pt x="189" y="33"/>
                    <a:pt x="189" y="33"/>
                  </a:cubicBezTo>
                  <a:lnTo>
                    <a:pt x="189" y="36"/>
                  </a:lnTo>
                  <a:close/>
                  <a:moveTo>
                    <a:pt x="184" y="36"/>
                  </a:moveTo>
                  <a:cubicBezTo>
                    <a:pt x="180" y="36"/>
                    <a:pt x="180" y="36"/>
                    <a:pt x="180" y="36"/>
                  </a:cubicBezTo>
                  <a:cubicBezTo>
                    <a:pt x="180" y="33"/>
                    <a:pt x="180" y="33"/>
                    <a:pt x="180" y="33"/>
                  </a:cubicBezTo>
                  <a:cubicBezTo>
                    <a:pt x="184" y="33"/>
                    <a:pt x="184" y="33"/>
                    <a:pt x="184" y="33"/>
                  </a:cubicBezTo>
                  <a:lnTo>
                    <a:pt x="184" y="36"/>
                  </a:lnTo>
                  <a:close/>
                  <a:moveTo>
                    <a:pt x="178" y="36"/>
                  </a:moveTo>
                  <a:cubicBezTo>
                    <a:pt x="174" y="36"/>
                    <a:pt x="174" y="36"/>
                    <a:pt x="174" y="36"/>
                  </a:cubicBezTo>
                  <a:cubicBezTo>
                    <a:pt x="174" y="33"/>
                    <a:pt x="174" y="33"/>
                    <a:pt x="174" y="33"/>
                  </a:cubicBezTo>
                  <a:cubicBezTo>
                    <a:pt x="178" y="33"/>
                    <a:pt x="178" y="33"/>
                    <a:pt x="178" y="33"/>
                  </a:cubicBezTo>
                  <a:lnTo>
                    <a:pt x="178" y="36"/>
                  </a:lnTo>
                  <a:close/>
                  <a:moveTo>
                    <a:pt x="172" y="36"/>
                  </a:moveTo>
                  <a:cubicBezTo>
                    <a:pt x="168" y="36"/>
                    <a:pt x="168" y="36"/>
                    <a:pt x="168" y="36"/>
                  </a:cubicBezTo>
                  <a:cubicBezTo>
                    <a:pt x="168" y="33"/>
                    <a:pt x="168" y="33"/>
                    <a:pt x="168" y="33"/>
                  </a:cubicBezTo>
                  <a:cubicBezTo>
                    <a:pt x="172" y="33"/>
                    <a:pt x="172" y="33"/>
                    <a:pt x="172" y="33"/>
                  </a:cubicBezTo>
                  <a:lnTo>
                    <a:pt x="172" y="36"/>
                  </a:lnTo>
                  <a:close/>
                  <a:moveTo>
                    <a:pt x="166" y="36"/>
                  </a:moveTo>
                  <a:cubicBezTo>
                    <a:pt x="162" y="36"/>
                    <a:pt x="162" y="36"/>
                    <a:pt x="162" y="36"/>
                  </a:cubicBezTo>
                  <a:cubicBezTo>
                    <a:pt x="162" y="33"/>
                    <a:pt x="162" y="33"/>
                    <a:pt x="162" y="33"/>
                  </a:cubicBezTo>
                  <a:cubicBezTo>
                    <a:pt x="166" y="33"/>
                    <a:pt x="166" y="33"/>
                    <a:pt x="166" y="33"/>
                  </a:cubicBezTo>
                  <a:lnTo>
                    <a:pt x="166" y="36"/>
                  </a:lnTo>
                  <a:close/>
                  <a:moveTo>
                    <a:pt x="160" y="36"/>
                  </a:moveTo>
                  <a:cubicBezTo>
                    <a:pt x="156" y="36"/>
                    <a:pt x="156" y="36"/>
                    <a:pt x="156" y="36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60" y="33"/>
                    <a:pt x="160" y="33"/>
                    <a:pt x="160" y="33"/>
                  </a:cubicBezTo>
                  <a:lnTo>
                    <a:pt x="160" y="36"/>
                  </a:lnTo>
                  <a:close/>
                  <a:moveTo>
                    <a:pt x="155" y="36"/>
                  </a:moveTo>
                  <a:cubicBezTo>
                    <a:pt x="151" y="36"/>
                    <a:pt x="151" y="36"/>
                    <a:pt x="151" y="36"/>
                  </a:cubicBezTo>
                  <a:cubicBezTo>
                    <a:pt x="150" y="33"/>
                    <a:pt x="150" y="33"/>
                    <a:pt x="150" y="33"/>
                  </a:cubicBezTo>
                  <a:cubicBezTo>
                    <a:pt x="154" y="33"/>
                    <a:pt x="154" y="33"/>
                    <a:pt x="154" y="33"/>
                  </a:cubicBezTo>
                  <a:lnTo>
                    <a:pt x="155" y="36"/>
                  </a:lnTo>
                  <a:close/>
                  <a:moveTo>
                    <a:pt x="149" y="36"/>
                  </a:moveTo>
                  <a:cubicBezTo>
                    <a:pt x="145" y="36"/>
                    <a:pt x="145" y="36"/>
                    <a:pt x="145" y="36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9" y="33"/>
                    <a:pt x="149" y="33"/>
                    <a:pt x="149" y="33"/>
                  </a:cubicBezTo>
                  <a:lnTo>
                    <a:pt x="149" y="36"/>
                  </a:lnTo>
                  <a:close/>
                  <a:moveTo>
                    <a:pt x="143" y="36"/>
                  </a:moveTo>
                  <a:cubicBezTo>
                    <a:pt x="139" y="36"/>
                    <a:pt x="139" y="36"/>
                    <a:pt x="139" y="36"/>
                  </a:cubicBezTo>
                  <a:cubicBezTo>
                    <a:pt x="139" y="33"/>
                    <a:pt x="139" y="33"/>
                    <a:pt x="139" y="33"/>
                  </a:cubicBezTo>
                  <a:cubicBezTo>
                    <a:pt x="143" y="33"/>
                    <a:pt x="143" y="33"/>
                    <a:pt x="143" y="33"/>
                  </a:cubicBezTo>
                  <a:lnTo>
                    <a:pt x="143" y="36"/>
                  </a:lnTo>
                  <a:close/>
                  <a:moveTo>
                    <a:pt x="137" y="36"/>
                  </a:moveTo>
                  <a:cubicBezTo>
                    <a:pt x="134" y="36"/>
                    <a:pt x="134" y="36"/>
                    <a:pt x="134" y="36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7" y="33"/>
                    <a:pt x="137" y="33"/>
                    <a:pt x="137" y="33"/>
                  </a:cubicBezTo>
                  <a:lnTo>
                    <a:pt x="137" y="36"/>
                  </a:lnTo>
                  <a:close/>
                  <a:moveTo>
                    <a:pt x="138" y="42"/>
                  </a:moveTo>
                  <a:cubicBezTo>
                    <a:pt x="138" y="45"/>
                    <a:pt x="138" y="45"/>
                    <a:pt x="138" y="45"/>
                  </a:cubicBezTo>
                  <a:cubicBezTo>
                    <a:pt x="136" y="45"/>
                    <a:pt x="136" y="45"/>
                    <a:pt x="136" y="45"/>
                  </a:cubicBezTo>
                  <a:cubicBezTo>
                    <a:pt x="135" y="42"/>
                    <a:pt x="135" y="42"/>
                    <a:pt x="135" y="42"/>
                  </a:cubicBezTo>
                  <a:lnTo>
                    <a:pt x="138" y="42"/>
                  </a:lnTo>
                  <a:close/>
                  <a:moveTo>
                    <a:pt x="140" y="45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43" y="42"/>
                    <a:pt x="143" y="42"/>
                    <a:pt x="143" y="42"/>
                  </a:cubicBezTo>
                  <a:cubicBezTo>
                    <a:pt x="144" y="45"/>
                    <a:pt x="144" y="45"/>
                    <a:pt x="144" y="45"/>
                  </a:cubicBezTo>
                  <a:lnTo>
                    <a:pt x="140" y="45"/>
                  </a:lnTo>
                  <a:close/>
                  <a:moveTo>
                    <a:pt x="146" y="45"/>
                  </a:moveTo>
                  <a:cubicBezTo>
                    <a:pt x="145" y="42"/>
                    <a:pt x="145" y="42"/>
                    <a:pt x="145" y="42"/>
                  </a:cubicBezTo>
                  <a:cubicBezTo>
                    <a:pt x="149" y="42"/>
                    <a:pt x="149" y="42"/>
                    <a:pt x="149" y="42"/>
                  </a:cubicBezTo>
                  <a:cubicBezTo>
                    <a:pt x="149" y="45"/>
                    <a:pt x="149" y="45"/>
                    <a:pt x="149" y="45"/>
                  </a:cubicBezTo>
                  <a:lnTo>
                    <a:pt x="146" y="45"/>
                  </a:lnTo>
                  <a:close/>
                  <a:moveTo>
                    <a:pt x="151" y="45"/>
                  </a:moveTo>
                  <a:cubicBezTo>
                    <a:pt x="151" y="42"/>
                    <a:pt x="151" y="42"/>
                    <a:pt x="151" y="42"/>
                  </a:cubicBezTo>
                  <a:cubicBezTo>
                    <a:pt x="155" y="42"/>
                    <a:pt x="155" y="42"/>
                    <a:pt x="155" y="42"/>
                  </a:cubicBezTo>
                  <a:cubicBezTo>
                    <a:pt x="155" y="45"/>
                    <a:pt x="155" y="45"/>
                    <a:pt x="155" y="45"/>
                  </a:cubicBezTo>
                  <a:lnTo>
                    <a:pt x="151" y="45"/>
                  </a:lnTo>
                  <a:close/>
                  <a:moveTo>
                    <a:pt x="157" y="45"/>
                  </a:moveTo>
                  <a:cubicBezTo>
                    <a:pt x="157" y="42"/>
                    <a:pt x="157" y="42"/>
                    <a:pt x="157" y="42"/>
                  </a:cubicBezTo>
                  <a:cubicBezTo>
                    <a:pt x="160" y="42"/>
                    <a:pt x="160" y="42"/>
                    <a:pt x="160" y="42"/>
                  </a:cubicBezTo>
                  <a:cubicBezTo>
                    <a:pt x="160" y="45"/>
                    <a:pt x="160" y="45"/>
                    <a:pt x="160" y="45"/>
                  </a:cubicBezTo>
                  <a:lnTo>
                    <a:pt x="157" y="45"/>
                  </a:lnTo>
                  <a:close/>
                  <a:moveTo>
                    <a:pt x="162" y="42"/>
                  </a:moveTo>
                  <a:cubicBezTo>
                    <a:pt x="166" y="42"/>
                    <a:pt x="166" y="42"/>
                    <a:pt x="166" y="42"/>
                  </a:cubicBezTo>
                  <a:cubicBezTo>
                    <a:pt x="166" y="45"/>
                    <a:pt x="166" y="45"/>
                    <a:pt x="166" y="45"/>
                  </a:cubicBezTo>
                  <a:cubicBezTo>
                    <a:pt x="162" y="45"/>
                    <a:pt x="162" y="45"/>
                    <a:pt x="162" y="45"/>
                  </a:cubicBezTo>
                  <a:lnTo>
                    <a:pt x="162" y="42"/>
                  </a:lnTo>
                  <a:close/>
                  <a:moveTo>
                    <a:pt x="168" y="42"/>
                  </a:moveTo>
                  <a:cubicBezTo>
                    <a:pt x="172" y="42"/>
                    <a:pt x="172" y="42"/>
                    <a:pt x="172" y="42"/>
                  </a:cubicBezTo>
                  <a:cubicBezTo>
                    <a:pt x="171" y="45"/>
                    <a:pt x="171" y="45"/>
                    <a:pt x="171" y="45"/>
                  </a:cubicBezTo>
                  <a:cubicBezTo>
                    <a:pt x="168" y="45"/>
                    <a:pt x="168" y="45"/>
                    <a:pt x="168" y="45"/>
                  </a:cubicBezTo>
                  <a:lnTo>
                    <a:pt x="168" y="42"/>
                  </a:lnTo>
                  <a:close/>
                  <a:moveTo>
                    <a:pt x="173" y="42"/>
                  </a:moveTo>
                  <a:cubicBezTo>
                    <a:pt x="177" y="42"/>
                    <a:pt x="177" y="42"/>
                    <a:pt x="177" y="42"/>
                  </a:cubicBezTo>
                  <a:cubicBezTo>
                    <a:pt x="177" y="45"/>
                    <a:pt x="177" y="45"/>
                    <a:pt x="177" y="45"/>
                  </a:cubicBezTo>
                  <a:cubicBezTo>
                    <a:pt x="173" y="45"/>
                    <a:pt x="173" y="45"/>
                    <a:pt x="173" y="45"/>
                  </a:cubicBezTo>
                  <a:lnTo>
                    <a:pt x="173" y="42"/>
                  </a:lnTo>
                  <a:close/>
                  <a:moveTo>
                    <a:pt x="179" y="42"/>
                  </a:moveTo>
                  <a:cubicBezTo>
                    <a:pt x="183" y="42"/>
                    <a:pt x="183" y="42"/>
                    <a:pt x="183" y="42"/>
                  </a:cubicBezTo>
                  <a:cubicBezTo>
                    <a:pt x="183" y="45"/>
                    <a:pt x="183" y="45"/>
                    <a:pt x="183" y="45"/>
                  </a:cubicBezTo>
                  <a:cubicBezTo>
                    <a:pt x="179" y="45"/>
                    <a:pt x="179" y="45"/>
                    <a:pt x="179" y="45"/>
                  </a:cubicBezTo>
                  <a:lnTo>
                    <a:pt x="179" y="42"/>
                  </a:lnTo>
                  <a:close/>
                  <a:moveTo>
                    <a:pt x="190" y="31"/>
                  </a:moveTo>
                  <a:cubicBezTo>
                    <a:pt x="186" y="31"/>
                    <a:pt x="186" y="31"/>
                    <a:pt x="186" y="31"/>
                  </a:cubicBezTo>
                  <a:cubicBezTo>
                    <a:pt x="186" y="29"/>
                    <a:pt x="186" y="29"/>
                    <a:pt x="186" y="29"/>
                  </a:cubicBezTo>
                  <a:cubicBezTo>
                    <a:pt x="190" y="29"/>
                    <a:pt x="190" y="29"/>
                    <a:pt x="190" y="29"/>
                  </a:cubicBezTo>
                  <a:lnTo>
                    <a:pt x="190" y="31"/>
                  </a:lnTo>
                  <a:close/>
                  <a:moveTo>
                    <a:pt x="184" y="31"/>
                  </a:moveTo>
                  <a:cubicBezTo>
                    <a:pt x="180" y="31"/>
                    <a:pt x="180" y="31"/>
                    <a:pt x="180" y="31"/>
                  </a:cubicBezTo>
                  <a:cubicBezTo>
                    <a:pt x="180" y="29"/>
                    <a:pt x="180" y="29"/>
                    <a:pt x="180" y="29"/>
                  </a:cubicBezTo>
                  <a:cubicBezTo>
                    <a:pt x="184" y="29"/>
                    <a:pt x="184" y="29"/>
                    <a:pt x="184" y="29"/>
                  </a:cubicBezTo>
                  <a:lnTo>
                    <a:pt x="184" y="31"/>
                  </a:lnTo>
                  <a:close/>
                  <a:moveTo>
                    <a:pt x="178" y="31"/>
                  </a:moveTo>
                  <a:cubicBezTo>
                    <a:pt x="174" y="31"/>
                    <a:pt x="174" y="31"/>
                    <a:pt x="174" y="31"/>
                  </a:cubicBezTo>
                  <a:cubicBezTo>
                    <a:pt x="174" y="29"/>
                    <a:pt x="174" y="29"/>
                    <a:pt x="174" y="29"/>
                  </a:cubicBezTo>
                  <a:cubicBezTo>
                    <a:pt x="178" y="29"/>
                    <a:pt x="178" y="29"/>
                    <a:pt x="178" y="29"/>
                  </a:cubicBezTo>
                  <a:lnTo>
                    <a:pt x="178" y="31"/>
                  </a:lnTo>
                  <a:close/>
                  <a:moveTo>
                    <a:pt x="172" y="31"/>
                  </a:moveTo>
                  <a:cubicBezTo>
                    <a:pt x="168" y="31"/>
                    <a:pt x="168" y="31"/>
                    <a:pt x="168" y="31"/>
                  </a:cubicBezTo>
                  <a:cubicBezTo>
                    <a:pt x="168" y="29"/>
                    <a:pt x="168" y="29"/>
                    <a:pt x="168" y="29"/>
                  </a:cubicBezTo>
                  <a:cubicBezTo>
                    <a:pt x="172" y="29"/>
                    <a:pt x="172" y="29"/>
                    <a:pt x="172" y="29"/>
                  </a:cubicBezTo>
                  <a:lnTo>
                    <a:pt x="172" y="31"/>
                  </a:lnTo>
                  <a:close/>
                  <a:moveTo>
                    <a:pt x="166" y="31"/>
                  </a:moveTo>
                  <a:cubicBezTo>
                    <a:pt x="162" y="31"/>
                    <a:pt x="162" y="31"/>
                    <a:pt x="162" y="31"/>
                  </a:cubicBezTo>
                  <a:cubicBezTo>
                    <a:pt x="162" y="29"/>
                    <a:pt x="162" y="29"/>
                    <a:pt x="162" y="29"/>
                  </a:cubicBezTo>
                  <a:cubicBezTo>
                    <a:pt x="166" y="29"/>
                    <a:pt x="166" y="29"/>
                    <a:pt x="166" y="29"/>
                  </a:cubicBezTo>
                  <a:lnTo>
                    <a:pt x="166" y="31"/>
                  </a:lnTo>
                  <a:close/>
                  <a:moveTo>
                    <a:pt x="160" y="31"/>
                  </a:moveTo>
                  <a:cubicBezTo>
                    <a:pt x="156" y="31"/>
                    <a:pt x="156" y="31"/>
                    <a:pt x="156" y="31"/>
                  </a:cubicBezTo>
                  <a:cubicBezTo>
                    <a:pt x="156" y="29"/>
                    <a:pt x="156" y="29"/>
                    <a:pt x="156" y="29"/>
                  </a:cubicBezTo>
                  <a:cubicBezTo>
                    <a:pt x="160" y="29"/>
                    <a:pt x="160" y="29"/>
                    <a:pt x="160" y="29"/>
                  </a:cubicBezTo>
                  <a:lnTo>
                    <a:pt x="160" y="31"/>
                  </a:lnTo>
                  <a:close/>
                  <a:moveTo>
                    <a:pt x="154" y="29"/>
                  </a:moveTo>
                  <a:cubicBezTo>
                    <a:pt x="154" y="31"/>
                    <a:pt x="154" y="31"/>
                    <a:pt x="154" y="31"/>
                  </a:cubicBezTo>
                  <a:cubicBezTo>
                    <a:pt x="150" y="31"/>
                    <a:pt x="150" y="31"/>
                    <a:pt x="150" y="31"/>
                  </a:cubicBezTo>
                  <a:cubicBezTo>
                    <a:pt x="150" y="29"/>
                    <a:pt x="150" y="29"/>
                    <a:pt x="150" y="29"/>
                  </a:cubicBezTo>
                  <a:lnTo>
                    <a:pt x="154" y="29"/>
                  </a:lnTo>
                  <a:close/>
                  <a:moveTo>
                    <a:pt x="148" y="29"/>
                  </a:moveTo>
                  <a:cubicBezTo>
                    <a:pt x="148" y="31"/>
                    <a:pt x="148" y="31"/>
                    <a:pt x="148" y="31"/>
                  </a:cubicBezTo>
                  <a:cubicBezTo>
                    <a:pt x="144" y="31"/>
                    <a:pt x="144" y="31"/>
                    <a:pt x="144" y="31"/>
                  </a:cubicBezTo>
                  <a:cubicBezTo>
                    <a:pt x="144" y="29"/>
                    <a:pt x="144" y="29"/>
                    <a:pt x="144" y="29"/>
                  </a:cubicBezTo>
                  <a:lnTo>
                    <a:pt x="148" y="29"/>
                  </a:lnTo>
                  <a:close/>
                  <a:moveTo>
                    <a:pt x="142" y="29"/>
                  </a:moveTo>
                  <a:cubicBezTo>
                    <a:pt x="143" y="31"/>
                    <a:pt x="143" y="31"/>
                    <a:pt x="143" y="31"/>
                  </a:cubicBezTo>
                  <a:cubicBezTo>
                    <a:pt x="138" y="31"/>
                    <a:pt x="138" y="31"/>
                    <a:pt x="138" y="31"/>
                  </a:cubicBezTo>
                  <a:cubicBezTo>
                    <a:pt x="138" y="29"/>
                    <a:pt x="138" y="29"/>
                    <a:pt x="138" y="29"/>
                  </a:cubicBezTo>
                  <a:lnTo>
                    <a:pt x="142" y="29"/>
                  </a:lnTo>
                  <a:close/>
                  <a:moveTo>
                    <a:pt x="136" y="29"/>
                  </a:moveTo>
                  <a:cubicBezTo>
                    <a:pt x="137" y="31"/>
                    <a:pt x="137" y="31"/>
                    <a:pt x="137" y="31"/>
                  </a:cubicBezTo>
                  <a:cubicBezTo>
                    <a:pt x="133" y="31"/>
                    <a:pt x="133" y="31"/>
                    <a:pt x="133" y="31"/>
                  </a:cubicBezTo>
                  <a:cubicBezTo>
                    <a:pt x="132" y="29"/>
                    <a:pt x="132" y="29"/>
                    <a:pt x="132" y="29"/>
                  </a:cubicBezTo>
                  <a:lnTo>
                    <a:pt x="136" y="29"/>
                  </a:lnTo>
                  <a:close/>
                  <a:moveTo>
                    <a:pt x="130" y="21"/>
                  </a:moveTo>
                  <a:cubicBezTo>
                    <a:pt x="130" y="21"/>
                    <a:pt x="130" y="21"/>
                    <a:pt x="130" y="21"/>
                  </a:cubicBezTo>
                  <a:cubicBezTo>
                    <a:pt x="130" y="21"/>
                    <a:pt x="129" y="21"/>
                    <a:pt x="129" y="21"/>
                  </a:cubicBezTo>
                  <a:cubicBezTo>
                    <a:pt x="129" y="21"/>
                    <a:pt x="129" y="22"/>
                    <a:pt x="129" y="22"/>
                  </a:cubicBezTo>
                  <a:cubicBezTo>
                    <a:pt x="132" y="38"/>
                    <a:pt x="132" y="38"/>
                    <a:pt x="132" y="38"/>
                  </a:cubicBezTo>
                  <a:cubicBezTo>
                    <a:pt x="123" y="7"/>
                    <a:pt x="123" y="7"/>
                    <a:pt x="123" y="7"/>
                  </a:cubicBezTo>
                  <a:cubicBezTo>
                    <a:pt x="124" y="8"/>
                    <a:pt x="125" y="8"/>
                    <a:pt x="127" y="8"/>
                  </a:cubicBezTo>
                  <a:lnTo>
                    <a:pt x="130" y="21"/>
                  </a:lnTo>
                  <a:close/>
                  <a:moveTo>
                    <a:pt x="134" y="49"/>
                  </a:moveTo>
                  <a:cubicBezTo>
                    <a:pt x="131" y="51"/>
                    <a:pt x="131" y="51"/>
                    <a:pt x="131" y="51"/>
                  </a:cubicBezTo>
                  <a:cubicBezTo>
                    <a:pt x="118" y="6"/>
                    <a:pt x="118" y="6"/>
                    <a:pt x="118" y="6"/>
                  </a:cubicBezTo>
                  <a:cubicBezTo>
                    <a:pt x="119" y="6"/>
                    <a:pt x="120" y="6"/>
                    <a:pt x="121" y="7"/>
                  </a:cubicBezTo>
                  <a:lnTo>
                    <a:pt x="134" y="49"/>
                  </a:ln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6" y="50"/>
                    <a:pt x="136" y="50"/>
                    <a:pt x="136" y="49"/>
                  </a:cubicBezTo>
                  <a:cubicBezTo>
                    <a:pt x="135" y="47"/>
                    <a:pt x="135" y="47"/>
                    <a:pt x="135" y="47"/>
                  </a:cubicBezTo>
                  <a:cubicBezTo>
                    <a:pt x="187" y="47"/>
                    <a:pt x="187" y="47"/>
                    <a:pt x="187" y="47"/>
                  </a:cubicBezTo>
                  <a:cubicBezTo>
                    <a:pt x="192" y="53"/>
                    <a:pt x="192" y="53"/>
                    <a:pt x="192" y="53"/>
                  </a:cubicBezTo>
                  <a:cubicBezTo>
                    <a:pt x="131" y="53"/>
                    <a:pt x="131" y="53"/>
                    <a:pt x="131" y="53"/>
                  </a:cubicBezTo>
                  <a:lnTo>
                    <a:pt x="135" y="50"/>
                  </a:lnTo>
                  <a:close/>
                  <a:moveTo>
                    <a:pt x="198" y="56"/>
                  </a:moveTo>
                  <a:cubicBezTo>
                    <a:pt x="198" y="11"/>
                    <a:pt x="198" y="11"/>
                    <a:pt x="198" y="11"/>
                  </a:cubicBezTo>
                  <a:cubicBezTo>
                    <a:pt x="199" y="10"/>
                    <a:pt x="200" y="10"/>
                    <a:pt x="201" y="10"/>
                  </a:cubicBezTo>
                  <a:cubicBezTo>
                    <a:pt x="201" y="60"/>
                    <a:pt x="201" y="60"/>
                    <a:pt x="201" y="60"/>
                  </a:cubicBezTo>
                  <a:lnTo>
                    <a:pt x="198" y="56"/>
                  </a:lnTo>
                  <a:close/>
                  <a:moveTo>
                    <a:pt x="203" y="9"/>
                  </a:moveTo>
                  <a:cubicBezTo>
                    <a:pt x="204" y="9"/>
                    <a:pt x="205" y="8"/>
                    <a:pt x="206" y="8"/>
                  </a:cubicBezTo>
                  <a:cubicBezTo>
                    <a:pt x="206" y="62"/>
                    <a:pt x="206" y="62"/>
                    <a:pt x="206" y="62"/>
                  </a:cubicBezTo>
                  <a:cubicBezTo>
                    <a:pt x="203" y="62"/>
                    <a:pt x="203" y="62"/>
                    <a:pt x="203" y="62"/>
                  </a:cubicBezTo>
                  <a:lnTo>
                    <a:pt x="203" y="9"/>
                  </a:lnTo>
                  <a:close/>
                  <a:moveTo>
                    <a:pt x="207" y="7"/>
                  </a:moveTo>
                  <a:cubicBezTo>
                    <a:pt x="208" y="7"/>
                    <a:pt x="209" y="7"/>
                    <a:pt x="210" y="7"/>
                  </a:cubicBezTo>
                  <a:cubicBezTo>
                    <a:pt x="210" y="62"/>
                    <a:pt x="210" y="62"/>
                    <a:pt x="210" y="62"/>
                  </a:cubicBezTo>
                  <a:cubicBezTo>
                    <a:pt x="207" y="62"/>
                    <a:pt x="207" y="62"/>
                    <a:pt x="207" y="62"/>
                  </a:cubicBezTo>
                  <a:lnTo>
                    <a:pt x="207" y="7"/>
                  </a:lnTo>
                  <a:close/>
                  <a:moveTo>
                    <a:pt x="212" y="6"/>
                  </a:moveTo>
                  <a:cubicBezTo>
                    <a:pt x="213" y="6"/>
                    <a:pt x="214" y="6"/>
                    <a:pt x="215" y="6"/>
                  </a:cubicBezTo>
                  <a:cubicBezTo>
                    <a:pt x="215" y="62"/>
                    <a:pt x="215" y="62"/>
                    <a:pt x="215" y="62"/>
                  </a:cubicBezTo>
                  <a:cubicBezTo>
                    <a:pt x="212" y="62"/>
                    <a:pt x="212" y="62"/>
                    <a:pt x="212" y="62"/>
                  </a:cubicBezTo>
                  <a:lnTo>
                    <a:pt x="212" y="6"/>
                  </a:lnTo>
                  <a:close/>
                  <a:moveTo>
                    <a:pt x="217" y="5"/>
                  </a:moveTo>
                  <a:cubicBezTo>
                    <a:pt x="218" y="5"/>
                    <a:pt x="219" y="5"/>
                    <a:pt x="220" y="4"/>
                  </a:cubicBezTo>
                  <a:cubicBezTo>
                    <a:pt x="220" y="62"/>
                    <a:pt x="220" y="62"/>
                    <a:pt x="220" y="62"/>
                  </a:cubicBezTo>
                  <a:cubicBezTo>
                    <a:pt x="217" y="62"/>
                    <a:pt x="217" y="62"/>
                    <a:pt x="217" y="62"/>
                  </a:cubicBezTo>
                  <a:lnTo>
                    <a:pt x="217" y="5"/>
                  </a:lnTo>
                  <a:close/>
                  <a:moveTo>
                    <a:pt x="222" y="4"/>
                  </a:moveTo>
                  <a:cubicBezTo>
                    <a:pt x="223" y="4"/>
                    <a:pt x="224" y="4"/>
                    <a:pt x="225" y="4"/>
                  </a:cubicBezTo>
                  <a:cubicBezTo>
                    <a:pt x="225" y="62"/>
                    <a:pt x="225" y="62"/>
                    <a:pt x="225" y="62"/>
                  </a:cubicBezTo>
                  <a:cubicBezTo>
                    <a:pt x="222" y="62"/>
                    <a:pt x="222" y="62"/>
                    <a:pt x="222" y="62"/>
                  </a:cubicBezTo>
                  <a:lnTo>
                    <a:pt x="222" y="4"/>
                  </a:lnTo>
                  <a:close/>
                  <a:moveTo>
                    <a:pt x="227" y="3"/>
                  </a:moveTo>
                  <a:cubicBezTo>
                    <a:pt x="228" y="3"/>
                    <a:pt x="229" y="3"/>
                    <a:pt x="230" y="3"/>
                  </a:cubicBezTo>
                  <a:cubicBezTo>
                    <a:pt x="230" y="62"/>
                    <a:pt x="230" y="62"/>
                    <a:pt x="230" y="62"/>
                  </a:cubicBezTo>
                  <a:cubicBezTo>
                    <a:pt x="227" y="62"/>
                    <a:pt x="227" y="62"/>
                    <a:pt x="227" y="62"/>
                  </a:cubicBezTo>
                  <a:lnTo>
                    <a:pt x="227" y="3"/>
                  </a:lnTo>
                  <a:close/>
                  <a:moveTo>
                    <a:pt x="232" y="3"/>
                  </a:moveTo>
                  <a:cubicBezTo>
                    <a:pt x="233" y="2"/>
                    <a:pt x="234" y="2"/>
                    <a:pt x="235" y="2"/>
                  </a:cubicBezTo>
                  <a:cubicBezTo>
                    <a:pt x="235" y="62"/>
                    <a:pt x="235" y="62"/>
                    <a:pt x="235" y="62"/>
                  </a:cubicBezTo>
                  <a:cubicBezTo>
                    <a:pt x="232" y="62"/>
                    <a:pt x="232" y="62"/>
                    <a:pt x="232" y="62"/>
                  </a:cubicBezTo>
                  <a:lnTo>
                    <a:pt x="232" y="3"/>
                  </a:lnTo>
                  <a:close/>
                  <a:moveTo>
                    <a:pt x="236" y="2"/>
                  </a:moveTo>
                  <a:cubicBezTo>
                    <a:pt x="238" y="2"/>
                    <a:pt x="239" y="2"/>
                    <a:pt x="239" y="2"/>
                  </a:cubicBezTo>
                  <a:cubicBezTo>
                    <a:pt x="239" y="62"/>
                    <a:pt x="239" y="62"/>
                    <a:pt x="239" y="62"/>
                  </a:cubicBezTo>
                  <a:cubicBezTo>
                    <a:pt x="236" y="62"/>
                    <a:pt x="236" y="62"/>
                    <a:pt x="236" y="62"/>
                  </a:cubicBezTo>
                  <a:lnTo>
                    <a:pt x="236" y="2"/>
                  </a:lnTo>
                  <a:close/>
                  <a:moveTo>
                    <a:pt x="241" y="2"/>
                  </a:moveTo>
                  <a:cubicBezTo>
                    <a:pt x="244" y="2"/>
                    <a:pt x="244" y="2"/>
                    <a:pt x="244" y="2"/>
                  </a:cubicBezTo>
                  <a:cubicBezTo>
                    <a:pt x="244" y="62"/>
                    <a:pt x="244" y="62"/>
                    <a:pt x="244" y="62"/>
                  </a:cubicBezTo>
                  <a:cubicBezTo>
                    <a:pt x="241" y="62"/>
                    <a:pt x="241" y="62"/>
                    <a:pt x="241" y="62"/>
                  </a:cubicBezTo>
                  <a:lnTo>
                    <a:pt x="241" y="2"/>
                  </a:lnTo>
                  <a:close/>
                  <a:moveTo>
                    <a:pt x="246" y="2"/>
                  </a:moveTo>
                  <a:cubicBezTo>
                    <a:pt x="249" y="2"/>
                    <a:pt x="249" y="2"/>
                    <a:pt x="249" y="2"/>
                  </a:cubicBezTo>
                  <a:cubicBezTo>
                    <a:pt x="249" y="62"/>
                    <a:pt x="249" y="62"/>
                    <a:pt x="249" y="62"/>
                  </a:cubicBezTo>
                  <a:cubicBezTo>
                    <a:pt x="246" y="62"/>
                    <a:pt x="246" y="62"/>
                    <a:pt x="246" y="62"/>
                  </a:cubicBezTo>
                  <a:lnTo>
                    <a:pt x="246" y="2"/>
                  </a:lnTo>
                  <a:close/>
                  <a:moveTo>
                    <a:pt x="251" y="2"/>
                  </a:moveTo>
                  <a:cubicBezTo>
                    <a:pt x="254" y="2"/>
                    <a:pt x="254" y="2"/>
                    <a:pt x="254" y="2"/>
                  </a:cubicBezTo>
                  <a:cubicBezTo>
                    <a:pt x="254" y="62"/>
                    <a:pt x="254" y="62"/>
                    <a:pt x="254" y="62"/>
                  </a:cubicBezTo>
                  <a:cubicBezTo>
                    <a:pt x="251" y="62"/>
                    <a:pt x="251" y="62"/>
                    <a:pt x="251" y="62"/>
                  </a:cubicBezTo>
                  <a:lnTo>
                    <a:pt x="251" y="2"/>
                  </a:lnTo>
                  <a:close/>
                  <a:moveTo>
                    <a:pt x="256" y="2"/>
                  </a:moveTo>
                  <a:cubicBezTo>
                    <a:pt x="259" y="2"/>
                    <a:pt x="259" y="2"/>
                    <a:pt x="259" y="2"/>
                  </a:cubicBezTo>
                  <a:cubicBezTo>
                    <a:pt x="259" y="62"/>
                    <a:pt x="259" y="62"/>
                    <a:pt x="259" y="62"/>
                  </a:cubicBezTo>
                  <a:cubicBezTo>
                    <a:pt x="256" y="62"/>
                    <a:pt x="256" y="62"/>
                    <a:pt x="256" y="62"/>
                  </a:cubicBezTo>
                  <a:lnTo>
                    <a:pt x="256" y="2"/>
                  </a:lnTo>
                  <a:close/>
                  <a:moveTo>
                    <a:pt x="260" y="2"/>
                  </a:moveTo>
                  <a:cubicBezTo>
                    <a:pt x="263" y="2"/>
                    <a:pt x="263" y="2"/>
                    <a:pt x="263" y="2"/>
                  </a:cubicBezTo>
                  <a:cubicBezTo>
                    <a:pt x="263" y="62"/>
                    <a:pt x="263" y="62"/>
                    <a:pt x="263" y="62"/>
                  </a:cubicBezTo>
                  <a:cubicBezTo>
                    <a:pt x="260" y="62"/>
                    <a:pt x="260" y="62"/>
                    <a:pt x="260" y="62"/>
                  </a:cubicBezTo>
                  <a:lnTo>
                    <a:pt x="260" y="2"/>
                  </a:lnTo>
                  <a:close/>
                  <a:moveTo>
                    <a:pt x="265" y="2"/>
                  </a:moveTo>
                  <a:cubicBezTo>
                    <a:pt x="268" y="2"/>
                    <a:pt x="268" y="2"/>
                    <a:pt x="268" y="2"/>
                  </a:cubicBezTo>
                  <a:cubicBezTo>
                    <a:pt x="268" y="62"/>
                    <a:pt x="268" y="62"/>
                    <a:pt x="268" y="62"/>
                  </a:cubicBezTo>
                  <a:cubicBezTo>
                    <a:pt x="265" y="62"/>
                    <a:pt x="265" y="62"/>
                    <a:pt x="265" y="62"/>
                  </a:cubicBezTo>
                  <a:lnTo>
                    <a:pt x="265" y="2"/>
                  </a:lnTo>
                  <a:close/>
                  <a:moveTo>
                    <a:pt x="270" y="2"/>
                  </a:moveTo>
                  <a:cubicBezTo>
                    <a:pt x="273" y="2"/>
                    <a:pt x="273" y="2"/>
                    <a:pt x="273" y="2"/>
                  </a:cubicBezTo>
                  <a:cubicBezTo>
                    <a:pt x="273" y="62"/>
                    <a:pt x="273" y="62"/>
                    <a:pt x="273" y="62"/>
                  </a:cubicBezTo>
                  <a:cubicBezTo>
                    <a:pt x="270" y="62"/>
                    <a:pt x="270" y="62"/>
                    <a:pt x="270" y="62"/>
                  </a:cubicBezTo>
                  <a:lnTo>
                    <a:pt x="270" y="2"/>
                  </a:lnTo>
                  <a:close/>
                  <a:moveTo>
                    <a:pt x="275" y="2"/>
                  </a:moveTo>
                  <a:cubicBezTo>
                    <a:pt x="278" y="2"/>
                    <a:pt x="278" y="2"/>
                    <a:pt x="278" y="2"/>
                  </a:cubicBezTo>
                  <a:cubicBezTo>
                    <a:pt x="278" y="62"/>
                    <a:pt x="278" y="62"/>
                    <a:pt x="278" y="62"/>
                  </a:cubicBezTo>
                  <a:cubicBezTo>
                    <a:pt x="275" y="62"/>
                    <a:pt x="275" y="62"/>
                    <a:pt x="275" y="62"/>
                  </a:cubicBezTo>
                  <a:lnTo>
                    <a:pt x="275" y="2"/>
                  </a:lnTo>
                  <a:close/>
                  <a:moveTo>
                    <a:pt x="280" y="2"/>
                  </a:moveTo>
                  <a:cubicBezTo>
                    <a:pt x="283" y="2"/>
                    <a:pt x="283" y="2"/>
                    <a:pt x="283" y="2"/>
                  </a:cubicBezTo>
                  <a:cubicBezTo>
                    <a:pt x="283" y="62"/>
                    <a:pt x="283" y="62"/>
                    <a:pt x="283" y="62"/>
                  </a:cubicBezTo>
                  <a:cubicBezTo>
                    <a:pt x="280" y="62"/>
                    <a:pt x="280" y="62"/>
                    <a:pt x="280" y="62"/>
                  </a:cubicBezTo>
                  <a:lnTo>
                    <a:pt x="280" y="2"/>
                  </a:lnTo>
                  <a:close/>
                  <a:moveTo>
                    <a:pt x="285" y="2"/>
                  </a:moveTo>
                  <a:cubicBezTo>
                    <a:pt x="288" y="2"/>
                    <a:pt x="288" y="2"/>
                    <a:pt x="288" y="2"/>
                  </a:cubicBezTo>
                  <a:cubicBezTo>
                    <a:pt x="288" y="62"/>
                    <a:pt x="288" y="62"/>
                    <a:pt x="288" y="62"/>
                  </a:cubicBezTo>
                  <a:cubicBezTo>
                    <a:pt x="285" y="62"/>
                    <a:pt x="285" y="62"/>
                    <a:pt x="285" y="62"/>
                  </a:cubicBezTo>
                  <a:lnTo>
                    <a:pt x="285" y="2"/>
                  </a:lnTo>
                  <a:close/>
                  <a:moveTo>
                    <a:pt x="289" y="2"/>
                  </a:moveTo>
                  <a:cubicBezTo>
                    <a:pt x="292" y="2"/>
                    <a:pt x="292" y="2"/>
                    <a:pt x="292" y="2"/>
                  </a:cubicBezTo>
                  <a:cubicBezTo>
                    <a:pt x="292" y="62"/>
                    <a:pt x="292" y="62"/>
                    <a:pt x="292" y="62"/>
                  </a:cubicBezTo>
                  <a:cubicBezTo>
                    <a:pt x="289" y="62"/>
                    <a:pt x="289" y="62"/>
                    <a:pt x="289" y="62"/>
                  </a:cubicBezTo>
                  <a:lnTo>
                    <a:pt x="289" y="2"/>
                  </a:lnTo>
                  <a:close/>
                  <a:moveTo>
                    <a:pt x="294" y="2"/>
                  </a:moveTo>
                  <a:cubicBezTo>
                    <a:pt x="297" y="2"/>
                    <a:pt x="297" y="2"/>
                    <a:pt x="297" y="2"/>
                  </a:cubicBezTo>
                  <a:cubicBezTo>
                    <a:pt x="297" y="62"/>
                    <a:pt x="297" y="62"/>
                    <a:pt x="297" y="62"/>
                  </a:cubicBezTo>
                  <a:cubicBezTo>
                    <a:pt x="294" y="62"/>
                    <a:pt x="294" y="62"/>
                    <a:pt x="294" y="62"/>
                  </a:cubicBezTo>
                  <a:lnTo>
                    <a:pt x="294" y="2"/>
                  </a:lnTo>
                  <a:close/>
                  <a:moveTo>
                    <a:pt x="299" y="2"/>
                  </a:moveTo>
                  <a:cubicBezTo>
                    <a:pt x="302" y="2"/>
                    <a:pt x="302" y="2"/>
                    <a:pt x="302" y="2"/>
                  </a:cubicBezTo>
                  <a:cubicBezTo>
                    <a:pt x="302" y="62"/>
                    <a:pt x="302" y="62"/>
                    <a:pt x="302" y="62"/>
                  </a:cubicBezTo>
                  <a:cubicBezTo>
                    <a:pt x="299" y="62"/>
                    <a:pt x="299" y="62"/>
                    <a:pt x="299" y="62"/>
                  </a:cubicBezTo>
                  <a:lnTo>
                    <a:pt x="299" y="2"/>
                  </a:lnTo>
                  <a:close/>
                  <a:moveTo>
                    <a:pt x="304" y="2"/>
                  </a:moveTo>
                  <a:cubicBezTo>
                    <a:pt x="307" y="2"/>
                    <a:pt x="307" y="2"/>
                    <a:pt x="307" y="2"/>
                  </a:cubicBezTo>
                  <a:cubicBezTo>
                    <a:pt x="307" y="62"/>
                    <a:pt x="307" y="62"/>
                    <a:pt x="307" y="62"/>
                  </a:cubicBezTo>
                  <a:cubicBezTo>
                    <a:pt x="304" y="62"/>
                    <a:pt x="304" y="62"/>
                    <a:pt x="304" y="62"/>
                  </a:cubicBezTo>
                  <a:lnTo>
                    <a:pt x="304" y="2"/>
                  </a:lnTo>
                  <a:close/>
                  <a:moveTo>
                    <a:pt x="309" y="2"/>
                  </a:moveTo>
                  <a:cubicBezTo>
                    <a:pt x="312" y="2"/>
                    <a:pt x="312" y="2"/>
                    <a:pt x="312" y="2"/>
                  </a:cubicBezTo>
                  <a:cubicBezTo>
                    <a:pt x="312" y="62"/>
                    <a:pt x="312" y="62"/>
                    <a:pt x="312" y="62"/>
                  </a:cubicBezTo>
                  <a:cubicBezTo>
                    <a:pt x="309" y="62"/>
                    <a:pt x="309" y="62"/>
                    <a:pt x="309" y="62"/>
                  </a:cubicBezTo>
                  <a:lnTo>
                    <a:pt x="309" y="2"/>
                  </a:lnTo>
                  <a:close/>
                  <a:moveTo>
                    <a:pt x="313" y="2"/>
                  </a:moveTo>
                  <a:cubicBezTo>
                    <a:pt x="316" y="2"/>
                    <a:pt x="316" y="2"/>
                    <a:pt x="316" y="2"/>
                  </a:cubicBezTo>
                  <a:cubicBezTo>
                    <a:pt x="316" y="62"/>
                    <a:pt x="316" y="62"/>
                    <a:pt x="316" y="62"/>
                  </a:cubicBezTo>
                  <a:cubicBezTo>
                    <a:pt x="313" y="62"/>
                    <a:pt x="313" y="62"/>
                    <a:pt x="313" y="62"/>
                  </a:cubicBezTo>
                  <a:lnTo>
                    <a:pt x="313" y="2"/>
                  </a:lnTo>
                  <a:close/>
                  <a:moveTo>
                    <a:pt x="318" y="2"/>
                  </a:moveTo>
                  <a:cubicBezTo>
                    <a:pt x="321" y="2"/>
                    <a:pt x="321" y="2"/>
                    <a:pt x="321" y="2"/>
                  </a:cubicBezTo>
                  <a:cubicBezTo>
                    <a:pt x="321" y="62"/>
                    <a:pt x="321" y="62"/>
                    <a:pt x="321" y="62"/>
                  </a:cubicBezTo>
                  <a:cubicBezTo>
                    <a:pt x="318" y="62"/>
                    <a:pt x="318" y="62"/>
                    <a:pt x="318" y="62"/>
                  </a:cubicBezTo>
                  <a:lnTo>
                    <a:pt x="318" y="2"/>
                  </a:lnTo>
                  <a:close/>
                  <a:moveTo>
                    <a:pt x="182" y="18"/>
                  </a:moveTo>
                  <a:cubicBezTo>
                    <a:pt x="182" y="19"/>
                    <a:pt x="182" y="19"/>
                    <a:pt x="182" y="19"/>
                  </a:cubicBezTo>
                  <a:cubicBezTo>
                    <a:pt x="181" y="19"/>
                    <a:pt x="180" y="19"/>
                    <a:pt x="179" y="19"/>
                  </a:cubicBezTo>
                  <a:cubicBezTo>
                    <a:pt x="180" y="19"/>
                    <a:pt x="181" y="18"/>
                    <a:pt x="182" y="18"/>
                  </a:cubicBezTo>
                  <a:close/>
                  <a:moveTo>
                    <a:pt x="192" y="22"/>
                  </a:moveTo>
                  <a:cubicBezTo>
                    <a:pt x="191" y="27"/>
                    <a:pt x="191" y="27"/>
                    <a:pt x="191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1" y="23"/>
                    <a:pt x="131" y="23"/>
                    <a:pt x="131" y="23"/>
                  </a:cubicBezTo>
                  <a:cubicBezTo>
                    <a:pt x="137" y="22"/>
                    <a:pt x="166" y="18"/>
                    <a:pt x="192" y="22"/>
                  </a:cubicBezTo>
                  <a:close/>
                  <a:moveTo>
                    <a:pt x="151" y="19"/>
                  </a:moveTo>
                  <a:cubicBezTo>
                    <a:pt x="151" y="18"/>
                    <a:pt x="151" y="18"/>
                    <a:pt x="151" y="18"/>
                  </a:cubicBezTo>
                  <a:cubicBezTo>
                    <a:pt x="152" y="19"/>
                    <a:pt x="152" y="19"/>
                    <a:pt x="152" y="19"/>
                  </a:cubicBezTo>
                  <a:cubicBezTo>
                    <a:pt x="152" y="19"/>
                    <a:pt x="152" y="19"/>
                    <a:pt x="151" y="19"/>
                  </a:cubicBezTo>
                  <a:close/>
                  <a:moveTo>
                    <a:pt x="95" y="2"/>
                  </a:moveTo>
                  <a:cubicBezTo>
                    <a:pt x="113" y="62"/>
                    <a:pt x="113" y="62"/>
                    <a:pt x="113" y="62"/>
                  </a:cubicBezTo>
                  <a:cubicBezTo>
                    <a:pt x="110" y="62"/>
                    <a:pt x="110" y="62"/>
                    <a:pt x="110" y="62"/>
                  </a:cubicBezTo>
                  <a:cubicBezTo>
                    <a:pt x="92" y="2"/>
                    <a:pt x="92" y="2"/>
                    <a:pt x="92" y="2"/>
                  </a:cubicBezTo>
                  <a:cubicBezTo>
                    <a:pt x="93" y="2"/>
                    <a:pt x="94" y="2"/>
                    <a:pt x="95" y="2"/>
                  </a:cubicBezTo>
                  <a:close/>
                  <a:moveTo>
                    <a:pt x="2" y="2"/>
                  </a:moveTo>
                  <a:cubicBezTo>
                    <a:pt x="90" y="2"/>
                    <a:pt x="90" y="2"/>
                    <a:pt x="90" y="2"/>
                  </a:cubicBezTo>
                  <a:cubicBezTo>
                    <a:pt x="108" y="62"/>
                    <a:pt x="108" y="62"/>
                    <a:pt x="108" y="62"/>
                  </a:cubicBezTo>
                  <a:cubicBezTo>
                    <a:pt x="2" y="62"/>
                    <a:pt x="2" y="62"/>
                    <a:pt x="2" y="62"/>
                  </a:cubicBezTo>
                  <a:lnTo>
                    <a:pt x="2" y="2"/>
                  </a:lnTo>
                  <a:close/>
                  <a:moveTo>
                    <a:pt x="115" y="62"/>
                  </a:moveTo>
                  <a:cubicBezTo>
                    <a:pt x="97" y="2"/>
                    <a:pt x="97" y="2"/>
                    <a:pt x="97" y="2"/>
                  </a:cubicBezTo>
                  <a:cubicBezTo>
                    <a:pt x="98" y="2"/>
                    <a:pt x="99" y="3"/>
                    <a:pt x="100" y="3"/>
                  </a:cubicBezTo>
                  <a:cubicBezTo>
                    <a:pt x="100" y="3"/>
                    <a:pt x="100" y="3"/>
                    <a:pt x="100" y="3"/>
                  </a:cubicBezTo>
                  <a:cubicBezTo>
                    <a:pt x="118" y="62"/>
                    <a:pt x="118" y="62"/>
                    <a:pt x="118" y="62"/>
                  </a:cubicBezTo>
                  <a:cubicBezTo>
                    <a:pt x="118" y="62"/>
                    <a:pt x="118" y="62"/>
                    <a:pt x="118" y="62"/>
                  </a:cubicBezTo>
                  <a:lnTo>
                    <a:pt x="115" y="62"/>
                  </a:lnTo>
                  <a:close/>
                  <a:moveTo>
                    <a:pt x="129" y="55"/>
                  </a:moveTo>
                  <a:cubicBezTo>
                    <a:pt x="129" y="55"/>
                    <a:pt x="129" y="55"/>
                    <a:pt x="129" y="55"/>
                  </a:cubicBezTo>
                  <a:cubicBezTo>
                    <a:pt x="193" y="55"/>
                    <a:pt x="193" y="55"/>
                    <a:pt x="193" y="55"/>
                  </a:cubicBezTo>
                  <a:cubicBezTo>
                    <a:pt x="194" y="55"/>
                    <a:pt x="194" y="55"/>
                    <a:pt x="194" y="55"/>
                  </a:cubicBezTo>
                  <a:cubicBezTo>
                    <a:pt x="196" y="57"/>
                    <a:pt x="196" y="57"/>
                    <a:pt x="196" y="57"/>
                  </a:cubicBezTo>
                  <a:cubicBezTo>
                    <a:pt x="196" y="57"/>
                    <a:pt x="196" y="58"/>
                    <a:pt x="196" y="58"/>
                  </a:cubicBezTo>
                  <a:cubicBezTo>
                    <a:pt x="126" y="58"/>
                    <a:pt x="126" y="58"/>
                    <a:pt x="126" y="58"/>
                  </a:cubicBezTo>
                  <a:lnTo>
                    <a:pt x="129" y="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Freeform 221"/>
            <p:cNvSpPr>
              <a:spLocks noEditPoints="1"/>
            </p:cNvSpPr>
            <p:nvPr userDrawn="1"/>
          </p:nvSpPr>
          <p:spPr bwMode="auto">
            <a:xfrm>
              <a:off x="-6350" y="4583113"/>
              <a:ext cx="2128838" cy="265113"/>
            </a:xfrm>
            <a:custGeom>
              <a:avLst/>
              <a:gdLst>
                <a:gd name="T0" fmla="*/ 1332 w 1341"/>
                <a:gd name="T1" fmla="*/ 163 h 167"/>
                <a:gd name="T2" fmla="*/ 1332 w 1341"/>
                <a:gd name="T3" fmla="*/ 163 h 167"/>
                <a:gd name="T4" fmla="*/ 1336 w 1341"/>
                <a:gd name="T5" fmla="*/ 163 h 167"/>
                <a:gd name="T6" fmla="*/ 1328 w 1341"/>
                <a:gd name="T7" fmla="*/ 61 h 167"/>
                <a:gd name="T8" fmla="*/ 1101 w 1341"/>
                <a:gd name="T9" fmla="*/ 0 h 167"/>
                <a:gd name="T10" fmla="*/ 940 w 1341"/>
                <a:gd name="T11" fmla="*/ 61 h 167"/>
                <a:gd name="T12" fmla="*/ 853 w 1341"/>
                <a:gd name="T13" fmla="*/ 0 h 167"/>
                <a:gd name="T14" fmla="*/ 692 w 1341"/>
                <a:gd name="T15" fmla="*/ 61 h 167"/>
                <a:gd name="T16" fmla="*/ 600 w 1341"/>
                <a:gd name="T17" fmla="*/ 4 h 167"/>
                <a:gd name="T18" fmla="*/ 439 w 1341"/>
                <a:gd name="T19" fmla="*/ 61 h 167"/>
                <a:gd name="T20" fmla="*/ 352 w 1341"/>
                <a:gd name="T21" fmla="*/ 4 h 167"/>
                <a:gd name="T22" fmla="*/ 191 w 1341"/>
                <a:gd name="T23" fmla="*/ 61 h 167"/>
                <a:gd name="T24" fmla="*/ 0 w 1341"/>
                <a:gd name="T25" fmla="*/ 167 h 167"/>
                <a:gd name="T26" fmla="*/ 605 w 1341"/>
                <a:gd name="T27" fmla="*/ 150 h 167"/>
                <a:gd name="T28" fmla="*/ 1319 w 1341"/>
                <a:gd name="T29" fmla="*/ 70 h 167"/>
                <a:gd name="T30" fmla="*/ 1101 w 1341"/>
                <a:gd name="T31" fmla="*/ 158 h 167"/>
                <a:gd name="T32" fmla="*/ 1319 w 1341"/>
                <a:gd name="T33" fmla="*/ 70 h 167"/>
                <a:gd name="T34" fmla="*/ 1092 w 1341"/>
                <a:gd name="T35" fmla="*/ 8 h 167"/>
                <a:gd name="T36" fmla="*/ 949 w 1341"/>
                <a:gd name="T37" fmla="*/ 154 h 167"/>
                <a:gd name="T38" fmla="*/ 940 w 1341"/>
                <a:gd name="T39" fmla="*/ 70 h 167"/>
                <a:gd name="T40" fmla="*/ 853 w 1341"/>
                <a:gd name="T41" fmla="*/ 158 h 167"/>
                <a:gd name="T42" fmla="*/ 940 w 1341"/>
                <a:gd name="T43" fmla="*/ 70 h 167"/>
                <a:gd name="T44" fmla="*/ 844 w 1341"/>
                <a:gd name="T45" fmla="*/ 8 h 167"/>
                <a:gd name="T46" fmla="*/ 696 w 1341"/>
                <a:gd name="T47" fmla="*/ 154 h 167"/>
                <a:gd name="T48" fmla="*/ 692 w 1341"/>
                <a:gd name="T49" fmla="*/ 70 h 167"/>
                <a:gd name="T50" fmla="*/ 600 w 1341"/>
                <a:gd name="T51" fmla="*/ 158 h 167"/>
                <a:gd name="T52" fmla="*/ 692 w 1341"/>
                <a:gd name="T53" fmla="*/ 70 h 167"/>
                <a:gd name="T54" fmla="*/ 592 w 1341"/>
                <a:gd name="T55" fmla="*/ 13 h 167"/>
                <a:gd name="T56" fmla="*/ 587 w 1341"/>
                <a:gd name="T57" fmla="*/ 158 h 167"/>
                <a:gd name="T58" fmla="*/ 448 w 1341"/>
                <a:gd name="T59" fmla="*/ 13 h 167"/>
                <a:gd name="T60" fmla="*/ 439 w 1341"/>
                <a:gd name="T61" fmla="*/ 158 h 167"/>
                <a:gd name="T62" fmla="*/ 352 w 1341"/>
                <a:gd name="T63" fmla="*/ 70 h 167"/>
                <a:gd name="T64" fmla="*/ 196 w 1341"/>
                <a:gd name="T65" fmla="*/ 13 h 167"/>
                <a:gd name="T66" fmla="*/ 344 w 1341"/>
                <a:gd name="T67" fmla="*/ 158 h 167"/>
                <a:gd name="T68" fmla="*/ 196 w 1341"/>
                <a:gd name="T69" fmla="*/ 13 h 167"/>
                <a:gd name="T70" fmla="*/ 191 w 1341"/>
                <a:gd name="T71" fmla="*/ 70 h 167"/>
                <a:gd name="T72" fmla="*/ 8 w 1341"/>
                <a:gd name="T73" fmla="*/ 158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341" h="167">
                  <a:moveTo>
                    <a:pt x="600" y="167"/>
                  </a:moveTo>
                  <a:lnTo>
                    <a:pt x="1332" y="163"/>
                  </a:lnTo>
                  <a:lnTo>
                    <a:pt x="1332" y="163"/>
                  </a:lnTo>
                  <a:lnTo>
                    <a:pt x="1332" y="163"/>
                  </a:lnTo>
                  <a:lnTo>
                    <a:pt x="1336" y="163"/>
                  </a:lnTo>
                  <a:lnTo>
                    <a:pt x="1336" y="163"/>
                  </a:lnTo>
                  <a:lnTo>
                    <a:pt x="1341" y="163"/>
                  </a:lnTo>
                  <a:lnTo>
                    <a:pt x="1328" y="61"/>
                  </a:lnTo>
                  <a:lnTo>
                    <a:pt x="1101" y="61"/>
                  </a:lnTo>
                  <a:lnTo>
                    <a:pt x="1101" y="0"/>
                  </a:lnTo>
                  <a:lnTo>
                    <a:pt x="940" y="0"/>
                  </a:lnTo>
                  <a:lnTo>
                    <a:pt x="940" y="61"/>
                  </a:lnTo>
                  <a:lnTo>
                    <a:pt x="853" y="61"/>
                  </a:lnTo>
                  <a:lnTo>
                    <a:pt x="853" y="0"/>
                  </a:lnTo>
                  <a:lnTo>
                    <a:pt x="692" y="0"/>
                  </a:lnTo>
                  <a:lnTo>
                    <a:pt x="692" y="61"/>
                  </a:lnTo>
                  <a:lnTo>
                    <a:pt x="600" y="61"/>
                  </a:lnTo>
                  <a:lnTo>
                    <a:pt x="600" y="4"/>
                  </a:lnTo>
                  <a:lnTo>
                    <a:pt x="439" y="4"/>
                  </a:lnTo>
                  <a:lnTo>
                    <a:pt x="439" y="61"/>
                  </a:lnTo>
                  <a:lnTo>
                    <a:pt x="352" y="61"/>
                  </a:lnTo>
                  <a:lnTo>
                    <a:pt x="352" y="4"/>
                  </a:lnTo>
                  <a:lnTo>
                    <a:pt x="191" y="4"/>
                  </a:lnTo>
                  <a:lnTo>
                    <a:pt x="191" y="61"/>
                  </a:lnTo>
                  <a:lnTo>
                    <a:pt x="26" y="61"/>
                  </a:lnTo>
                  <a:lnTo>
                    <a:pt x="0" y="167"/>
                  </a:lnTo>
                  <a:lnTo>
                    <a:pt x="587" y="167"/>
                  </a:lnTo>
                  <a:lnTo>
                    <a:pt x="605" y="150"/>
                  </a:lnTo>
                  <a:lnTo>
                    <a:pt x="600" y="167"/>
                  </a:lnTo>
                  <a:close/>
                  <a:moveTo>
                    <a:pt x="1319" y="70"/>
                  </a:moveTo>
                  <a:lnTo>
                    <a:pt x="1332" y="154"/>
                  </a:lnTo>
                  <a:lnTo>
                    <a:pt x="1101" y="158"/>
                  </a:lnTo>
                  <a:lnTo>
                    <a:pt x="1101" y="70"/>
                  </a:lnTo>
                  <a:lnTo>
                    <a:pt x="1319" y="70"/>
                  </a:lnTo>
                  <a:close/>
                  <a:moveTo>
                    <a:pt x="949" y="8"/>
                  </a:moveTo>
                  <a:lnTo>
                    <a:pt x="1092" y="8"/>
                  </a:lnTo>
                  <a:lnTo>
                    <a:pt x="1092" y="154"/>
                  </a:lnTo>
                  <a:lnTo>
                    <a:pt x="949" y="154"/>
                  </a:lnTo>
                  <a:lnTo>
                    <a:pt x="949" y="8"/>
                  </a:lnTo>
                  <a:close/>
                  <a:moveTo>
                    <a:pt x="940" y="70"/>
                  </a:moveTo>
                  <a:lnTo>
                    <a:pt x="940" y="158"/>
                  </a:lnTo>
                  <a:lnTo>
                    <a:pt x="853" y="158"/>
                  </a:lnTo>
                  <a:lnTo>
                    <a:pt x="853" y="70"/>
                  </a:lnTo>
                  <a:lnTo>
                    <a:pt x="940" y="70"/>
                  </a:lnTo>
                  <a:close/>
                  <a:moveTo>
                    <a:pt x="696" y="8"/>
                  </a:moveTo>
                  <a:lnTo>
                    <a:pt x="844" y="8"/>
                  </a:lnTo>
                  <a:lnTo>
                    <a:pt x="844" y="154"/>
                  </a:lnTo>
                  <a:lnTo>
                    <a:pt x="696" y="154"/>
                  </a:lnTo>
                  <a:lnTo>
                    <a:pt x="696" y="8"/>
                  </a:lnTo>
                  <a:close/>
                  <a:moveTo>
                    <a:pt x="692" y="70"/>
                  </a:moveTo>
                  <a:lnTo>
                    <a:pt x="692" y="158"/>
                  </a:lnTo>
                  <a:lnTo>
                    <a:pt x="600" y="158"/>
                  </a:lnTo>
                  <a:lnTo>
                    <a:pt x="600" y="70"/>
                  </a:lnTo>
                  <a:lnTo>
                    <a:pt x="692" y="70"/>
                  </a:lnTo>
                  <a:close/>
                  <a:moveTo>
                    <a:pt x="448" y="13"/>
                  </a:moveTo>
                  <a:lnTo>
                    <a:pt x="592" y="13"/>
                  </a:lnTo>
                  <a:lnTo>
                    <a:pt x="592" y="158"/>
                  </a:lnTo>
                  <a:lnTo>
                    <a:pt x="587" y="158"/>
                  </a:lnTo>
                  <a:lnTo>
                    <a:pt x="448" y="158"/>
                  </a:lnTo>
                  <a:lnTo>
                    <a:pt x="448" y="13"/>
                  </a:lnTo>
                  <a:close/>
                  <a:moveTo>
                    <a:pt x="439" y="70"/>
                  </a:moveTo>
                  <a:lnTo>
                    <a:pt x="439" y="158"/>
                  </a:lnTo>
                  <a:lnTo>
                    <a:pt x="352" y="158"/>
                  </a:lnTo>
                  <a:lnTo>
                    <a:pt x="352" y="70"/>
                  </a:lnTo>
                  <a:lnTo>
                    <a:pt x="439" y="70"/>
                  </a:lnTo>
                  <a:close/>
                  <a:moveTo>
                    <a:pt x="196" y="13"/>
                  </a:moveTo>
                  <a:lnTo>
                    <a:pt x="344" y="13"/>
                  </a:lnTo>
                  <a:lnTo>
                    <a:pt x="344" y="158"/>
                  </a:lnTo>
                  <a:lnTo>
                    <a:pt x="196" y="158"/>
                  </a:lnTo>
                  <a:lnTo>
                    <a:pt x="196" y="13"/>
                  </a:lnTo>
                  <a:close/>
                  <a:moveTo>
                    <a:pt x="30" y="70"/>
                  </a:moveTo>
                  <a:lnTo>
                    <a:pt x="191" y="70"/>
                  </a:lnTo>
                  <a:lnTo>
                    <a:pt x="191" y="158"/>
                  </a:lnTo>
                  <a:lnTo>
                    <a:pt x="8" y="158"/>
                  </a:lnTo>
                  <a:lnTo>
                    <a:pt x="30" y="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222"/>
            <p:cNvSpPr>
              <a:spLocks noEditPoints="1"/>
            </p:cNvSpPr>
            <p:nvPr userDrawn="1"/>
          </p:nvSpPr>
          <p:spPr bwMode="auto">
            <a:xfrm>
              <a:off x="366713" y="4630738"/>
              <a:ext cx="103188" cy="176213"/>
            </a:xfrm>
            <a:custGeom>
              <a:avLst/>
              <a:gdLst>
                <a:gd name="T0" fmla="*/ 13 w 15"/>
                <a:gd name="T1" fmla="*/ 8 h 25"/>
                <a:gd name="T2" fmla="*/ 11 w 15"/>
                <a:gd name="T3" fmla="*/ 9 h 25"/>
                <a:gd name="T4" fmla="*/ 10 w 15"/>
                <a:gd name="T5" fmla="*/ 10 h 25"/>
                <a:gd name="T6" fmla="*/ 7 w 15"/>
                <a:gd name="T7" fmla="*/ 13 h 25"/>
                <a:gd name="T8" fmla="*/ 6 w 15"/>
                <a:gd name="T9" fmla="*/ 13 h 25"/>
                <a:gd name="T10" fmla="*/ 8 w 15"/>
                <a:gd name="T11" fmla="*/ 11 h 25"/>
                <a:gd name="T12" fmla="*/ 11 w 15"/>
                <a:gd name="T13" fmla="*/ 7 h 25"/>
                <a:gd name="T14" fmla="*/ 12 w 15"/>
                <a:gd name="T15" fmla="*/ 5 h 25"/>
                <a:gd name="T16" fmla="*/ 11 w 15"/>
                <a:gd name="T17" fmla="*/ 4 h 25"/>
                <a:gd name="T18" fmla="*/ 10 w 15"/>
                <a:gd name="T19" fmla="*/ 2 h 25"/>
                <a:gd name="T20" fmla="*/ 9 w 15"/>
                <a:gd name="T21" fmla="*/ 1 h 25"/>
                <a:gd name="T22" fmla="*/ 7 w 15"/>
                <a:gd name="T23" fmla="*/ 1 h 25"/>
                <a:gd name="T24" fmla="*/ 7 w 15"/>
                <a:gd name="T25" fmla="*/ 2 h 25"/>
                <a:gd name="T26" fmla="*/ 7 w 15"/>
                <a:gd name="T27" fmla="*/ 5 h 25"/>
                <a:gd name="T28" fmla="*/ 7 w 15"/>
                <a:gd name="T29" fmla="*/ 6 h 25"/>
                <a:gd name="T30" fmla="*/ 7 w 15"/>
                <a:gd name="T31" fmla="*/ 9 h 25"/>
                <a:gd name="T32" fmla="*/ 4 w 15"/>
                <a:gd name="T33" fmla="*/ 11 h 25"/>
                <a:gd name="T34" fmla="*/ 3 w 15"/>
                <a:gd name="T35" fmla="*/ 12 h 25"/>
                <a:gd name="T36" fmla="*/ 4 w 15"/>
                <a:gd name="T37" fmla="*/ 13 h 25"/>
                <a:gd name="T38" fmla="*/ 5 w 15"/>
                <a:gd name="T39" fmla="*/ 13 h 25"/>
                <a:gd name="T40" fmla="*/ 4 w 15"/>
                <a:gd name="T41" fmla="*/ 15 h 25"/>
                <a:gd name="T42" fmla="*/ 3 w 15"/>
                <a:gd name="T43" fmla="*/ 17 h 25"/>
                <a:gd name="T44" fmla="*/ 1 w 15"/>
                <a:gd name="T45" fmla="*/ 20 h 25"/>
                <a:gd name="T46" fmla="*/ 0 w 15"/>
                <a:gd name="T47" fmla="*/ 20 h 25"/>
                <a:gd name="T48" fmla="*/ 1 w 15"/>
                <a:gd name="T49" fmla="*/ 22 h 25"/>
                <a:gd name="T50" fmla="*/ 2 w 15"/>
                <a:gd name="T51" fmla="*/ 25 h 25"/>
                <a:gd name="T52" fmla="*/ 4 w 15"/>
                <a:gd name="T53" fmla="*/ 23 h 25"/>
                <a:gd name="T54" fmla="*/ 4 w 15"/>
                <a:gd name="T55" fmla="*/ 22 h 25"/>
                <a:gd name="T56" fmla="*/ 3 w 15"/>
                <a:gd name="T57" fmla="*/ 20 h 25"/>
                <a:gd name="T58" fmla="*/ 5 w 15"/>
                <a:gd name="T59" fmla="*/ 18 h 25"/>
                <a:gd name="T60" fmla="*/ 6 w 15"/>
                <a:gd name="T61" fmla="*/ 20 h 25"/>
                <a:gd name="T62" fmla="*/ 7 w 15"/>
                <a:gd name="T63" fmla="*/ 21 h 25"/>
                <a:gd name="T64" fmla="*/ 6 w 15"/>
                <a:gd name="T65" fmla="*/ 22 h 25"/>
                <a:gd name="T66" fmla="*/ 7 w 15"/>
                <a:gd name="T67" fmla="*/ 23 h 25"/>
                <a:gd name="T68" fmla="*/ 8 w 15"/>
                <a:gd name="T69" fmla="*/ 24 h 25"/>
                <a:gd name="T70" fmla="*/ 9 w 15"/>
                <a:gd name="T71" fmla="*/ 23 h 25"/>
                <a:gd name="T72" fmla="*/ 11 w 15"/>
                <a:gd name="T73" fmla="*/ 21 h 25"/>
                <a:gd name="T74" fmla="*/ 13 w 15"/>
                <a:gd name="T75" fmla="*/ 22 h 25"/>
                <a:gd name="T76" fmla="*/ 14 w 15"/>
                <a:gd name="T77" fmla="*/ 18 h 25"/>
                <a:gd name="T78" fmla="*/ 14 w 15"/>
                <a:gd name="T79" fmla="*/ 17 h 25"/>
                <a:gd name="T80" fmla="*/ 14 w 15"/>
                <a:gd name="T81" fmla="*/ 13 h 25"/>
                <a:gd name="T82" fmla="*/ 15 w 15"/>
                <a:gd name="T83" fmla="*/ 10 h 25"/>
                <a:gd name="T84" fmla="*/ 14 w 15"/>
                <a:gd name="T85" fmla="*/ 8 h 25"/>
                <a:gd name="T86" fmla="*/ 8 w 15"/>
                <a:gd name="T87" fmla="*/ 15 h 25"/>
                <a:gd name="T88" fmla="*/ 8 w 15"/>
                <a:gd name="T89" fmla="*/ 17 h 25"/>
                <a:gd name="T90" fmla="*/ 7 w 15"/>
                <a:gd name="T91" fmla="*/ 18 h 25"/>
                <a:gd name="T92" fmla="*/ 7 w 15"/>
                <a:gd name="T93" fmla="*/ 16 h 25"/>
                <a:gd name="T94" fmla="*/ 7 w 15"/>
                <a:gd name="T95" fmla="*/ 14 h 25"/>
                <a:gd name="T96" fmla="*/ 8 w 15"/>
                <a:gd name="T97" fmla="*/ 14 h 25"/>
                <a:gd name="T98" fmla="*/ 9 w 15"/>
                <a:gd name="T99" fmla="*/ 14 h 25"/>
                <a:gd name="T100" fmla="*/ 11 w 15"/>
                <a:gd name="T101" fmla="*/ 14 h 25"/>
                <a:gd name="T102" fmla="*/ 11 w 15"/>
                <a:gd name="T103" fmla="*/ 16 h 25"/>
                <a:gd name="T104" fmla="*/ 11 w 15"/>
                <a:gd name="T105" fmla="*/ 20 h 25"/>
                <a:gd name="T106" fmla="*/ 10 w 15"/>
                <a:gd name="T107" fmla="*/ 19 h 25"/>
                <a:gd name="T108" fmla="*/ 9 w 15"/>
                <a:gd name="T109" fmla="*/ 18 h 25"/>
                <a:gd name="T110" fmla="*/ 9 w 15"/>
                <a:gd name="T111" fmla="*/ 16 h 25"/>
                <a:gd name="T112" fmla="*/ 10 w 15"/>
                <a:gd name="T113" fmla="*/ 13 h 25"/>
                <a:gd name="T114" fmla="*/ 10 w 15"/>
                <a:gd name="T115" fmla="*/ 11 h 25"/>
                <a:gd name="T116" fmla="*/ 12 w 15"/>
                <a:gd name="T117" fmla="*/ 10 h 25"/>
                <a:gd name="T118" fmla="*/ 11 w 15"/>
                <a:gd name="T119" fmla="*/ 1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5" h="25">
                  <a:moveTo>
                    <a:pt x="14" y="8"/>
                  </a:moveTo>
                  <a:cubicBezTo>
                    <a:pt x="14" y="8"/>
                    <a:pt x="13" y="8"/>
                    <a:pt x="13" y="8"/>
                  </a:cubicBezTo>
                  <a:cubicBezTo>
                    <a:pt x="13" y="8"/>
                    <a:pt x="12" y="8"/>
                    <a:pt x="12" y="8"/>
                  </a:cubicBezTo>
                  <a:cubicBezTo>
                    <a:pt x="12" y="8"/>
                    <a:pt x="11" y="8"/>
                    <a:pt x="11" y="9"/>
                  </a:cubicBezTo>
                  <a:cubicBezTo>
                    <a:pt x="11" y="9"/>
                    <a:pt x="11" y="9"/>
                    <a:pt x="11" y="10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0" y="10"/>
                    <a:pt x="10" y="10"/>
                    <a:pt x="10" y="11"/>
                  </a:cubicBezTo>
                  <a:cubicBezTo>
                    <a:pt x="9" y="11"/>
                    <a:pt x="8" y="12"/>
                    <a:pt x="7" y="13"/>
                  </a:cubicBezTo>
                  <a:cubicBezTo>
                    <a:pt x="7" y="13"/>
                    <a:pt x="7" y="13"/>
                    <a:pt x="7" y="14"/>
                  </a:cubicBezTo>
                  <a:cubicBezTo>
                    <a:pt x="7" y="14"/>
                    <a:pt x="7" y="13"/>
                    <a:pt x="6" y="13"/>
                  </a:cubicBezTo>
                  <a:cubicBezTo>
                    <a:pt x="7" y="13"/>
                    <a:pt x="7" y="12"/>
                    <a:pt x="7" y="12"/>
                  </a:cubicBezTo>
                  <a:cubicBezTo>
                    <a:pt x="7" y="11"/>
                    <a:pt x="7" y="11"/>
                    <a:pt x="8" y="11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9" y="9"/>
                    <a:pt x="10" y="8"/>
                    <a:pt x="11" y="7"/>
                  </a:cubicBezTo>
                  <a:cubicBezTo>
                    <a:pt x="11" y="7"/>
                    <a:pt x="12" y="7"/>
                    <a:pt x="12" y="6"/>
                  </a:cubicBezTo>
                  <a:cubicBezTo>
                    <a:pt x="12" y="6"/>
                    <a:pt x="12" y="6"/>
                    <a:pt x="12" y="5"/>
                  </a:cubicBezTo>
                  <a:cubicBezTo>
                    <a:pt x="11" y="5"/>
                    <a:pt x="11" y="6"/>
                    <a:pt x="10" y="5"/>
                  </a:cubicBezTo>
                  <a:cubicBezTo>
                    <a:pt x="10" y="5"/>
                    <a:pt x="11" y="4"/>
                    <a:pt x="11" y="4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0" y="3"/>
                    <a:pt x="10" y="3"/>
                    <a:pt x="10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2"/>
                    <a:pt x="9" y="1"/>
                    <a:pt x="9" y="1"/>
                  </a:cubicBezTo>
                  <a:cubicBezTo>
                    <a:pt x="9" y="0"/>
                    <a:pt x="8" y="0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7" y="2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3"/>
                    <a:pt x="7" y="4"/>
                    <a:pt x="7" y="4"/>
                  </a:cubicBezTo>
                  <a:cubicBezTo>
                    <a:pt x="7" y="4"/>
                    <a:pt x="7" y="4"/>
                    <a:pt x="7" y="5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7" y="6"/>
                    <a:pt x="7" y="6"/>
                    <a:pt x="7" y="7"/>
                  </a:cubicBezTo>
                  <a:cubicBezTo>
                    <a:pt x="7" y="8"/>
                    <a:pt x="7" y="8"/>
                    <a:pt x="7" y="9"/>
                  </a:cubicBezTo>
                  <a:cubicBezTo>
                    <a:pt x="7" y="9"/>
                    <a:pt x="6" y="9"/>
                    <a:pt x="6" y="9"/>
                  </a:cubicBezTo>
                  <a:cubicBezTo>
                    <a:pt x="5" y="10"/>
                    <a:pt x="4" y="11"/>
                    <a:pt x="4" y="11"/>
                  </a:cubicBezTo>
                  <a:cubicBezTo>
                    <a:pt x="4" y="11"/>
                    <a:pt x="3" y="12"/>
                    <a:pt x="3" y="12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3" y="12"/>
                    <a:pt x="3" y="13"/>
                    <a:pt x="3" y="13"/>
                  </a:cubicBezTo>
                  <a:cubicBezTo>
                    <a:pt x="3" y="13"/>
                    <a:pt x="4" y="13"/>
                    <a:pt x="4" y="13"/>
                  </a:cubicBezTo>
                  <a:cubicBezTo>
                    <a:pt x="4" y="13"/>
                    <a:pt x="4" y="13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6" y="13"/>
                    <a:pt x="6" y="14"/>
                    <a:pt x="6" y="14"/>
                  </a:cubicBezTo>
                  <a:cubicBezTo>
                    <a:pt x="6" y="15"/>
                    <a:pt x="5" y="15"/>
                    <a:pt x="4" y="15"/>
                  </a:cubicBezTo>
                  <a:cubicBezTo>
                    <a:pt x="4" y="16"/>
                    <a:pt x="5" y="16"/>
                    <a:pt x="5" y="16"/>
                  </a:cubicBezTo>
                  <a:cubicBezTo>
                    <a:pt x="4" y="16"/>
                    <a:pt x="4" y="17"/>
                    <a:pt x="3" y="17"/>
                  </a:cubicBezTo>
                  <a:cubicBezTo>
                    <a:pt x="3" y="17"/>
                    <a:pt x="3" y="18"/>
                    <a:pt x="3" y="18"/>
                  </a:cubicBezTo>
                  <a:cubicBezTo>
                    <a:pt x="2" y="19"/>
                    <a:pt x="2" y="19"/>
                    <a:pt x="1" y="20"/>
                  </a:cubicBezTo>
                  <a:cubicBezTo>
                    <a:pt x="1" y="19"/>
                    <a:pt x="1" y="19"/>
                    <a:pt x="1" y="18"/>
                  </a:cubicBezTo>
                  <a:cubicBezTo>
                    <a:pt x="0" y="19"/>
                    <a:pt x="0" y="19"/>
                    <a:pt x="0" y="20"/>
                  </a:cubicBezTo>
                  <a:cubicBezTo>
                    <a:pt x="0" y="20"/>
                    <a:pt x="0" y="21"/>
                    <a:pt x="0" y="21"/>
                  </a:cubicBezTo>
                  <a:cubicBezTo>
                    <a:pt x="1" y="21"/>
                    <a:pt x="1" y="22"/>
                    <a:pt x="1" y="22"/>
                  </a:cubicBezTo>
                  <a:cubicBezTo>
                    <a:pt x="1" y="23"/>
                    <a:pt x="1" y="23"/>
                    <a:pt x="1" y="24"/>
                  </a:cubicBezTo>
                  <a:cubicBezTo>
                    <a:pt x="2" y="24"/>
                    <a:pt x="2" y="24"/>
                    <a:pt x="2" y="25"/>
                  </a:cubicBezTo>
                  <a:cubicBezTo>
                    <a:pt x="3" y="25"/>
                    <a:pt x="3" y="25"/>
                    <a:pt x="3" y="25"/>
                  </a:cubicBezTo>
                  <a:cubicBezTo>
                    <a:pt x="4" y="24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2"/>
                    <a:pt x="4" y="22"/>
                  </a:cubicBezTo>
                  <a:cubicBezTo>
                    <a:pt x="3" y="22"/>
                    <a:pt x="2" y="22"/>
                    <a:pt x="2" y="21"/>
                  </a:cubicBezTo>
                  <a:cubicBezTo>
                    <a:pt x="2" y="21"/>
                    <a:pt x="3" y="20"/>
                    <a:pt x="3" y="20"/>
                  </a:cubicBezTo>
                  <a:cubicBezTo>
                    <a:pt x="3" y="19"/>
                    <a:pt x="3" y="19"/>
                    <a:pt x="4" y="19"/>
                  </a:cubicBezTo>
                  <a:cubicBezTo>
                    <a:pt x="5" y="19"/>
                    <a:pt x="5" y="18"/>
                    <a:pt x="5" y="18"/>
                  </a:cubicBezTo>
                  <a:cubicBezTo>
                    <a:pt x="5" y="18"/>
                    <a:pt x="6" y="18"/>
                    <a:pt x="6" y="19"/>
                  </a:cubicBezTo>
                  <a:cubicBezTo>
                    <a:pt x="6" y="19"/>
                    <a:pt x="5" y="19"/>
                    <a:pt x="6" y="20"/>
                  </a:cubicBezTo>
                  <a:cubicBezTo>
                    <a:pt x="6" y="20"/>
                    <a:pt x="6" y="19"/>
                    <a:pt x="6" y="19"/>
                  </a:cubicBezTo>
                  <a:cubicBezTo>
                    <a:pt x="7" y="19"/>
                    <a:pt x="7" y="21"/>
                    <a:pt x="7" y="21"/>
                  </a:cubicBezTo>
                  <a:cubicBezTo>
                    <a:pt x="6" y="21"/>
                    <a:pt x="6" y="21"/>
                    <a:pt x="6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7" y="22"/>
                    <a:pt x="7" y="22"/>
                  </a:cubicBezTo>
                  <a:cubicBezTo>
                    <a:pt x="7" y="22"/>
                    <a:pt x="7" y="23"/>
                    <a:pt x="7" y="23"/>
                  </a:cubicBezTo>
                  <a:cubicBezTo>
                    <a:pt x="7" y="23"/>
                    <a:pt x="8" y="24"/>
                    <a:pt x="8" y="24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8" y="24"/>
                    <a:pt x="8" y="24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2"/>
                    <a:pt x="9" y="21"/>
                    <a:pt x="9" y="20"/>
                  </a:cubicBezTo>
                  <a:cubicBezTo>
                    <a:pt x="10" y="20"/>
                    <a:pt x="10" y="21"/>
                    <a:pt x="11" y="21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22"/>
                    <a:pt x="12" y="22"/>
                    <a:pt x="13" y="22"/>
                  </a:cubicBezTo>
                  <a:cubicBezTo>
                    <a:pt x="13" y="21"/>
                    <a:pt x="14" y="21"/>
                    <a:pt x="14" y="20"/>
                  </a:cubicBezTo>
                  <a:cubicBezTo>
                    <a:pt x="14" y="20"/>
                    <a:pt x="14" y="19"/>
                    <a:pt x="14" y="18"/>
                  </a:cubicBezTo>
                  <a:cubicBezTo>
                    <a:pt x="14" y="18"/>
                    <a:pt x="14" y="18"/>
                    <a:pt x="14" y="17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14" y="16"/>
                    <a:pt x="14" y="15"/>
                    <a:pt x="14" y="15"/>
                  </a:cubicBezTo>
                  <a:cubicBezTo>
                    <a:pt x="14" y="14"/>
                    <a:pt x="14" y="13"/>
                    <a:pt x="14" y="13"/>
                  </a:cubicBezTo>
                  <a:cubicBezTo>
                    <a:pt x="14" y="12"/>
                    <a:pt x="15" y="12"/>
                    <a:pt x="15" y="11"/>
                  </a:cubicBezTo>
                  <a:cubicBezTo>
                    <a:pt x="15" y="11"/>
                    <a:pt x="15" y="10"/>
                    <a:pt x="15" y="10"/>
                  </a:cubicBezTo>
                  <a:cubicBezTo>
                    <a:pt x="15" y="10"/>
                    <a:pt x="15" y="9"/>
                    <a:pt x="14" y="9"/>
                  </a:cubicBezTo>
                  <a:cubicBezTo>
                    <a:pt x="14" y="9"/>
                    <a:pt x="14" y="9"/>
                    <a:pt x="14" y="8"/>
                  </a:cubicBezTo>
                  <a:close/>
                  <a:moveTo>
                    <a:pt x="8" y="15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6"/>
                    <a:pt x="8" y="16"/>
                  </a:cubicBezTo>
                  <a:cubicBezTo>
                    <a:pt x="8" y="16"/>
                    <a:pt x="8" y="16"/>
                    <a:pt x="8" y="17"/>
                  </a:cubicBezTo>
                  <a:cubicBezTo>
                    <a:pt x="8" y="17"/>
                    <a:pt x="8" y="17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7"/>
                    <a:pt x="7" y="17"/>
                    <a:pt x="7" y="16"/>
                  </a:cubicBezTo>
                  <a:cubicBezTo>
                    <a:pt x="7" y="16"/>
                    <a:pt x="7" y="16"/>
                    <a:pt x="7" y="16"/>
                  </a:cubicBezTo>
                  <a:cubicBezTo>
                    <a:pt x="7" y="16"/>
                    <a:pt x="7" y="15"/>
                    <a:pt x="7" y="15"/>
                  </a:cubicBezTo>
                  <a:cubicBezTo>
                    <a:pt x="7" y="15"/>
                    <a:pt x="7" y="14"/>
                    <a:pt x="7" y="14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8" y="14"/>
                    <a:pt x="8" y="14"/>
                  </a:cubicBezTo>
                  <a:cubicBezTo>
                    <a:pt x="8" y="14"/>
                    <a:pt x="8" y="13"/>
                    <a:pt x="8" y="13"/>
                  </a:cubicBezTo>
                  <a:cubicBezTo>
                    <a:pt x="8" y="13"/>
                    <a:pt x="8" y="14"/>
                    <a:pt x="9" y="14"/>
                  </a:cubicBezTo>
                  <a:cubicBezTo>
                    <a:pt x="8" y="14"/>
                    <a:pt x="8" y="14"/>
                    <a:pt x="8" y="15"/>
                  </a:cubicBezTo>
                  <a:close/>
                  <a:moveTo>
                    <a:pt x="11" y="14"/>
                  </a:moveTo>
                  <a:cubicBezTo>
                    <a:pt x="11" y="14"/>
                    <a:pt x="11" y="14"/>
                    <a:pt x="11" y="15"/>
                  </a:cubicBezTo>
                  <a:cubicBezTo>
                    <a:pt x="11" y="15"/>
                    <a:pt x="11" y="15"/>
                    <a:pt x="11" y="16"/>
                  </a:cubicBezTo>
                  <a:cubicBezTo>
                    <a:pt x="11" y="16"/>
                    <a:pt x="11" y="16"/>
                    <a:pt x="11" y="17"/>
                  </a:cubicBezTo>
                  <a:cubicBezTo>
                    <a:pt x="11" y="18"/>
                    <a:pt x="11" y="19"/>
                    <a:pt x="11" y="20"/>
                  </a:cubicBezTo>
                  <a:cubicBezTo>
                    <a:pt x="11" y="20"/>
                    <a:pt x="10" y="20"/>
                    <a:pt x="9" y="20"/>
                  </a:cubicBezTo>
                  <a:cubicBezTo>
                    <a:pt x="9" y="20"/>
                    <a:pt x="10" y="19"/>
                    <a:pt x="10" y="19"/>
                  </a:cubicBezTo>
                  <a:cubicBezTo>
                    <a:pt x="10" y="18"/>
                    <a:pt x="9" y="19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10" y="14"/>
                    <a:pt x="11" y="13"/>
                    <a:pt x="10" y="13"/>
                  </a:cubicBezTo>
                  <a:cubicBezTo>
                    <a:pt x="10" y="13"/>
                    <a:pt x="10" y="12"/>
                    <a:pt x="9" y="12"/>
                  </a:cubicBezTo>
                  <a:cubicBezTo>
                    <a:pt x="9" y="12"/>
                    <a:pt x="10" y="11"/>
                    <a:pt x="10" y="11"/>
                  </a:cubicBezTo>
                  <a:cubicBezTo>
                    <a:pt x="11" y="11"/>
                    <a:pt x="11" y="10"/>
                    <a:pt x="11" y="10"/>
                  </a:cubicBezTo>
                  <a:cubicBezTo>
                    <a:pt x="11" y="10"/>
                    <a:pt x="12" y="10"/>
                    <a:pt x="12" y="10"/>
                  </a:cubicBezTo>
                  <a:cubicBezTo>
                    <a:pt x="12" y="11"/>
                    <a:pt x="11" y="12"/>
                    <a:pt x="11" y="13"/>
                  </a:cubicBezTo>
                  <a:cubicBezTo>
                    <a:pt x="11" y="13"/>
                    <a:pt x="11" y="14"/>
                    <a:pt x="11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223"/>
            <p:cNvSpPr/>
            <p:nvPr userDrawn="1"/>
          </p:nvSpPr>
          <p:spPr bwMode="auto">
            <a:xfrm>
              <a:off x="1160463" y="4652963"/>
              <a:ext cx="90488" cy="125413"/>
            </a:xfrm>
            <a:custGeom>
              <a:avLst/>
              <a:gdLst>
                <a:gd name="T0" fmla="*/ 11 w 13"/>
                <a:gd name="T1" fmla="*/ 7 h 18"/>
                <a:gd name="T2" fmla="*/ 13 w 13"/>
                <a:gd name="T3" fmla="*/ 6 h 18"/>
                <a:gd name="T4" fmla="*/ 13 w 13"/>
                <a:gd name="T5" fmla="*/ 5 h 18"/>
                <a:gd name="T6" fmla="*/ 12 w 13"/>
                <a:gd name="T7" fmla="*/ 5 h 18"/>
                <a:gd name="T8" fmla="*/ 11 w 13"/>
                <a:gd name="T9" fmla="*/ 5 h 18"/>
                <a:gd name="T10" fmla="*/ 11 w 13"/>
                <a:gd name="T11" fmla="*/ 5 h 18"/>
                <a:gd name="T12" fmla="*/ 11 w 13"/>
                <a:gd name="T13" fmla="*/ 6 h 18"/>
                <a:gd name="T14" fmla="*/ 10 w 13"/>
                <a:gd name="T15" fmla="*/ 6 h 18"/>
                <a:gd name="T16" fmla="*/ 9 w 13"/>
                <a:gd name="T17" fmla="*/ 7 h 18"/>
                <a:gd name="T18" fmla="*/ 8 w 13"/>
                <a:gd name="T19" fmla="*/ 7 h 18"/>
                <a:gd name="T20" fmla="*/ 8 w 13"/>
                <a:gd name="T21" fmla="*/ 5 h 18"/>
                <a:gd name="T22" fmla="*/ 8 w 13"/>
                <a:gd name="T23" fmla="*/ 4 h 18"/>
                <a:gd name="T24" fmla="*/ 9 w 13"/>
                <a:gd name="T25" fmla="*/ 3 h 18"/>
                <a:gd name="T26" fmla="*/ 9 w 13"/>
                <a:gd name="T27" fmla="*/ 2 h 18"/>
                <a:gd name="T28" fmla="*/ 9 w 13"/>
                <a:gd name="T29" fmla="*/ 1 h 18"/>
                <a:gd name="T30" fmla="*/ 8 w 13"/>
                <a:gd name="T31" fmla="*/ 1 h 18"/>
                <a:gd name="T32" fmla="*/ 7 w 13"/>
                <a:gd name="T33" fmla="*/ 0 h 18"/>
                <a:gd name="T34" fmla="*/ 6 w 13"/>
                <a:gd name="T35" fmla="*/ 1 h 18"/>
                <a:gd name="T36" fmla="*/ 7 w 13"/>
                <a:gd name="T37" fmla="*/ 2 h 18"/>
                <a:gd name="T38" fmla="*/ 6 w 13"/>
                <a:gd name="T39" fmla="*/ 5 h 18"/>
                <a:gd name="T40" fmla="*/ 6 w 13"/>
                <a:gd name="T41" fmla="*/ 7 h 18"/>
                <a:gd name="T42" fmla="*/ 6 w 13"/>
                <a:gd name="T43" fmla="*/ 8 h 18"/>
                <a:gd name="T44" fmla="*/ 6 w 13"/>
                <a:gd name="T45" fmla="*/ 8 h 18"/>
                <a:gd name="T46" fmla="*/ 5 w 13"/>
                <a:gd name="T47" fmla="*/ 9 h 18"/>
                <a:gd name="T48" fmla="*/ 2 w 13"/>
                <a:gd name="T49" fmla="*/ 9 h 18"/>
                <a:gd name="T50" fmla="*/ 2 w 13"/>
                <a:gd name="T51" fmla="*/ 10 h 18"/>
                <a:gd name="T52" fmla="*/ 1 w 13"/>
                <a:gd name="T53" fmla="*/ 10 h 18"/>
                <a:gd name="T54" fmla="*/ 1 w 13"/>
                <a:gd name="T55" fmla="*/ 10 h 18"/>
                <a:gd name="T56" fmla="*/ 2 w 13"/>
                <a:gd name="T57" fmla="*/ 12 h 18"/>
                <a:gd name="T58" fmla="*/ 2 w 13"/>
                <a:gd name="T59" fmla="*/ 12 h 18"/>
                <a:gd name="T60" fmla="*/ 3 w 13"/>
                <a:gd name="T61" fmla="*/ 12 h 18"/>
                <a:gd name="T62" fmla="*/ 3 w 13"/>
                <a:gd name="T63" fmla="*/ 11 h 18"/>
                <a:gd name="T64" fmla="*/ 5 w 13"/>
                <a:gd name="T65" fmla="*/ 10 h 18"/>
                <a:gd name="T66" fmla="*/ 6 w 13"/>
                <a:gd name="T67" fmla="*/ 9 h 18"/>
                <a:gd name="T68" fmla="*/ 6 w 13"/>
                <a:gd name="T69" fmla="*/ 10 h 18"/>
                <a:gd name="T70" fmla="*/ 6 w 13"/>
                <a:gd name="T71" fmla="*/ 11 h 18"/>
                <a:gd name="T72" fmla="*/ 6 w 13"/>
                <a:gd name="T73" fmla="*/ 11 h 18"/>
                <a:gd name="T74" fmla="*/ 4 w 13"/>
                <a:gd name="T75" fmla="*/ 14 h 18"/>
                <a:gd name="T76" fmla="*/ 2 w 13"/>
                <a:gd name="T77" fmla="*/ 16 h 18"/>
                <a:gd name="T78" fmla="*/ 1 w 13"/>
                <a:gd name="T79" fmla="*/ 16 h 18"/>
                <a:gd name="T80" fmla="*/ 0 w 13"/>
                <a:gd name="T81" fmla="*/ 17 h 18"/>
                <a:gd name="T82" fmla="*/ 2 w 13"/>
                <a:gd name="T83" fmla="*/ 17 h 18"/>
                <a:gd name="T84" fmla="*/ 2 w 13"/>
                <a:gd name="T85" fmla="*/ 17 h 18"/>
                <a:gd name="T86" fmla="*/ 4 w 13"/>
                <a:gd name="T87" fmla="*/ 16 h 18"/>
                <a:gd name="T88" fmla="*/ 5 w 13"/>
                <a:gd name="T89" fmla="*/ 15 h 18"/>
                <a:gd name="T90" fmla="*/ 6 w 13"/>
                <a:gd name="T91" fmla="*/ 14 h 18"/>
                <a:gd name="T92" fmla="*/ 7 w 13"/>
                <a:gd name="T93" fmla="*/ 12 h 18"/>
                <a:gd name="T94" fmla="*/ 7 w 13"/>
                <a:gd name="T95" fmla="*/ 11 h 18"/>
                <a:gd name="T96" fmla="*/ 8 w 13"/>
                <a:gd name="T97" fmla="*/ 8 h 18"/>
                <a:gd name="T98" fmla="*/ 9 w 13"/>
                <a:gd name="T99" fmla="*/ 8 h 18"/>
                <a:gd name="T100" fmla="*/ 11 w 13"/>
                <a:gd name="T101" fmla="*/ 7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3" h="18">
                  <a:moveTo>
                    <a:pt x="11" y="7"/>
                  </a:moveTo>
                  <a:cubicBezTo>
                    <a:pt x="12" y="7"/>
                    <a:pt x="12" y="7"/>
                    <a:pt x="13" y="6"/>
                  </a:cubicBezTo>
                  <a:cubicBezTo>
                    <a:pt x="13" y="6"/>
                    <a:pt x="13" y="6"/>
                    <a:pt x="13" y="5"/>
                  </a:cubicBezTo>
                  <a:cubicBezTo>
                    <a:pt x="13" y="5"/>
                    <a:pt x="12" y="5"/>
                    <a:pt x="12" y="5"/>
                  </a:cubicBezTo>
                  <a:cubicBezTo>
                    <a:pt x="12" y="5"/>
                    <a:pt x="12" y="5"/>
                    <a:pt x="11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0" y="5"/>
                    <a:pt x="11" y="5"/>
                    <a:pt x="11" y="6"/>
                  </a:cubicBezTo>
                  <a:cubicBezTo>
                    <a:pt x="11" y="6"/>
                    <a:pt x="10" y="6"/>
                    <a:pt x="10" y="6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6"/>
                    <a:pt x="8" y="6"/>
                    <a:pt x="8" y="5"/>
                  </a:cubicBezTo>
                  <a:cubicBezTo>
                    <a:pt x="8" y="5"/>
                    <a:pt x="8" y="5"/>
                    <a:pt x="8" y="4"/>
                  </a:cubicBezTo>
                  <a:cubicBezTo>
                    <a:pt x="9" y="4"/>
                    <a:pt x="8" y="3"/>
                    <a:pt x="9" y="3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2"/>
                    <a:pt x="9" y="1"/>
                    <a:pt x="9" y="1"/>
                  </a:cubicBezTo>
                  <a:cubicBezTo>
                    <a:pt x="9" y="1"/>
                    <a:pt x="8" y="1"/>
                    <a:pt x="8" y="1"/>
                  </a:cubicBezTo>
                  <a:cubicBezTo>
                    <a:pt x="8" y="0"/>
                    <a:pt x="8" y="0"/>
                    <a:pt x="7" y="0"/>
                  </a:cubicBezTo>
                  <a:cubicBezTo>
                    <a:pt x="7" y="0"/>
                    <a:pt x="6" y="1"/>
                    <a:pt x="6" y="1"/>
                  </a:cubicBezTo>
                  <a:cubicBezTo>
                    <a:pt x="6" y="1"/>
                    <a:pt x="6" y="2"/>
                    <a:pt x="7" y="2"/>
                  </a:cubicBezTo>
                  <a:cubicBezTo>
                    <a:pt x="7" y="3"/>
                    <a:pt x="7" y="4"/>
                    <a:pt x="6" y="5"/>
                  </a:cubicBezTo>
                  <a:cubicBezTo>
                    <a:pt x="6" y="6"/>
                    <a:pt x="6" y="6"/>
                    <a:pt x="6" y="7"/>
                  </a:cubicBezTo>
                  <a:cubicBezTo>
                    <a:pt x="6" y="7"/>
                    <a:pt x="7" y="8"/>
                    <a:pt x="6" y="8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5" y="8"/>
                    <a:pt x="5" y="9"/>
                    <a:pt x="5" y="9"/>
                  </a:cubicBezTo>
                  <a:cubicBezTo>
                    <a:pt x="4" y="9"/>
                    <a:pt x="3" y="9"/>
                    <a:pt x="2" y="9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0"/>
                    <a:pt x="1" y="10"/>
                    <a:pt x="1" y="10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11"/>
                    <a:pt x="1" y="11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3" y="12"/>
                    <a:pt x="3" y="12"/>
                  </a:cubicBezTo>
                  <a:cubicBezTo>
                    <a:pt x="3" y="12"/>
                    <a:pt x="3" y="12"/>
                    <a:pt x="3" y="11"/>
                  </a:cubicBezTo>
                  <a:cubicBezTo>
                    <a:pt x="4" y="11"/>
                    <a:pt x="5" y="11"/>
                    <a:pt x="5" y="10"/>
                  </a:cubicBezTo>
                  <a:cubicBezTo>
                    <a:pt x="5" y="10"/>
                    <a:pt x="5" y="9"/>
                    <a:pt x="6" y="9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6" y="10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3"/>
                    <a:pt x="4" y="14"/>
                    <a:pt x="4" y="14"/>
                  </a:cubicBezTo>
                  <a:cubicBezTo>
                    <a:pt x="3" y="15"/>
                    <a:pt x="3" y="15"/>
                    <a:pt x="2" y="16"/>
                  </a:cubicBezTo>
                  <a:cubicBezTo>
                    <a:pt x="2" y="16"/>
                    <a:pt x="1" y="16"/>
                    <a:pt x="1" y="16"/>
                  </a:cubicBezTo>
                  <a:cubicBezTo>
                    <a:pt x="1" y="17"/>
                    <a:pt x="0" y="17"/>
                    <a:pt x="0" y="17"/>
                  </a:cubicBezTo>
                  <a:cubicBezTo>
                    <a:pt x="1" y="18"/>
                    <a:pt x="2" y="17"/>
                    <a:pt x="2" y="17"/>
                  </a:cubicBezTo>
                  <a:cubicBezTo>
                    <a:pt x="2" y="17"/>
                    <a:pt x="2" y="17"/>
                    <a:pt x="2" y="17"/>
                  </a:cubicBezTo>
                  <a:cubicBezTo>
                    <a:pt x="3" y="17"/>
                    <a:pt x="4" y="16"/>
                    <a:pt x="4" y="16"/>
                  </a:cubicBezTo>
                  <a:cubicBezTo>
                    <a:pt x="5" y="16"/>
                    <a:pt x="5" y="16"/>
                    <a:pt x="5" y="15"/>
                  </a:cubicBezTo>
                  <a:cubicBezTo>
                    <a:pt x="5" y="15"/>
                    <a:pt x="6" y="15"/>
                    <a:pt x="6" y="14"/>
                  </a:cubicBezTo>
                  <a:cubicBezTo>
                    <a:pt x="7" y="13"/>
                    <a:pt x="7" y="13"/>
                    <a:pt x="7" y="12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8" y="10"/>
                    <a:pt x="8" y="9"/>
                    <a:pt x="8" y="8"/>
                  </a:cubicBezTo>
                  <a:cubicBezTo>
                    <a:pt x="8" y="8"/>
                    <a:pt x="8" y="8"/>
                    <a:pt x="9" y="8"/>
                  </a:cubicBezTo>
                  <a:cubicBezTo>
                    <a:pt x="9" y="8"/>
                    <a:pt x="10" y="7"/>
                    <a:pt x="11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224"/>
            <p:cNvSpPr/>
            <p:nvPr userDrawn="1"/>
          </p:nvSpPr>
          <p:spPr bwMode="auto">
            <a:xfrm>
              <a:off x="1216025" y="4714875"/>
              <a:ext cx="55563" cy="49213"/>
            </a:xfrm>
            <a:custGeom>
              <a:avLst/>
              <a:gdLst>
                <a:gd name="T0" fmla="*/ 5 w 8"/>
                <a:gd name="T1" fmla="*/ 5 h 7"/>
                <a:gd name="T2" fmla="*/ 4 w 8"/>
                <a:gd name="T3" fmla="*/ 3 h 7"/>
                <a:gd name="T4" fmla="*/ 3 w 8"/>
                <a:gd name="T5" fmla="*/ 3 h 7"/>
                <a:gd name="T6" fmla="*/ 2 w 8"/>
                <a:gd name="T7" fmla="*/ 2 h 7"/>
                <a:gd name="T8" fmla="*/ 2 w 8"/>
                <a:gd name="T9" fmla="*/ 2 h 7"/>
                <a:gd name="T10" fmla="*/ 1 w 8"/>
                <a:gd name="T11" fmla="*/ 1 h 7"/>
                <a:gd name="T12" fmla="*/ 0 w 8"/>
                <a:gd name="T13" fmla="*/ 0 h 7"/>
                <a:gd name="T14" fmla="*/ 1 w 8"/>
                <a:gd name="T15" fmla="*/ 1 h 7"/>
                <a:gd name="T16" fmla="*/ 1 w 8"/>
                <a:gd name="T17" fmla="*/ 3 h 7"/>
                <a:gd name="T18" fmla="*/ 2 w 8"/>
                <a:gd name="T19" fmla="*/ 4 h 7"/>
                <a:gd name="T20" fmla="*/ 3 w 8"/>
                <a:gd name="T21" fmla="*/ 5 h 7"/>
                <a:gd name="T22" fmla="*/ 3 w 8"/>
                <a:gd name="T23" fmla="*/ 6 h 7"/>
                <a:gd name="T24" fmla="*/ 5 w 8"/>
                <a:gd name="T25" fmla="*/ 7 h 7"/>
                <a:gd name="T26" fmla="*/ 6 w 8"/>
                <a:gd name="T27" fmla="*/ 7 h 7"/>
                <a:gd name="T28" fmla="*/ 6 w 8"/>
                <a:gd name="T29" fmla="*/ 7 h 7"/>
                <a:gd name="T30" fmla="*/ 7 w 8"/>
                <a:gd name="T31" fmla="*/ 6 h 7"/>
                <a:gd name="T32" fmla="*/ 8 w 8"/>
                <a:gd name="T33" fmla="*/ 6 h 7"/>
                <a:gd name="T34" fmla="*/ 6 w 8"/>
                <a:gd name="T35" fmla="*/ 5 h 7"/>
                <a:gd name="T36" fmla="*/ 5 w 8"/>
                <a:gd name="T37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8" h="7">
                  <a:moveTo>
                    <a:pt x="5" y="5"/>
                  </a:moveTo>
                  <a:cubicBezTo>
                    <a:pt x="5" y="4"/>
                    <a:pt x="4" y="4"/>
                    <a:pt x="4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1" y="1"/>
                    <a:pt x="1" y="1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1" y="1"/>
                    <a:pt x="1" y="1"/>
                  </a:cubicBezTo>
                  <a:cubicBezTo>
                    <a:pt x="1" y="2"/>
                    <a:pt x="1" y="2"/>
                    <a:pt x="1" y="3"/>
                  </a:cubicBezTo>
                  <a:cubicBezTo>
                    <a:pt x="1" y="3"/>
                    <a:pt x="2" y="4"/>
                    <a:pt x="2" y="4"/>
                  </a:cubicBezTo>
                  <a:cubicBezTo>
                    <a:pt x="2" y="4"/>
                    <a:pt x="2" y="5"/>
                    <a:pt x="3" y="5"/>
                  </a:cubicBezTo>
                  <a:cubicBezTo>
                    <a:pt x="3" y="5"/>
                    <a:pt x="3" y="6"/>
                    <a:pt x="3" y="6"/>
                  </a:cubicBezTo>
                  <a:cubicBezTo>
                    <a:pt x="4" y="6"/>
                    <a:pt x="4" y="7"/>
                    <a:pt x="5" y="7"/>
                  </a:cubicBezTo>
                  <a:cubicBezTo>
                    <a:pt x="5" y="7"/>
                    <a:pt x="5" y="7"/>
                    <a:pt x="6" y="7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6" y="7"/>
                    <a:pt x="7" y="7"/>
                    <a:pt x="7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8" y="5"/>
                    <a:pt x="7" y="5"/>
                    <a:pt x="6" y="5"/>
                  </a:cubicBezTo>
                  <a:cubicBezTo>
                    <a:pt x="6" y="5"/>
                    <a:pt x="6" y="5"/>
                    <a:pt x="5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225"/>
            <p:cNvSpPr>
              <a:spLocks noEditPoints="1"/>
            </p:cNvSpPr>
            <p:nvPr userDrawn="1"/>
          </p:nvSpPr>
          <p:spPr bwMode="auto">
            <a:xfrm>
              <a:off x="1562100" y="4638675"/>
              <a:ext cx="96838" cy="168275"/>
            </a:xfrm>
            <a:custGeom>
              <a:avLst/>
              <a:gdLst>
                <a:gd name="T0" fmla="*/ 12 w 14"/>
                <a:gd name="T1" fmla="*/ 5 h 24"/>
                <a:gd name="T2" fmla="*/ 14 w 14"/>
                <a:gd name="T3" fmla="*/ 2 h 24"/>
                <a:gd name="T4" fmla="*/ 13 w 14"/>
                <a:gd name="T5" fmla="*/ 1 h 24"/>
                <a:gd name="T6" fmla="*/ 11 w 14"/>
                <a:gd name="T7" fmla="*/ 4 h 24"/>
                <a:gd name="T8" fmla="*/ 10 w 14"/>
                <a:gd name="T9" fmla="*/ 5 h 24"/>
                <a:gd name="T10" fmla="*/ 9 w 14"/>
                <a:gd name="T11" fmla="*/ 7 h 24"/>
                <a:gd name="T12" fmla="*/ 10 w 14"/>
                <a:gd name="T13" fmla="*/ 9 h 24"/>
                <a:gd name="T14" fmla="*/ 8 w 14"/>
                <a:gd name="T15" fmla="*/ 6 h 24"/>
                <a:gd name="T16" fmla="*/ 9 w 14"/>
                <a:gd name="T17" fmla="*/ 3 h 24"/>
                <a:gd name="T18" fmla="*/ 9 w 14"/>
                <a:gd name="T19" fmla="*/ 0 h 24"/>
                <a:gd name="T20" fmla="*/ 7 w 14"/>
                <a:gd name="T21" fmla="*/ 2 h 24"/>
                <a:gd name="T22" fmla="*/ 5 w 14"/>
                <a:gd name="T23" fmla="*/ 5 h 24"/>
                <a:gd name="T24" fmla="*/ 3 w 14"/>
                <a:gd name="T25" fmla="*/ 6 h 24"/>
                <a:gd name="T26" fmla="*/ 4 w 14"/>
                <a:gd name="T27" fmla="*/ 8 h 24"/>
                <a:gd name="T28" fmla="*/ 2 w 14"/>
                <a:gd name="T29" fmla="*/ 8 h 24"/>
                <a:gd name="T30" fmla="*/ 2 w 14"/>
                <a:gd name="T31" fmla="*/ 11 h 24"/>
                <a:gd name="T32" fmla="*/ 4 w 14"/>
                <a:gd name="T33" fmla="*/ 11 h 24"/>
                <a:gd name="T34" fmla="*/ 5 w 14"/>
                <a:gd name="T35" fmla="*/ 9 h 24"/>
                <a:gd name="T36" fmla="*/ 5 w 14"/>
                <a:gd name="T37" fmla="*/ 11 h 24"/>
                <a:gd name="T38" fmla="*/ 9 w 14"/>
                <a:gd name="T39" fmla="*/ 9 h 24"/>
                <a:gd name="T40" fmla="*/ 7 w 14"/>
                <a:gd name="T41" fmla="*/ 12 h 24"/>
                <a:gd name="T42" fmla="*/ 4 w 14"/>
                <a:gd name="T43" fmla="*/ 13 h 24"/>
                <a:gd name="T44" fmla="*/ 5 w 14"/>
                <a:gd name="T45" fmla="*/ 14 h 24"/>
                <a:gd name="T46" fmla="*/ 9 w 14"/>
                <a:gd name="T47" fmla="*/ 11 h 24"/>
                <a:gd name="T48" fmla="*/ 8 w 14"/>
                <a:gd name="T49" fmla="*/ 15 h 24"/>
                <a:gd name="T50" fmla="*/ 6 w 14"/>
                <a:gd name="T51" fmla="*/ 18 h 24"/>
                <a:gd name="T52" fmla="*/ 4 w 14"/>
                <a:gd name="T53" fmla="*/ 20 h 24"/>
                <a:gd name="T54" fmla="*/ 0 w 14"/>
                <a:gd name="T55" fmla="*/ 22 h 24"/>
                <a:gd name="T56" fmla="*/ 4 w 14"/>
                <a:gd name="T57" fmla="*/ 21 h 24"/>
                <a:gd name="T58" fmla="*/ 8 w 14"/>
                <a:gd name="T59" fmla="*/ 18 h 24"/>
                <a:gd name="T60" fmla="*/ 8 w 14"/>
                <a:gd name="T61" fmla="*/ 22 h 24"/>
                <a:gd name="T62" fmla="*/ 6 w 14"/>
                <a:gd name="T63" fmla="*/ 23 h 24"/>
                <a:gd name="T64" fmla="*/ 9 w 14"/>
                <a:gd name="T65" fmla="*/ 23 h 24"/>
                <a:gd name="T66" fmla="*/ 11 w 14"/>
                <a:gd name="T67" fmla="*/ 21 h 24"/>
                <a:gd name="T68" fmla="*/ 9 w 14"/>
                <a:gd name="T69" fmla="*/ 18 h 24"/>
                <a:gd name="T70" fmla="*/ 11 w 14"/>
                <a:gd name="T71" fmla="*/ 17 h 24"/>
                <a:gd name="T72" fmla="*/ 9 w 14"/>
                <a:gd name="T73" fmla="*/ 14 h 24"/>
                <a:gd name="T74" fmla="*/ 14 w 14"/>
                <a:gd name="T75" fmla="*/ 9 h 24"/>
                <a:gd name="T76" fmla="*/ 11 w 14"/>
                <a:gd name="T77" fmla="*/ 9 h 24"/>
                <a:gd name="T78" fmla="*/ 12 w 14"/>
                <a:gd name="T79" fmla="*/ 6 h 24"/>
                <a:gd name="T80" fmla="*/ 5 w 14"/>
                <a:gd name="T81" fmla="*/ 6 h 24"/>
                <a:gd name="T82" fmla="*/ 7 w 14"/>
                <a:gd name="T83" fmla="*/ 8 h 24"/>
                <a:gd name="T84" fmla="*/ 7 w 14"/>
                <a:gd name="T85" fmla="*/ 8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" h="24">
                  <a:moveTo>
                    <a:pt x="12" y="6"/>
                  </a:moveTo>
                  <a:cubicBezTo>
                    <a:pt x="12" y="6"/>
                    <a:pt x="12" y="6"/>
                    <a:pt x="12" y="6"/>
                  </a:cubicBezTo>
                  <a:cubicBezTo>
                    <a:pt x="12" y="6"/>
                    <a:pt x="12" y="5"/>
                    <a:pt x="12" y="5"/>
                  </a:cubicBezTo>
                  <a:cubicBezTo>
                    <a:pt x="12" y="5"/>
                    <a:pt x="13" y="4"/>
                    <a:pt x="13" y="3"/>
                  </a:cubicBezTo>
                  <a:cubicBezTo>
                    <a:pt x="13" y="3"/>
                    <a:pt x="13" y="3"/>
                    <a:pt x="14" y="3"/>
                  </a:cubicBezTo>
                  <a:cubicBezTo>
                    <a:pt x="14" y="3"/>
                    <a:pt x="14" y="2"/>
                    <a:pt x="14" y="2"/>
                  </a:cubicBezTo>
                  <a:cubicBezTo>
                    <a:pt x="14" y="2"/>
                    <a:pt x="14" y="2"/>
                    <a:pt x="13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1"/>
                    <a:pt x="12" y="1"/>
                    <a:pt x="12" y="1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3"/>
                    <a:pt x="12" y="4"/>
                    <a:pt x="11" y="4"/>
                  </a:cubicBezTo>
                  <a:cubicBezTo>
                    <a:pt x="11" y="5"/>
                    <a:pt x="11" y="6"/>
                    <a:pt x="10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9" y="5"/>
                    <a:pt x="8" y="5"/>
                    <a:pt x="8" y="5"/>
                  </a:cubicBezTo>
                  <a:cubicBezTo>
                    <a:pt x="9" y="5"/>
                    <a:pt x="9" y="5"/>
                    <a:pt x="9" y="6"/>
                  </a:cubicBezTo>
                  <a:cubicBezTo>
                    <a:pt x="9" y="6"/>
                    <a:pt x="9" y="7"/>
                    <a:pt x="9" y="7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0" y="8"/>
                    <a:pt x="10" y="9"/>
                    <a:pt x="10" y="9"/>
                  </a:cubicBezTo>
                  <a:cubicBezTo>
                    <a:pt x="10" y="9"/>
                    <a:pt x="9" y="9"/>
                    <a:pt x="8" y="9"/>
                  </a:cubicBezTo>
                  <a:cubicBezTo>
                    <a:pt x="8" y="8"/>
                    <a:pt x="7" y="7"/>
                    <a:pt x="8" y="7"/>
                  </a:cubicBezTo>
                  <a:cubicBezTo>
                    <a:pt x="8" y="7"/>
                    <a:pt x="8" y="7"/>
                    <a:pt x="8" y="6"/>
                  </a:cubicBezTo>
                  <a:cubicBezTo>
                    <a:pt x="9" y="6"/>
                    <a:pt x="8" y="5"/>
                    <a:pt x="8" y="5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3"/>
                  </a:cubicBezTo>
                  <a:cubicBezTo>
                    <a:pt x="9" y="3"/>
                    <a:pt x="10" y="2"/>
                    <a:pt x="10" y="2"/>
                  </a:cubicBezTo>
                  <a:cubicBezTo>
                    <a:pt x="10" y="2"/>
                    <a:pt x="10" y="1"/>
                    <a:pt x="10" y="1"/>
                  </a:cubicBezTo>
                  <a:cubicBezTo>
                    <a:pt x="10" y="1"/>
                    <a:pt x="10" y="0"/>
                    <a:pt x="9" y="0"/>
                  </a:cubicBezTo>
                  <a:cubicBezTo>
                    <a:pt x="9" y="0"/>
                    <a:pt x="9" y="0"/>
                    <a:pt x="8" y="0"/>
                  </a:cubicBezTo>
                  <a:cubicBezTo>
                    <a:pt x="8" y="0"/>
                    <a:pt x="7" y="0"/>
                    <a:pt x="7" y="0"/>
                  </a:cubicBezTo>
                  <a:cubicBezTo>
                    <a:pt x="7" y="1"/>
                    <a:pt x="7" y="1"/>
                    <a:pt x="7" y="2"/>
                  </a:cubicBezTo>
                  <a:cubicBezTo>
                    <a:pt x="7" y="3"/>
                    <a:pt x="7" y="3"/>
                    <a:pt x="7" y="4"/>
                  </a:cubicBezTo>
                  <a:cubicBezTo>
                    <a:pt x="7" y="4"/>
                    <a:pt x="7" y="4"/>
                    <a:pt x="7" y="5"/>
                  </a:cubicBezTo>
                  <a:cubicBezTo>
                    <a:pt x="7" y="5"/>
                    <a:pt x="6" y="5"/>
                    <a:pt x="5" y="5"/>
                  </a:cubicBezTo>
                  <a:cubicBezTo>
                    <a:pt x="5" y="5"/>
                    <a:pt x="4" y="5"/>
                    <a:pt x="4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3" y="6"/>
                    <a:pt x="2" y="7"/>
                    <a:pt x="2" y="7"/>
                  </a:cubicBezTo>
                  <a:cubicBezTo>
                    <a:pt x="2" y="7"/>
                    <a:pt x="3" y="7"/>
                    <a:pt x="3" y="7"/>
                  </a:cubicBezTo>
                  <a:cubicBezTo>
                    <a:pt x="3" y="7"/>
                    <a:pt x="3" y="7"/>
                    <a:pt x="4" y="8"/>
                  </a:cubicBezTo>
                  <a:cubicBezTo>
                    <a:pt x="4" y="8"/>
                    <a:pt x="4" y="8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3" y="9"/>
                    <a:pt x="3" y="8"/>
                    <a:pt x="2" y="8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0"/>
                    <a:pt x="2" y="11"/>
                    <a:pt x="2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3" y="11"/>
                    <a:pt x="3" y="12"/>
                    <a:pt x="3" y="12"/>
                  </a:cubicBezTo>
                  <a:cubicBezTo>
                    <a:pt x="4" y="12"/>
                    <a:pt x="4" y="11"/>
                    <a:pt x="4" y="11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5" y="10"/>
                    <a:pt x="5" y="9"/>
                    <a:pt x="5" y="9"/>
                  </a:cubicBezTo>
                  <a:cubicBezTo>
                    <a:pt x="5" y="9"/>
                    <a:pt x="5" y="8"/>
                    <a:pt x="5" y="8"/>
                  </a:cubicBezTo>
                  <a:cubicBezTo>
                    <a:pt x="6" y="8"/>
                    <a:pt x="6" y="9"/>
                    <a:pt x="6" y="9"/>
                  </a:cubicBezTo>
                  <a:cubicBezTo>
                    <a:pt x="6" y="10"/>
                    <a:pt x="5" y="10"/>
                    <a:pt x="5" y="11"/>
                  </a:cubicBezTo>
                  <a:cubicBezTo>
                    <a:pt x="5" y="11"/>
                    <a:pt x="6" y="10"/>
                    <a:pt x="6" y="10"/>
                  </a:cubicBezTo>
                  <a:cubicBezTo>
                    <a:pt x="6" y="10"/>
                    <a:pt x="6" y="9"/>
                    <a:pt x="7" y="9"/>
                  </a:cubicBezTo>
                  <a:cubicBezTo>
                    <a:pt x="7" y="10"/>
                    <a:pt x="8" y="10"/>
                    <a:pt x="9" y="9"/>
                  </a:cubicBezTo>
                  <a:cubicBezTo>
                    <a:pt x="9" y="9"/>
                    <a:pt x="9" y="10"/>
                    <a:pt x="9" y="10"/>
                  </a:cubicBezTo>
                  <a:cubicBezTo>
                    <a:pt x="9" y="11"/>
                    <a:pt x="8" y="11"/>
                    <a:pt x="8" y="11"/>
                  </a:cubicBezTo>
                  <a:cubicBezTo>
                    <a:pt x="8" y="11"/>
                    <a:pt x="7" y="11"/>
                    <a:pt x="7" y="12"/>
                  </a:cubicBezTo>
                  <a:cubicBezTo>
                    <a:pt x="7" y="12"/>
                    <a:pt x="6" y="12"/>
                    <a:pt x="6" y="12"/>
                  </a:cubicBezTo>
                  <a:cubicBezTo>
                    <a:pt x="6" y="12"/>
                    <a:pt x="5" y="13"/>
                    <a:pt x="5" y="13"/>
                  </a:cubicBezTo>
                  <a:cubicBezTo>
                    <a:pt x="5" y="13"/>
                    <a:pt x="5" y="13"/>
                    <a:pt x="4" y="13"/>
                  </a:cubicBezTo>
                  <a:cubicBezTo>
                    <a:pt x="4" y="13"/>
                    <a:pt x="3" y="14"/>
                    <a:pt x="3" y="14"/>
                  </a:cubicBezTo>
                  <a:cubicBezTo>
                    <a:pt x="3" y="15"/>
                    <a:pt x="4" y="15"/>
                    <a:pt x="4" y="15"/>
                  </a:cubicBezTo>
                  <a:cubicBezTo>
                    <a:pt x="5" y="15"/>
                    <a:pt x="5" y="14"/>
                    <a:pt x="5" y="14"/>
                  </a:cubicBezTo>
                  <a:cubicBezTo>
                    <a:pt x="6" y="14"/>
                    <a:pt x="6" y="14"/>
                    <a:pt x="6" y="13"/>
                  </a:cubicBezTo>
                  <a:cubicBezTo>
                    <a:pt x="7" y="13"/>
                    <a:pt x="7" y="13"/>
                    <a:pt x="8" y="12"/>
                  </a:cubicBezTo>
                  <a:cubicBezTo>
                    <a:pt x="8" y="12"/>
                    <a:pt x="8" y="11"/>
                    <a:pt x="9" y="11"/>
                  </a:cubicBezTo>
                  <a:cubicBezTo>
                    <a:pt x="9" y="11"/>
                    <a:pt x="10" y="11"/>
                    <a:pt x="10" y="11"/>
                  </a:cubicBezTo>
                  <a:cubicBezTo>
                    <a:pt x="9" y="13"/>
                    <a:pt x="9" y="14"/>
                    <a:pt x="7" y="14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6"/>
                  </a:cubicBezTo>
                  <a:cubicBezTo>
                    <a:pt x="8" y="16"/>
                    <a:pt x="7" y="17"/>
                    <a:pt x="7" y="17"/>
                  </a:cubicBezTo>
                  <a:cubicBezTo>
                    <a:pt x="6" y="17"/>
                    <a:pt x="6" y="18"/>
                    <a:pt x="6" y="18"/>
                  </a:cubicBezTo>
                  <a:cubicBezTo>
                    <a:pt x="5" y="18"/>
                    <a:pt x="5" y="18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20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3" y="20"/>
                    <a:pt x="3" y="20"/>
                    <a:pt x="2" y="20"/>
                  </a:cubicBezTo>
                  <a:cubicBezTo>
                    <a:pt x="2" y="21"/>
                    <a:pt x="0" y="21"/>
                    <a:pt x="0" y="22"/>
                  </a:cubicBezTo>
                  <a:cubicBezTo>
                    <a:pt x="1" y="23"/>
                    <a:pt x="2" y="22"/>
                    <a:pt x="3" y="23"/>
                  </a:cubicBezTo>
                  <a:cubicBezTo>
                    <a:pt x="3" y="22"/>
                    <a:pt x="3" y="22"/>
                    <a:pt x="4" y="22"/>
                  </a:cubicBezTo>
                  <a:cubicBezTo>
                    <a:pt x="4" y="22"/>
                    <a:pt x="4" y="22"/>
                    <a:pt x="4" y="21"/>
                  </a:cubicBezTo>
                  <a:cubicBezTo>
                    <a:pt x="5" y="21"/>
                    <a:pt x="6" y="20"/>
                    <a:pt x="6" y="20"/>
                  </a:cubicBezTo>
                  <a:cubicBezTo>
                    <a:pt x="6" y="19"/>
                    <a:pt x="7" y="19"/>
                    <a:pt x="7" y="18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9" y="18"/>
                    <a:pt x="8" y="19"/>
                    <a:pt x="8" y="20"/>
                  </a:cubicBezTo>
                  <a:cubicBezTo>
                    <a:pt x="8" y="21"/>
                    <a:pt x="9" y="21"/>
                    <a:pt x="9" y="21"/>
                  </a:cubicBezTo>
                  <a:cubicBezTo>
                    <a:pt x="9" y="22"/>
                    <a:pt x="8" y="21"/>
                    <a:pt x="8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7" y="22"/>
                    <a:pt x="6" y="22"/>
                    <a:pt x="5" y="22"/>
                  </a:cubicBezTo>
                  <a:cubicBezTo>
                    <a:pt x="5" y="23"/>
                    <a:pt x="6" y="23"/>
                    <a:pt x="6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3"/>
                    <a:pt x="8" y="23"/>
                    <a:pt x="8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10" y="24"/>
                    <a:pt x="10" y="23"/>
                  </a:cubicBezTo>
                  <a:cubicBezTo>
                    <a:pt x="10" y="23"/>
                    <a:pt x="11" y="23"/>
                    <a:pt x="11" y="23"/>
                  </a:cubicBezTo>
                  <a:cubicBezTo>
                    <a:pt x="12" y="22"/>
                    <a:pt x="11" y="22"/>
                    <a:pt x="11" y="21"/>
                  </a:cubicBezTo>
                  <a:cubicBezTo>
                    <a:pt x="10" y="21"/>
                    <a:pt x="10" y="20"/>
                    <a:pt x="10" y="20"/>
                  </a:cubicBezTo>
                  <a:cubicBezTo>
                    <a:pt x="10" y="20"/>
                    <a:pt x="10" y="19"/>
                    <a:pt x="10" y="19"/>
                  </a:cubicBezTo>
                  <a:cubicBezTo>
                    <a:pt x="10" y="19"/>
                    <a:pt x="9" y="19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8"/>
                    <a:pt x="9" y="17"/>
                    <a:pt x="9" y="17"/>
                  </a:cubicBezTo>
                  <a:cubicBezTo>
                    <a:pt x="10" y="17"/>
                    <a:pt x="10" y="17"/>
                    <a:pt x="11" y="17"/>
                  </a:cubicBezTo>
                  <a:cubicBezTo>
                    <a:pt x="12" y="17"/>
                    <a:pt x="12" y="16"/>
                    <a:pt x="12" y="15"/>
                  </a:cubicBezTo>
                  <a:cubicBezTo>
                    <a:pt x="12" y="15"/>
                    <a:pt x="11" y="15"/>
                    <a:pt x="11" y="15"/>
                  </a:cubicBezTo>
                  <a:cubicBezTo>
                    <a:pt x="11" y="14"/>
                    <a:pt x="10" y="14"/>
                    <a:pt x="9" y="14"/>
                  </a:cubicBezTo>
                  <a:cubicBezTo>
                    <a:pt x="10" y="13"/>
                    <a:pt x="10" y="12"/>
                    <a:pt x="11" y="12"/>
                  </a:cubicBezTo>
                  <a:cubicBezTo>
                    <a:pt x="11" y="12"/>
                    <a:pt x="12" y="12"/>
                    <a:pt x="12" y="11"/>
                  </a:cubicBezTo>
                  <a:cubicBezTo>
                    <a:pt x="13" y="11"/>
                    <a:pt x="13" y="9"/>
                    <a:pt x="14" y="9"/>
                  </a:cubicBezTo>
                  <a:cubicBezTo>
                    <a:pt x="13" y="9"/>
                    <a:pt x="14" y="9"/>
                    <a:pt x="14" y="8"/>
                  </a:cubicBezTo>
                  <a:cubicBezTo>
                    <a:pt x="14" y="8"/>
                    <a:pt x="13" y="8"/>
                    <a:pt x="13" y="8"/>
                  </a:cubicBezTo>
                  <a:cubicBezTo>
                    <a:pt x="12" y="8"/>
                    <a:pt x="12" y="8"/>
                    <a:pt x="11" y="9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1" y="8"/>
                    <a:pt x="11" y="8"/>
                    <a:pt x="11" y="7"/>
                  </a:cubicBezTo>
                  <a:cubicBezTo>
                    <a:pt x="11" y="7"/>
                    <a:pt x="11" y="7"/>
                    <a:pt x="12" y="6"/>
                  </a:cubicBezTo>
                  <a:close/>
                  <a:moveTo>
                    <a:pt x="5" y="8"/>
                  </a:moveTo>
                  <a:cubicBezTo>
                    <a:pt x="4" y="7"/>
                    <a:pt x="4" y="7"/>
                    <a:pt x="4" y="6"/>
                  </a:cubicBezTo>
                  <a:cubicBezTo>
                    <a:pt x="4" y="6"/>
                    <a:pt x="5" y="6"/>
                    <a:pt x="5" y="6"/>
                  </a:cubicBezTo>
                  <a:cubicBezTo>
                    <a:pt x="5" y="6"/>
                    <a:pt x="5" y="6"/>
                    <a:pt x="6" y="6"/>
                  </a:cubicBezTo>
                  <a:cubicBezTo>
                    <a:pt x="6" y="7"/>
                    <a:pt x="5" y="7"/>
                    <a:pt x="5" y="8"/>
                  </a:cubicBezTo>
                  <a:close/>
                  <a:moveTo>
                    <a:pt x="7" y="8"/>
                  </a:moveTo>
                  <a:cubicBezTo>
                    <a:pt x="6" y="8"/>
                    <a:pt x="6" y="8"/>
                    <a:pt x="5" y="8"/>
                  </a:cubicBezTo>
                  <a:cubicBezTo>
                    <a:pt x="6" y="7"/>
                    <a:pt x="6" y="6"/>
                    <a:pt x="6" y="6"/>
                  </a:cubicBezTo>
                  <a:cubicBezTo>
                    <a:pt x="7" y="6"/>
                    <a:pt x="7" y="7"/>
                    <a:pt x="7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9" name="Freeform 226"/>
            <p:cNvSpPr/>
            <p:nvPr userDrawn="1"/>
          </p:nvSpPr>
          <p:spPr bwMode="auto">
            <a:xfrm>
              <a:off x="1555750" y="4737100"/>
              <a:ext cx="20638" cy="34925"/>
            </a:xfrm>
            <a:custGeom>
              <a:avLst/>
              <a:gdLst>
                <a:gd name="T0" fmla="*/ 3 w 3"/>
                <a:gd name="T1" fmla="*/ 4 h 5"/>
                <a:gd name="T2" fmla="*/ 3 w 3"/>
                <a:gd name="T3" fmla="*/ 2 h 5"/>
                <a:gd name="T4" fmla="*/ 3 w 3"/>
                <a:gd name="T5" fmla="*/ 1 h 5"/>
                <a:gd name="T6" fmla="*/ 1 w 3"/>
                <a:gd name="T7" fmla="*/ 0 h 5"/>
                <a:gd name="T8" fmla="*/ 1 w 3"/>
                <a:gd name="T9" fmla="*/ 1 h 5"/>
                <a:gd name="T10" fmla="*/ 1 w 3"/>
                <a:gd name="T11" fmla="*/ 3 h 5"/>
                <a:gd name="T12" fmla="*/ 1 w 3"/>
                <a:gd name="T13" fmla="*/ 3 h 5"/>
                <a:gd name="T14" fmla="*/ 1 w 3"/>
                <a:gd name="T15" fmla="*/ 4 h 5"/>
                <a:gd name="T16" fmla="*/ 0 w 3"/>
                <a:gd name="T17" fmla="*/ 4 h 5"/>
                <a:gd name="T18" fmla="*/ 0 w 3"/>
                <a:gd name="T19" fmla="*/ 5 h 5"/>
                <a:gd name="T20" fmla="*/ 1 w 3"/>
                <a:gd name="T21" fmla="*/ 5 h 5"/>
                <a:gd name="T22" fmla="*/ 3 w 3"/>
                <a:gd name="T23" fmla="*/ 5 h 5"/>
                <a:gd name="T24" fmla="*/ 3 w 3"/>
                <a:gd name="T25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" h="5">
                  <a:moveTo>
                    <a:pt x="3" y="4"/>
                  </a:moveTo>
                  <a:cubicBezTo>
                    <a:pt x="3" y="3"/>
                    <a:pt x="3" y="2"/>
                    <a:pt x="3" y="2"/>
                  </a:cubicBezTo>
                  <a:cubicBezTo>
                    <a:pt x="3" y="2"/>
                    <a:pt x="3" y="2"/>
                    <a:pt x="3" y="1"/>
                  </a:cubicBezTo>
                  <a:cubicBezTo>
                    <a:pt x="2" y="1"/>
                    <a:pt x="2" y="0"/>
                    <a:pt x="1" y="0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1" y="2"/>
                    <a:pt x="1" y="2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4"/>
                  </a:cubicBezTo>
                  <a:cubicBezTo>
                    <a:pt x="1" y="4"/>
                    <a:pt x="0" y="4"/>
                    <a:pt x="0" y="4"/>
                  </a:cubicBezTo>
                  <a:cubicBezTo>
                    <a:pt x="0" y="4"/>
                    <a:pt x="0" y="5"/>
                    <a:pt x="0" y="5"/>
                  </a:cubicBezTo>
                  <a:cubicBezTo>
                    <a:pt x="0" y="5"/>
                    <a:pt x="1" y="5"/>
                    <a:pt x="1" y="5"/>
                  </a:cubicBezTo>
                  <a:cubicBezTo>
                    <a:pt x="2" y="5"/>
                    <a:pt x="2" y="5"/>
                    <a:pt x="3" y="5"/>
                  </a:cubicBezTo>
                  <a:cubicBezTo>
                    <a:pt x="3" y="5"/>
                    <a:pt x="3" y="4"/>
                    <a:pt x="3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227"/>
            <p:cNvSpPr/>
            <p:nvPr userDrawn="1"/>
          </p:nvSpPr>
          <p:spPr bwMode="auto">
            <a:xfrm>
              <a:off x="808038" y="4652963"/>
              <a:ext cx="20638" cy="20638"/>
            </a:xfrm>
            <a:custGeom>
              <a:avLst/>
              <a:gdLst>
                <a:gd name="T0" fmla="*/ 1 w 3"/>
                <a:gd name="T1" fmla="*/ 2 h 3"/>
                <a:gd name="T2" fmla="*/ 3 w 3"/>
                <a:gd name="T3" fmla="*/ 2 h 3"/>
                <a:gd name="T4" fmla="*/ 3 w 3"/>
                <a:gd name="T5" fmla="*/ 1 h 3"/>
                <a:gd name="T6" fmla="*/ 2 w 3"/>
                <a:gd name="T7" fmla="*/ 0 h 3"/>
                <a:gd name="T8" fmla="*/ 0 w 3"/>
                <a:gd name="T9" fmla="*/ 1 h 3"/>
                <a:gd name="T10" fmla="*/ 1 w 3"/>
                <a:gd name="T11" fmla="*/ 2 h 3"/>
                <a:gd name="T12" fmla="*/ 1 w 3"/>
                <a:gd name="T13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3">
                  <a:moveTo>
                    <a:pt x="1" y="2"/>
                  </a:moveTo>
                  <a:cubicBezTo>
                    <a:pt x="2" y="2"/>
                    <a:pt x="3" y="3"/>
                    <a:pt x="3" y="2"/>
                  </a:cubicBezTo>
                  <a:cubicBezTo>
                    <a:pt x="3" y="2"/>
                    <a:pt x="3" y="1"/>
                    <a:pt x="3" y="1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"/>
                    <a:pt x="0" y="1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228"/>
            <p:cNvSpPr/>
            <p:nvPr userDrawn="1"/>
          </p:nvSpPr>
          <p:spPr bwMode="auto">
            <a:xfrm>
              <a:off x="781050" y="4667250"/>
              <a:ext cx="69850" cy="41275"/>
            </a:xfrm>
            <a:custGeom>
              <a:avLst/>
              <a:gdLst>
                <a:gd name="T0" fmla="*/ 1 w 10"/>
                <a:gd name="T1" fmla="*/ 6 h 6"/>
                <a:gd name="T2" fmla="*/ 3 w 10"/>
                <a:gd name="T3" fmla="*/ 6 h 6"/>
                <a:gd name="T4" fmla="*/ 3 w 10"/>
                <a:gd name="T5" fmla="*/ 5 h 6"/>
                <a:gd name="T6" fmla="*/ 4 w 10"/>
                <a:gd name="T7" fmla="*/ 5 h 6"/>
                <a:gd name="T8" fmla="*/ 5 w 10"/>
                <a:gd name="T9" fmla="*/ 4 h 6"/>
                <a:gd name="T10" fmla="*/ 6 w 10"/>
                <a:gd name="T11" fmla="*/ 3 h 6"/>
                <a:gd name="T12" fmla="*/ 7 w 10"/>
                <a:gd name="T13" fmla="*/ 2 h 6"/>
                <a:gd name="T14" fmla="*/ 10 w 10"/>
                <a:gd name="T15" fmla="*/ 0 h 6"/>
                <a:gd name="T16" fmla="*/ 9 w 10"/>
                <a:gd name="T17" fmla="*/ 0 h 6"/>
                <a:gd name="T18" fmla="*/ 9 w 10"/>
                <a:gd name="T19" fmla="*/ 0 h 6"/>
                <a:gd name="T20" fmla="*/ 7 w 10"/>
                <a:gd name="T21" fmla="*/ 1 h 6"/>
                <a:gd name="T22" fmla="*/ 6 w 10"/>
                <a:gd name="T23" fmla="*/ 2 h 6"/>
                <a:gd name="T24" fmla="*/ 5 w 10"/>
                <a:gd name="T25" fmla="*/ 2 h 6"/>
                <a:gd name="T26" fmla="*/ 5 w 10"/>
                <a:gd name="T27" fmla="*/ 2 h 6"/>
                <a:gd name="T28" fmla="*/ 3 w 10"/>
                <a:gd name="T29" fmla="*/ 3 h 6"/>
                <a:gd name="T30" fmla="*/ 2 w 10"/>
                <a:gd name="T31" fmla="*/ 4 h 6"/>
                <a:gd name="T32" fmla="*/ 0 w 10"/>
                <a:gd name="T33" fmla="*/ 5 h 6"/>
                <a:gd name="T34" fmla="*/ 0 w 10"/>
                <a:gd name="T35" fmla="*/ 6 h 6"/>
                <a:gd name="T36" fmla="*/ 1 w 10"/>
                <a:gd name="T37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" h="6">
                  <a:moveTo>
                    <a:pt x="1" y="6"/>
                  </a:moveTo>
                  <a:cubicBezTo>
                    <a:pt x="1" y="6"/>
                    <a:pt x="2" y="6"/>
                    <a:pt x="3" y="6"/>
                  </a:cubicBezTo>
                  <a:cubicBezTo>
                    <a:pt x="3" y="6"/>
                    <a:pt x="3" y="6"/>
                    <a:pt x="3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4"/>
                    <a:pt x="4" y="4"/>
                    <a:pt x="5" y="4"/>
                  </a:cubicBezTo>
                  <a:cubicBezTo>
                    <a:pt x="5" y="4"/>
                    <a:pt x="6" y="3"/>
                    <a:pt x="6" y="3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1"/>
                    <a:pt x="10" y="0"/>
                  </a:cubicBezTo>
                  <a:cubicBezTo>
                    <a:pt x="10" y="0"/>
                    <a:pt x="10" y="0"/>
                    <a:pt x="9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8" y="0"/>
                    <a:pt x="8" y="1"/>
                    <a:pt x="7" y="1"/>
                  </a:cubicBezTo>
                  <a:cubicBezTo>
                    <a:pt x="7" y="1"/>
                    <a:pt x="6" y="2"/>
                    <a:pt x="6" y="2"/>
                  </a:cubicBezTo>
                  <a:cubicBezTo>
                    <a:pt x="6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3"/>
                    <a:pt x="4" y="3"/>
                    <a:pt x="3" y="3"/>
                  </a:cubicBezTo>
                  <a:cubicBezTo>
                    <a:pt x="3" y="3"/>
                    <a:pt x="2" y="4"/>
                    <a:pt x="2" y="4"/>
                  </a:cubicBezTo>
                  <a:cubicBezTo>
                    <a:pt x="1" y="4"/>
                    <a:pt x="0" y="5"/>
                    <a:pt x="0" y="5"/>
                  </a:cubicBezTo>
                  <a:cubicBezTo>
                    <a:pt x="0" y="5"/>
                    <a:pt x="0" y="5"/>
                    <a:pt x="0" y="6"/>
                  </a:cubicBezTo>
                  <a:cubicBezTo>
                    <a:pt x="0" y="6"/>
                    <a:pt x="0" y="6"/>
                    <a:pt x="1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229"/>
            <p:cNvSpPr/>
            <p:nvPr userDrawn="1"/>
          </p:nvSpPr>
          <p:spPr bwMode="auto">
            <a:xfrm>
              <a:off x="808038" y="4694238"/>
              <a:ext cx="42863" cy="42863"/>
            </a:xfrm>
            <a:custGeom>
              <a:avLst/>
              <a:gdLst>
                <a:gd name="T0" fmla="*/ 5 w 6"/>
                <a:gd name="T1" fmla="*/ 3 h 6"/>
                <a:gd name="T2" fmla="*/ 4 w 6"/>
                <a:gd name="T3" fmla="*/ 3 h 6"/>
                <a:gd name="T4" fmla="*/ 5 w 6"/>
                <a:gd name="T5" fmla="*/ 3 h 6"/>
                <a:gd name="T6" fmla="*/ 5 w 6"/>
                <a:gd name="T7" fmla="*/ 2 h 6"/>
                <a:gd name="T8" fmla="*/ 6 w 6"/>
                <a:gd name="T9" fmla="*/ 1 h 6"/>
                <a:gd name="T10" fmla="*/ 4 w 6"/>
                <a:gd name="T11" fmla="*/ 0 h 6"/>
                <a:gd name="T12" fmla="*/ 3 w 6"/>
                <a:gd name="T13" fmla="*/ 1 h 6"/>
                <a:gd name="T14" fmla="*/ 1 w 6"/>
                <a:gd name="T15" fmla="*/ 2 h 6"/>
                <a:gd name="T16" fmla="*/ 0 w 6"/>
                <a:gd name="T17" fmla="*/ 3 h 6"/>
                <a:gd name="T18" fmla="*/ 1 w 6"/>
                <a:gd name="T19" fmla="*/ 3 h 6"/>
                <a:gd name="T20" fmla="*/ 2 w 6"/>
                <a:gd name="T21" fmla="*/ 2 h 6"/>
                <a:gd name="T22" fmla="*/ 3 w 6"/>
                <a:gd name="T23" fmla="*/ 2 h 6"/>
                <a:gd name="T24" fmla="*/ 3 w 6"/>
                <a:gd name="T25" fmla="*/ 2 h 6"/>
                <a:gd name="T26" fmla="*/ 3 w 6"/>
                <a:gd name="T27" fmla="*/ 3 h 6"/>
                <a:gd name="T28" fmla="*/ 3 w 6"/>
                <a:gd name="T29" fmla="*/ 3 h 6"/>
                <a:gd name="T30" fmla="*/ 2 w 6"/>
                <a:gd name="T31" fmla="*/ 3 h 6"/>
                <a:gd name="T32" fmla="*/ 2 w 6"/>
                <a:gd name="T33" fmla="*/ 4 h 6"/>
                <a:gd name="T34" fmla="*/ 2 w 6"/>
                <a:gd name="T35" fmla="*/ 5 h 6"/>
                <a:gd name="T36" fmla="*/ 3 w 6"/>
                <a:gd name="T37" fmla="*/ 5 h 6"/>
                <a:gd name="T38" fmla="*/ 4 w 6"/>
                <a:gd name="T39" fmla="*/ 5 h 6"/>
                <a:gd name="T40" fmla="*/ 5 w 6"/>
                <a:gd name="T41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" h="6">
                  <a:moveTo>
                    <a:pt x="5" y="3"/>
                  </a:moveTo>
                  <a:cubicBezTo>
                    <a:pt x="4" y="3"/>
                    <a:pt x="4" y="3"/>
                    <a:pt x="4" y="3"/>
                  </a:cubicBezTo>
                  <a:cubicBezTo>
                    <a:pt x="3" y="3"/>
                    <a:pt x="4" y="3"/>
                    <a:pt x="5" y="3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6" y="2"/>
                    <a:pt x="6" y="1"/>
                  </a:cubicBezTo>
                  <a:cubicBezTo>
                    <a:pt x="5" y="1"/>
                    <a:pt x="5" y="1"/>
                    <a:pt x="4" y="0"/>
                  </a:cubicBezTo>
                  <a:cubicBezTo>
                    <a:pt x="4" y="0"/>
                    <a:pt x="4" y="1"/>
                    <a:pt x="3" y="1"/>
                  </a:cubicBezTo>
                  <a:cubicBezTo>
                    <a:pt x="3" y="1"/>
                    <a:pt x="2" y="2"/>
                    <a:pt x="1" y="2"/>
                  </a:cubicBezTo>
                  <a:cubicBezTo>
                    <a:pt x="1" y="2"/>
                    <a:pt x="0" y="3"/>
                    <a:pt x="0" y="3"/>
                  </a:cubicBezTo>
                  <a:cubicBezTo>
                    <a:pt x="0" y="4"/>
                    <a:pt x="1" y="3"/>
                    <a:pt x="1" y="3"/>
                  </a:cubicBezTo>
                  <a:cubicBezTo>
                    <a:pt x="1" y="3"/>
                    <a:pt x="2" y="3"/>
                    <a:pt x="2" y="2"/>
                  </a:cubicBezTo>
                  <a:cubicBezTo>
                    <a:pt x="2" y="2"/>
                    <a:pt x="3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2" y="3"/>
                    <a:pt x="2" y="3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1" y="5"/>
                    <a:pt x="2" y="5"/>
                  </a:cubicBezTo>
                  <a:cubicBezTo>
                    <a:pt x="2" y="6"/>
                    <a:pt x="3" y="5"/>
                    <a:pt x="3" y="5"/>
                  </a:cubicBezTo>
                  <a:cubicBezTo>
                    <a:pt x="3" y="5"/>
                    <a:pt x="4" y="5"/>
                    <a:pt x="4" y="5"/>
                  </a:cubicBezTo>
                  <a:cubicBezTo>
                    <a:pt x="5" y="4"/>
                    <a:pt x="5" y="4"/>
                    <a:pt x="5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230"/>
            <p:cNvSpPr/>
            <p:nvPr userDrawn="1"/>
          </p:nvSpPr>
          <p:spPr bwMode="auto">
            <a:xfrm>
              <a:off x="795338" y="4714875"/>
              <a:ext cx="20638" cy="22225"/>
            </a:xfrm>
            <a:custGeom>
              <a:avLst/>
              <a:gdLst>
                <a:gd name="T0" fmla="*/ 1 w 3"/>
                <a:gd name="T1" fmla="*/ 3 h 3"/>
                <a:gd name="T2" fmla="*/ 2 w 3"/>
                <a:gd name="T3" fmla="*/ 3 h 3"/>
                <a:gd name="T4" fmla="*/ 1 w 3"/>
                <a:gd name="T5" fmla="*/ 0 h 3"/>
                <a:gd name="T6" fmla="*/ 0 w 3"/>
                <a:gd name="T7" fmla="*/ 1 h 3"/>
                <a:gd name="T8" fmla="*/ 0 w 3"/>
                <a:gd name="T9" fmla="*/ 2 h 3"/>
                <a:gd name="T10" fmla="*/ 1 w 3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" h="3">
                  <a:moveTo>
                    <a:pt x="1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3" y="2"/>
                    <a:pt x="2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1" y="3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231"/>
            <p:cNvSpPr>
              <a:spLocks noEditPoints="1"/>
            </p:cNvSpPr>
            <p:nvPr userDrawn="1"/>
          </p:nvSpPr>
          <p:spPr bwMode="auto">
            <a:xfrm>
              <a:off x="774700" y="4737100"/>
              <a:ext cx="53975" cy="55563"/>
            </a:xfrm>
            <a:custGeom>
              <a:avLst/>
              <a:gdLst>
                <a:gd name="T0" fmla="*/ 7 w 8"/>
                <a:gd name="T1" fmla="*/ 1 h 8"/>
                <a:gd name="T2" fmla="*/ 7 w 8"/>
                <a:gd name="T3" fmla="*/ 0 h 8"/>
                <a:gd name="T4" fmla="*/ 6 w 8"/>
                <a:gd name="T5" fmla="*/ 1 h 8"/>
                <a:gd name="T6" fmla="*/ 6 w 8"/>
                <a:gd name="T7" fmla="*/ 2 h 8"/>
                <a:gd name="T8" fmla="*/ 4 w 8"/>
                <a:gd name="T9" fmla="*/ 3 h 8"/>
                <a:gd name="T10" fmla="*/ 3 w 8"/>
                <a:gd name="T11" fmla="*/ 3 h 8"/>
                <a:gd name="T12" fmla="*/ 3 w 8"/>
                <a:gd name="T13" fmla="*/ 4 h 8"/>
                <a:gd name="T14" fmla="*/ 2 w 8"/>
                <a:gd name="T15" fmla="*/ 4 h 8"/>
                <a:gd name="T16" fmla="*/ 1 w 8"/>
                <a:gd name="T17" fmla="*/ 4 h 8"/>
                <a:gd name="T18" fmla="*/ 1 w 8"/>
                <a:gd name="T19" fmla="*/ 4 h 8"/>
                <a:gd name="T20" fmla="*/ 0 w 8"/>
                <a:gd name="T21" fmla="*/ 5 h 8"/>
                <a:gd name="T22" fmla="*/ 0 w 8"/>
                <a:gd name="T23" fmla="*/ 5 h 8"/>
                <a:gd name="T24" fmla="*/ 0 w 8"/>
                <a:gd name="T25" fmla="*/ 7 h 8"/>
                <a:gd name="T26" fmla="*/ 1 w 8"/>
                <a:gd name="T27" fmla="*/ 8 h 8"/>
                <a:gd name="T28" fmla="*/ 2 w 8"/>
                <a:gd name="T29" fmla="*/ 7 h 8"/>
                <a:gd name="T30" fmla="*/ 3 w 8"/>
                <a:gd name="T31" fmla="*/ 6 h 8"/>
                <a:gd name="T32" fmla="*/ 4 w 8"/>
                <a:gd name="T33" fmla="*/ 5 h 8"/>
                <a:gd name="T34" fmla="*/ 4 w 8"/>
                <a:gd name="T35" fmla="*/ 4 h 8"/>
                <a:gd name="T36" fmla="*/ 5 w 8"/>
                <a:gd name="T37" fmla="*/ 5 h 8"/>
                <a:gd name="T38" fmla="*/ 6 w 8"/>
                <a:gd name="T39" fmla="*/ 6 h 8"/>
                <a:gd name="T40" fmla="*/ 7 w 8"/>
                <a:gd name="T41" fmla="*/ 7 h 8"/>
                <a:gd name="T42" fmla="*/ 8 w 8"/>
                <a:gd name="T43" fmla="*/ 6 h 8"/>
                <a:gd name="T44" fmla="*/ 7 w 8"/>
                <a:gd name="T45" fmla="*/ 4 h 8"/>
                <a:gd name="T46" fmla="*/ 7 w 8"/>
                <a:gd name="T47" fmla="*/ 1 h 8"/>
                <a:gd name="T48" fmla="*/ 6 w 8"/>
                <a:gd name="T49" fmla="*/ 5 h 8"/>
                <a:gd name="T50" fmla="*/ 5 w 8"/>
                <a:gd name="T51" fmla="*/ 4 h 8"/>
                <a:gd name="T52" fmla="*/ 5 w 8"/>
                <a:gd name="T53" fmla="*/ 4 h 8"/>
                <a:gd name="T54" fmla="*/ 6 w 8"/>
                <a:gd name="T55" fmla="*/ 3 h 8"/>
                <a:gd name="T56" fmla="*/ 6 w 8"/>
                <a:gd name="T57" fmla="*/ 4 h 8"/>
                <a:gd name="T58" fmla="*/ 6 w 8"/>
                <a:gd name="T59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8" h="8">
                  <a:moveTo>
                    <a:pt x="7" y="1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6" y="0"/>
                    <a:pt x="6" y="0"/>
                    <a:pt x="6" y="1"/>
                  </a:cubicBezTo>
                  <a:cubicBezTo>
                    <a:pt x="6" y="1"/>
                    <a:pt x="6" y="2"/>
                    <a:pt x="6" y="2"/>
                  </a:cubicBezTo>
                  <a:cubicBezTo>
                    <a:pt x="5" y="2"/>
                    <a:pt x="4" y="3"/>
                    <a:pt x="4" y="3"/>
                  </a:cubicBezTo>
                  <a:cubicBezTo>
                    <a:pt x="4" y="3"/>
                    <a:pt x="3" y="3"/>
                    <a:pt x="3" y="3"/>
                  </a:cubicBezTo>
                  <a:cubicBezTo>
                    <a:pt x="3" y="3"/>
                    <a:pt x="3" y="4"/>
                    <a:pt x="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4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7"/>
                    <a:pt x="0" y="7"/>
                  </a:cubicBezTo>
                  <a:cubicBezTo>
                    <a:pt x="0" y="7"/>
                    <a:pt x="1" y="8"/>
                    <a:pt x="1" y="8"/>
                  </a:cubicBezTo>
                  <a:cubicBezTo>
                    <a:pt x="2" y="8"/>
                    <a:pt x="2" y="7"/>
                    <a:pt x="2" y="7"/>
                  </a:cubicBezTo>
                  <a:cubicBezTo>
                    <a:pt x="2" y="7"/>
                    <a:pt x="3" y="6"/>
                    <a:pt x="3" y="6"/>
                  </a:cubicBezTo>
                  <a:cubicBezTo>
                    <a:pt x="3" y="6"/>
                    <a:pt x="3" y="5"/>
                    <a:pt x="4" y="5"/>
                  </a:cubicBezTo>
                  <a:cubicBezTo>
                    <a:pt x="4" y="5"/>
                    <a:pt x="4" y="4"/>
                    <a:pt x="4" y="4"/>
                  </a:cubicBezTo>
                  <a:cubicBezTo>
                    <a:pt x="5" y="4"/>
                    <a:pt x="5" y="5"/>
                    <a:pt x="5" y="5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6" y="6"/>
                    <a:pt x="6" y="7"/>
                    <a:pt x="7" y="7"/>
                  </a:cubicBezTo>
                  <a:cubicBezTo>
                    <a:pt x="7" y="7"/>
                    <a:pt x="7" y="6"/>
                    <a:pt x="8" y="6"/>
                  </a:cubicBezTo>
                  <a:cubicBezTo>
                    <a:pt x="8" y="5"/>
                    <a:pt x="8" y="4"/>
                    <a:pt x="7" y="4"/>
                  </a:cubicBezTo>
                  <a:cubicBezTo>
                    <a:pt x="7" y="3"/>
                    <a:pt x="8" y="1"/>
                    <a:pt x="7" y="1"/>
                  </a:cubicBezTo>
                  <a:close/>
                  <a:moveTo>
                    <a:pt x="6" y="5"/>
                  </a:moveTo>
                  <a:cubicBezTo>
                    <a:pt x="6" y="5"/>
                    <a:pt x="6" y="5"/>
                    <a:pt x="5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4"/>
                    <a:pt x="5" y="3"/>
                    <a:pt x="6" y="3"/>
                  </a:cubicBezTo>
                  <a:cubicBezTo>
                    <a:pt x="6" y="2"/>
                    <a:pt x="6" y="3"/>
                    <a:pt x="6" y="4"/>
                  </a:cubicBezTo>
                  <a:cubicBezTo>
                    <a:pt x="6" y="4"/>
                    <a:pt x="6" y="4"/>
                    <a:pt x="6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232"/>
            <p:cNvSpPr/>
            <p:nvPr userDrawn="1"/>
          </p:nvSpPr>
          <p:spPr bwMode="auto">
            <a:xfrm>
              <a:off x="836613" y="4743450"/>
              <a:ext cx="14288" cy="34925"/>
            </a:xfrm>
            <a:custGeom>
              <a:avLst/>
              <a:gdLst>
                <a:gd name="T0" fmla="*/ 0 w 2"/>
                <a:gd name="T1" fmla="*/ 0 h 5"/>
                <a:gd name="T2" fmla="*/ 0 w 2"/>
                <a:gd name="T3" fmla="*/ 1 h 5"/>
                <a:gd name="T4" fmla="*/ 0 w 2"/>
                <a:gd name="T5" fmla="*/ 4 h 5"/>
                <a:gd name="T6" fmla="*/ 1 w 2"/>
                <a:gd name="T7" fmla="*/ 5 h 5"/>
                <a:gd name="T8" fmla="*/ 2 w 2"/>
                <a:gd name="T9" fmla="*/ 4 h 5"/>
                <a:gd name="T10" fmla="*/ 2 w 2"/>
                <a:gd name="T11" fmla="*/ 1 h 5"/>
                <a:gd name="T12" fmla="*/ 0 w 2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5">
                  <a:moveTo>
                    <a:pt x="0" y="0"/>
                  </a:move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3"/>
                    <a:pt x="0" y="4"/>
                  </a:cubicBezTo>
                  <a:cubicBezTo>
                    <a:pt x="0" y="4"/>
                    <a:pt x="0" y="5"/>
                    <a:pt x="1" y="5"/>
                  </a:cubicBezTo>
                  <a:cubicBezTo>
                    <a:pt x="1" y="5"/>
                    <a:pt x="1" y="4"/>
                    <a:pt x="2" y="4"/>
                  </a:cubicBezTo>
                  <a:cubicBezTo>
                    <a:pt x="2" y="3"/>
                    <a:pt x="2" y="2"/>
                    <a:pt x="2" y="1"/>
                  </a:cubicBezTo>
                  <a:cubicBezTo>
                    <a:pt x="1" y="1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Freeform 233"/>
            <p:cNvSpPr>
              <a:spLocks noEditPoints="1"/>
            </p:cNvSpPr>
            <p:nvPr userDrawn="1"/>
          </p:nvSpPr>
          <p:spPr bwMode="auto">
            <a:xfrm>
              <a:off x="4686300" y="3575050"/>
              <a:ext cx="2784475" cy="1266825"/>
            </a:xfrm>
            <a:custGeom>
              <a:avLst/>
              <a:gdLst>
                <a:gd name="T0" fmla="*/ 384 w 403"/>
                <a:gd name="T1" fmla="*/ 114 h 181"/>
                <a:gd name="T2" fmla="*/ 315 w 403"/>
                <a:gd name="T3" fmla="*/ 64 h 181"/>
                <a:gd name="T4" fmla="*/ 233 w 403"/>
                <a:gd name="T5" fmla="*/ 25 h 181"/>
                <a:gd name="T6" fmla="*/ 225 w 403"/>
                <a:gd name="T7" fmla="*/ 16 h 181"/>
                <a:gd name="T8" fmla="*/ 201 w 403"/>
                <a:gd name="T9" fmla="*/ 0 h 181"/>
                <a:gd name="T10" fmla="*/ 167 w 403"/>
                <a:gd name="T11" fmla="*/ 17 h 181"/>
                <a:gd name="T12" fmla="*/ 176 w 403"/>
                <a:gd name="T13" fmla="*/ 25 h 181"/>
                <a:gd name="T14" fmla="*/ 62 w 403"/>
                <a:gd name="T15" fmla="*/ 87 h 181"/>
                <a:gd name="T16" fmla="*/ 19 w 403"/>
                <a:gd name="T17" fmla="*/ 115 h 181"/>
                <a:gd name="T18" fmla="*/ 18 w 403"/>
                <a:gd name="T19" fmla="*/ 181 h 181"/>
                <a:gd name="T20" fmla="*/ 225 w 403"/>
                <a:gd name="T21" fmla="*/ 181 h 181"/>
                <a:gd name="T22" fmla="*/ 220 w 403"/>
                <a:gd name="T23" fmla="*/ 5 h 181"/>
                <a:gd name="T24" fmla="*/ 182 w 403"/>
                <a:gd name="T25" fmla="*/ 5 h 181"/>
                <a:gd name="T26" fmla="*/ 182 w 403"/>
                <a:gd name="T27" fmla="*/ 5 h 181"/>
                <a:gd name="T28" fmla="*/ 219 w 403"/>
                <a:gd name="T29" fmla="*/ 18 h 181"/>
                <a:gd name="T30" fmla="*/ 168 w 403"/>
                <a:gd name="T31" fmla="*/ 19 h 181"/>
                <a:gd name="T32" fmla="*/ 187 w 403"/>
                <a:gd name="T33" fmla="*/ 33 h 181"/>
                <a:gd name="T34" fmla="*/ 178 w 403"/>
                <a:gd name="T35" fmla="*/ 25 h 181"/>
                <a:gd name="T36" fmla="*/ 189 w 403"/>
                <a:gd name="T37" fmla="*/ 44 h 181"/>
                <a:gd name="T38" fmla="*/ 197 w 403"/>
                <a:gd name="T39" fmla="*/ 92 h 181"/>
                <a:gd name="T40" fmla="*/ 206 w 403"/>
                <a:gd name="T41" fmla="*/ 75 h 181"/>
                <a:gd name="T42" fmla="*/ 197 w 403"/>
                <a:gd name="T43" fmla="*/ 101 h 181"/>
                <a:gd name="T44" fmla="*/ 197 w 403"/>
                <a:gd name="T45" fmla="*/ 62 h 181"/>
                <a:gd name="T46" fmla="*/ 206 w 403"/>
                <a:gd name="T47" fmla="*/ 114 h 181"/>
                <a:gd name="T48" fmla="*/ 197 w 403"/>
                <a:gd name="T49" fmla="*/ 53 h 181"/>
                <a:gd name="T50" fmla="*/ 206 w 403"/>
                <a:gd name="T51" fmla="*/ 123 h 181"/>
                <a:gd name="T52" fmla="*/ 197 w 403"/>
                <a:gd name="T53" fmla="*/ 49 h 181"/>
                <a:gd name="T54" fmla="*/ 195 w 403"/>
                <a:gd name="T55" fmla="*/ 52 h 181"/>
                <a:gd name="T56" fmla="*/ 195 w 403"/>
                <a:gd name="T57" fmla="*/ 61 h 181"/>
                <a:gd name="T58" fmla="*/ 195 w 403"/>
                <a:gd name="T59" fmla="*/ 83 h 181"/>
                <a:gd name="T60" fmla="*/ 195 w 403"/>
                <a:gd name="T61" fmla="*/ 102 h 181"/>
                <a:gd name="T62" fmla="*/ 195 w 403"/>
                <a:gd name="T63" fmla="*/ 115 h 181"/>
                <a:gd name="T64" fmla="*/ 189 w 403"/>
                <a:gd name="T65" fmla="*/ 140 h 181"/>
                <a:gd name="T66" fmla="*/ 197 w 403"/>
                <a:gd name="T67" fmla="*/ 140 h 181"/>
                <a:gd name="T68" fmla="*/ 208 w 403"/>
                <a:gd name="T69" fmla="*/ 140 h 181"/>
                <a:gd name="T70" fmla="*/ 214 w 403"/>
                <a:gd name="T71" fmla="*/ 33 h 181"/>
                <a:gd name="T72" fmla="*/ 189 w 403"/>
                <a:gd name="T73" fmla="*/ 145 h 181"/>
                <a:gd name="T74" fmla="*/ 216 w 403"/>
                <a:gd name="T75" fmla="*/ 179 h 181"/>
                <a:gd name="T76" fmla="*/ 227 w 403"/>
                <a:gd name="T77" fmla="*/ 179 h 181"/>
                <a:gd name="T78" fmla="*/ 382 w 403"/>
                <a:gd name="T79" fmla="*/ 115 h 181"/>
                <a:gd name="T80" fmla="*/ 227 w 403"/>
                <a:gd name="T81" fmla="*/ 72 h 181"/>
                <a:gd name="T82" fmla="*/ 384 w 403"/>
                <a:gd name="T83" fmla="*/ 113 h 181"/>
                <a:gd name="T84" fmla="*/ 341 w 403"/>
                <a:gd name="T85" fmla="*/ 89 h 181"/>
                <a:gd name="T86" fmla="*/ 315 w 403"/>
                <a:gd name="T87" fmla="*/ 70 h 181"/>
                <a:gd name="T88" fmla="*/ 310 w 403"/>
                <a:gd name="T89" fmla="*/ 67 h 181"/>
                <a:gd name="T90" fmla="*/ 93 w 403"/>
                <a:gd name="T91" fmla="*/ 67 h 181"/>
                <a:gd name="T92" fmla="*/ 65 w 403"/>
                <a:gd name="T93" fmla="*/ 90 h 181"/>
                <a:gd name="T94" fmla="*/ 8 w 403"/>
                <a:gd name="T95" fmla="*/ 107 h 181"/>
                <a:gd name="T96" fmla="*/ 176 w 403"/>
                <a:gd name="T97" fmla="*/ 113 h 181"/>
                <a:gd name="T98" fmla="*/ 21 w 403"/>
                <a:gd name="T99" fmla="*/ 117 h 181"/>
                <a:gd name="T100" fmla="*/ 176 w 403"/>
                <a:gd name="T101" fmla="*/ 179 h 181"/>
                <a:gd name="T102" fmla="*/ 214 w 403"/>
                <a:gd name="T103" fmla="*/ 147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03" h="181">
                  <a:moveTo>
                    <a:pt x="384" y="179"/>
                  </a:moveTo>
                  <a:cubicBezTo>
                    <a:pt x="384" y="179"/>
                    <a:pt x="384" y="179"/>
                    <a:pt x="384" y="179"/>
                  </a:cubicBezTo>
                  <a:cubicBezTo>
                    <a:pt x="384" y="115"/>
                    <a:pt x="384" y="115"/>
                    <a:pt x="384" y="115"/>
                  </a:cubicBezTo>
                  <a:cubicBezTo>
                    <a:pt x="384" y="115"/>
                    <a:pt x="384" y="115"/>
                    <a:pt x="384" y="115"/>
                  </a:cubicBezTo>
                  <a:cubicBezTo>
                    <a:pt x="384" y="115"/>
                    <a:pt x="384" y="115"/>
                    <a:pt x="384" y="114"/>
                  </a:cubicBezTo>
                  <a:cubicBezTo>
                    <a:pt x="403" y="105"/>
                    <a:pt x="403" y="105"/>
                    <a:pt x="403" y="105"/>
                  </a:cubicBezTo>
                  <a:cubicBezTo>
                    <a:pt x="403" y="104"/>
                    <a:pt x="403" y="104"/>
                    <a:pt x="403" y="104"/>
                  </a:cubicBezTo>
                  <a:cubicBezTo>
                    <a:pt x="403" y="103"/>
                    <a:pt x="403" y="103"/>
                    <a:pt x="403" y="103"/>
                  </a:cubicBezTo>
                  <a:cubicBezTo>
                    <a:pt x="341" y="87"/>
                    <a:pt x="341" y="87"/>
                    <a:pt x="341" y="87"/>
                  </a:cubicBezTo>
                  <a:cubicBezTo>
                    <a:pt x="315" y="64"/>
                    <a:pt x="315" y="64"/>
                    <a:pt x="315" y="64"/>
                  </a:cubicBezTo>
                  <a:cubicBezTo>
                    <a:pt x="315" y="63"/>
                    <a:pt x="315" y="63"/>
                    <a:pt x="314" y="63"/>
                  </a:cubicBezTo>
                  <a:cubicBezTo>
                    <a:pt x="310" y="65"/>
                    <a:pt x="310" y="65"/>
                    <a:pt x="310" y="65"/>
                  </a:cubicBezTo>
                  <a:cubicBezTo>
                    <a:pt x="227" y="65"/>
                    <a:pt x="227" y="65"/>
                    <a:pt x="227" y="65"/>
                  </a:cubicBezTo>
                  <a:cubicBezTo>
                    <a:pt x="227" y="25"/>
                    <a:pt x="227" y="25"/>
                    <a:pt x="227" y="25"/>
                  </a:cubicBezTo>
                  <a:cubicBezTo>
                    <a:pt x="233" y="25"/>
                    <a:pt x="233" y="25"/>
                    <a:pt x="233" y="25"/>
                  </a:cubicBezTo>
                  <a:cubicBezTo>
                    <a:pt x="233" y="25"/>
                    <a:pt x="234" y="25"/>
                    <a:pt x="234" y="24"/>
                  </a:cubicBezTo>
                  <a:cubicBezTo>
                    <a:pt x="237" y="17"/>
                    <a:pt x="237" y="17"/>
                    <a:pt x="237" y="17"/>
                  </a:cubicBezTo>
                  <a:cubicBezTo>
                    <a:pt x="237" y="17"/>
                    <a:pt x="237" y="17"/>
                    <a:pt x="237" y="16"/>
                  </a:cubicBezTo>
                  <a:cubicBezTo>
                    <a:pt x="237" y="16"/>
                    <a:pt x="237" y="16"/>
                    <a:pt x="236" y="16"/>
                  </a:cubicBezTo>
                  <a:cubicBezTo>
                    <a:pt x="225" y="16"/>
                    <a:pt x="225" y="16"/>
                    <a:pt x="225" y="16"/>
                  </a:cubicBezTo>
                  <a:cubicBezTo>
                    <a:pt x="222" y="4"/>
                    <a:pt x="222" y="4"/>
                    <a:pt x="222" y="4"/>
                  </a:cubicBezTo>
                  <a:cubicBezTo>
                    <a:pt x="222" y="4"/>
                    <a:pt x="222" y="3"/>
                    <a:pt x="221" y="3"/>
                  </a:cubicBezTo>
                  <a:cubicBezTo>
                    <a:pt x="206" y="3"/>
                    <a:pt x="206" y="3"/>
                    <a:pt x="206" y="3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202" y="0"/>
                    <a:pt x="202" y="0"/>
                    <a:pt x="201" y="0"/>
                  </a:cubicBezTo>
                  <a:cubicBezTo>
                    <a:pt x="198" y="3"/>
                    <a:pt x="198" y="3"/>
                    <a:pt x="198" y="3"/>
                  </a:cubicBezTo>
                  <a:cubicBezTo>
                    <a:pt x="181" y="3"/>
                    <a:pt x="181" y="3"/>
                    <a:pt x="181" y="3"/>
                  </a:cubicBezTo>
                  <a:cubicBezTo>
                    <a:pt x="181" y="3"/>
                    <a:pt x="180" y="4"/>
                    <a:pt x="180" y="4"/>
                  </a:cubicBezTo>
                  <a:cubicBezTo>
                    <a:pt x="178" y="17"/>
                    <a:pt x="178" y="17"/>
                    <a:pt x="178" y="17"/>
                  </a:cubicBezTo>
                  <a:cubicBezTo>
                    <a:pt x="167" y="17"/>
                    <a:pt x="167" y="17"/>
                    <a:pt x="167" y="17"/>
                  </a:cubicBezTo>
                  <a:cubicBezTo>
                    <a:pt x="166" y="17"/>
                    <a:pt x="166" y="17"/>
                    <a:pt x="166" y="17"/>
                  </a:cubicBezTo>
                  <a:cubicBezTo>
                    <a:pt x="165" y="17"/>
                    <a:pt x="165" y="18"/>
                    <a:pt x="166" y="18"/>
                  </a:cubicBezTo>
                  <a:cubicBezTo>
                    <a:pt x="169" y="25"/>
                    <a:pt x="169" y="25"/>
                    <a:pt x="169" y="25"/>
                  </a:cubicBezTo>
                  <a:cubicBezTo>
                    <a:pt x="169" y="25"/>
                    <a:pt x="170" y="25"/>
                    <a:pt x="170" y="25"/>
                  </a:cubicBezTo>
                  <a:cubicBezTo>
                    <a:pt x="176" y="25"/>
                    <a:pt x="176" y="25"/>
                    <a:pt x="176" y="25"/>
                  </a:cubicBezTo>
                  <a:cubicBezTo>
                    <a:pt x="176" y="65"/>
                    <a:pt x="176" y="65"/>
                    <a:pt x="176" y="65"/>
                  </a:cubicBezTo>
                  <a:cubicBezTo>
                    <a:pt x="93" y="65"/>
                    <a:pt x="93" y="65"/>
                    <a:pt x="93" y="65"/>
                  </a:cubicBezTo>
                  <a:cubicBezTo>
                    <a:pt x="89" y="63"/>
                    <a:pt x="89" y="63"/>
                    <a:pt x="89" y="63"/>
                  </a:cubicBezTo>
                  <a:cubicBezTo>
                    <a:pt x="88" y="63"/>
                    <a:pt x="88" y="63"/>
                    <a:pt x="88" y="64"/>
                  </a:cubicBezTo>
                  <a:cubicBezTo>
                    <a:pt x="62" y="87"/>
                    <a:pt x="62" y="87"/>
                    <a:pt x="62" y="87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0" y="103"/>
                    <a:pt x="0" y="103"/>
                    <a:pt x="0" y="104"/>
                  </a:cubicBezTo>
                  <a:cubicBezTo>
                    <a:pt x="0" y="104"/>
                    <a:pt x="0" y="104"/>
                    <a:pt x="0" y="105"/>
                  </a:cubicBezTo>
                  <a:cubicBezTo>
                    <a:pt x="18" y="114"/>
                    <a:pt x="18" y="114"/>
                    <a:pt x="18" y="114"/>
                  </a:cubicBezTo>
                  <a:cubicBezTo>
                    <a:pt x="19" y="115"/>
                    <a:pt x="19" y="115"/>
                    <a:pt x="19" y="115"/>
                  </a:cubicBezTo>
                  <a:cubicBezTo>
                    <a:pt x="19" y="115"/>
                    <a:pt x="19" y="115"/>
                    <a:pt x="19" y="115"/>
                  </a:cubicBezTo>
                  <a:cubicBezTo>
                    <a:pt x="19" y="179"/>
                    <a:pt x="19" y="179"/>
                    <a:pt x="19" y="179"/>
                  </a:cubicBezTo>
                  <a:cubicBezTo>
                    <a:pt x="18" y="179"/>
                    <a:pt x="18" y="179"/>
                    <a:pt x="18" y="179"/>
                  </a:cubicBezTo>
                  <a:cubicBezTo>
                    <a:pt x="18" y="179"/>
                    <a:pt x="17" y="179"/>
                    <a:pt x="17" y="180"/>
                  </a:cubicBezTo>
                  <a:cubicBezTo>
                    <a:pt x="17" y="181"/>
                    <a:pt x="18" y="181"/>
                    <a:pt x="18" y="181"/>
                  </a:cubicBezTo>
                  <a:cubicBezTo>
                    <a:pt x="178" y="181"/>
                    <a:pt x="178" y="181"/>
                    <a:pt x="178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88" y="181"/>
                    <a:pt x="188" y="181"/>
                    <a:pt x="188" y="181"/>
                  </a:cubicBezTo>
                  <a:cubicBezTo>
                    <a:pt x="215" y="181"/>
                    <a:pt x="215" y="181"/>
                    <a:pt x="215" y="181"/>
                  </a:cubicBezTo>
                  <a:cubicBezTo>
                    <a:pt x="225" y="181"/>
                    <a:pt x="225" y="181"/>
                    <a:pt x="225" y="181"/>
                  </a:cubicBezTo>
                  <a:cubicBezTo>
                    <a:pt x="225" y="181"/>
                    <a:pt x="225" y="181"/>
                    <a:pt x="225" y="181"/>
                  </a:cubicBezTo>
                  <a:cubicBezTo>
                    <a:pt x="384" y="181"/>
                    <a:pt x="384" y="181"/>
                    <a:pt x="384" y="181"/>
                  </a:cubicBezTo>
                  <a:cubicBezTo>
                    <a:pt x="384" y="181"/>
                    <a:pt x="385" y="181"/>
                    <a:pt x="385" y="180"/>
                  </a:cubicBezTo>
                  <a:cubicBezTo>
                    <a:pt x="385" y="179"/>
                    <a:pt x="384" y="179"/>
                    <a:pt x="384" y="179"/>
                  </a:cubicBezTo>
                  <a:close/>
                  <a:moveTo>
                    <a:pt x="220" y="5"/>
                  </a:moveTo>
                  <a:cubicBezTo>
                    <a:pt x="223" y="16"/>
                    <a:pt x="223" y="16"/>
                    <a:pt x="223" y="16"/>
                  </a:cubicBezTo>
                  <a:cubicBezTo>
                    <a:pt x="220" y="16"/>
                    <a:pt x="220" y="16"/>
                    <a:pt x="220" y="16"/>
                  </a:cubicBezTo>
                  <a:cubicBezTo>
                    <a:pt x="208" y="5"/>
                    <a:pt x="208" y="5"/>
                    <a:pt x="208" y="5"/>
                  </a:cubicBezTo>
                  <a:lnTo>
                    <a:pt x="220" y="5"/>
                  </a:lnTo>
                  <a:close/>
                  <a:moveTo>
                    <a:pt x="182" y="5"/>
                  </a:moveTo>
                  <a:cubicBezTo>
                    <a:pt x="196" y="5"/>
                    <a:pt x="196" y="5"/>
                    <a:pt x="196" y="5"/>
                  </a:cubicBezTo>
                  <a:cubicBezTo>
                    <a:pt x="185" y="16"/>
                    <a:pt x="185" y="16"/>
                    <a:pt x="185" y="16"/>
                  </a:cubicBezTo>
                  <a:cubicBezTo>
                    <a:pt x="185" y="16"/>
                    <a:pt x="185" y="16"/>
                    <a:pt x="185" y="16"/>
                  </a:cubicBezTo>
                  <a:cubicBezTo>
                    <a:pt x="180" y="16"/>
                    <a:pt x="180" y="16"/>
                    <a:pt x="180" y="16"/>
                  </a:cubicBezTo>
                  <a:lnTo>
                    <a:pt x="182" y="5"/>
                  </a:lnTo>
                  <a:close/>
                  <a:moveTo>
                    <a:pt x="168" y="19"/>
                  </a:moveTo>
                  <a:cubicBezTo>
                    <a:pt x="185" y="19"/>
                    <a:pt x="185" y="19"/>
                    <a:pt x="185" y="19"/>
                  </a:cubicBezTo>
                  <a:cubicBezTo>
                    <a:pt x="185" y="19"/>
                    <a:pt x="185" y="19"/>
                    <a:pt x="185" y="18"/>
                  </a:cubicBezTo>
                  <a:cubicBezTo>
                    <a:pt x="202" y="2"/>
                    <a:pt x="202" y="2"/>
                    <a:pt x="202" y="2"/>
                  </a:cubicBezTo>
                  <a:cubicBezTo>
                    <a:pt x="219" y="18"/>
                    <a:pt x="219" y="18"/>
                    <a:pt x="219" y="18"/>
                  </a:cubicBezTo>
                  <a:cubicBezTo>
                    <a:pt x="219" y="18"/>
                    <a:pt x="219" y="18"/>
                    <a:pt x="219" y="18"/>
                  </a:cubicBezTo>
                  <a:cubicBezTo>
                    <a:pt x="235" y="18"/>
                    <a:pt x="235" y="18"/>
                    <a:pt x="235" y="18"/>
                  </a:cubicBezTo>
                  <a:cubicBezTo>
                    <a:pt x="232" y="23"/>
                    <a:pt x="232" y="23"/>
                    <a:pt x="232" y="23"/>
                  </a:cubicBezTo>
                  <a:cubicBezTo>
                    <a:pt x="170" y="23"/>
                    <a:pt x="170" y="23"/>
                    <a:pt x="170" y="23"/>
                  </a:cubicBezTo>
                  <a:lnTo>
                    <a:pt x="168" y="19"/>
                  </a:lnTo>
                  <a:close/>
                  <a:moveTo>
                    <a:pt x="179" y="179"/>
                  </a:moveTo>
                  <a:cubicBezTo>
                    <a:pt x="179" y="179"/>
                    <a:pt x="179" y="179"/>
                    <a:pt x="178" y="179"/>
                  </a:cubicBezTo>
                  <a:cubicBezTo>
                    <a:pt x="178" y="179"/>
                    <a:pt x="178" y="179"/>
                    <a:pt x="178" y="179"/>
                  </a:cubicBezTo>
                  <a:cubicBezTo>
                    <a:pt x="178" y="33"/>
                    <a:pt x="178" y="33"/>
                    <a:pt x="178" y="33"/>
                  </a:cubicBezTo>
                  <a:cubicBezTo>
                    <a:pt x="187" y="33"/>
                    <a:pt x="187" y="33"/>
                    <a:pt x="187" y="33"/>
                  </a:cubicBezTo>
                  <a:cubicBezTo>
                    <a:pt x="187" y="179"/>
                    <a:pt x="187" y="179"/>
                    <a:pt x="187" y="179"/>
                  </a:cubicBezTo>
                  <a:lnTo>
                    <a:pt x="179" y="179"/>
                  </a:lnTo>
                  <a:close/>
                  <a:moveTo>
                    <a:pt x="225" y="31"/>
                  </a:moveTo>
                  <a:cubicBezTo>
                    <a:pt x="178" y="31"/>
                    <a:pt x="178" y="31"/>
                    <a:pt x="178" y="31"/>
                  </a:cubicBezTo>
                  <a:cubicBezTo>
                    <a:pt x="178" y="25"/>
                    <a:pt x="178" y="25"/>
                    <a:pt x="178" y="25"/>
                  </a:cubicBezTo>
                  <a:cubicBezTo>
                    <a:pt x="225" y="25"/>
                    <a:pt x="225" y="25"/>
                    <a:pt x="225" y="25"/>
                  </a:cubicBezTo>
                  <a:lnTo>
                    <a:pt x="225" y="31"/>
                  </a:lnTo>
                  <a:close/>
                  <a:moveTo>
                    <a:pt x="214" y="47"/>
                  </a:moveTo>
                  <a:cubicBezTo>
                    <a:pt x="189" y="47"/>
                    <a:pt x="189" y="47"/>
                    <a:pt x="189" y="47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214" y="44"/>
                    <a:pt x="214" y="44"/>
                    <a:pt x="214" y="44"/>
                  </a:cubicBezTo>
                  <a:lnTo>
                    <a:pt x="214" y="47"/>
                  </a:lnTo>
                  <a:close/>
                  <a:moveTo>
                    <a:pt x="206" y="84"/>
                  </a:moveTo>
                  <a:cubicBezTo>
                    <a:pt x="206" y="92"/>
                    <a:pt x="206" y="92"/>
                    <a:pt x="206" y="92"/>
                  </a:cubicBezTo>
                  <a:cubicBezTo>
                    <a:pt x="197" y="92"/>
                    <a:pt x="197" y="92"/>
                    <a:pt x="197" y="92"/>
                  </a:cubicBezTo>
                  <a:cubicBezTo>
                    <a:pt x="197" y="84"/>
                    <a:pt x="197" y="84"/>
                    <a:pt x="197" y="84"/>
                  </a:cubicBezTo>
                  <a:lnTo>
                    <a:pt x="206" y="84"/>
                  </a:lnTo>
                  <a:close/>
                  <a:moveTo>
                    <a:pt x="197" y="82"/>
                  </a:moveTo>
                  <a:cubicBezTo>
                    <a:pt x="197" y="75"/>
                    <a:pt x="197" y="75"/>
                    <a:pt x="197" y="75"/>
                  </a:cubicBezTo>
                  <a:cubicBezTo>
                    <a:pt x="206" y="75"/>
                    <a:pt x="206" y="75"/>
                    <a:pt x="206" y="75"/>
                  </a:cubicBezTo>
                  <a:cubicBezTo>
                    <a:pt x="206" y="82"/>
                    <a:pt x="206" y="82"/>
                    <a:pt x="206" y="82"/>
                  </a:cubicBezTo>
                  <a:lnTo>
                    <a:pt x="197" y="82"/>
                  </a:lnTo>
                  <a:close/>
                  <a:moveTo>
                    <a:pt x="206" y="94"/>
                  </a:moveTo>
                  <a:cubicBezTo>
                    <a:pt x="206" y="101"/>
                    <a:pt x="206" y="101"/>
                    <a:pt x="206" y="101"/>
                  </a:cubicBezTo>
                  <a:cubicBezTo>
                    <a:pt x="197" y="101"/>
                    <a:pt x="197" y="101"/>
                    <a:pt x="197" y="101"/>
                  </a:cubicBezTo>
                  <a:cubicBezTo>
                    <a:pt x="197" y="94"/>
                    <a:pt x="197" y="94"/>
                    <a:pt x="197" y="94"/>
                  </a:cubicBezTo>
                  <a:lnTo>
                    <a:pt x="206" y="94"/>
                  </a:lnTo>
                  <a:close/>
                  <a:moveTo>
                    <a:pt x="206" y="73"/>
                  </a:moveTo>
                  <a:cubicBezTo>
                    <a:pt x="197" y="73"/>
                    <a:pt x="197" y="73"/>
                    <a:pt x="197" y="73"/>
                  </a:cubicBezTo>
                  <a:cubicBezTo>
                    <a:pt x="197" y="62"/>
                    <a:pt x="197" y="62"/>
                    <a:pt x="197" y="62"/>
                  </a:cubicBezTo>
                  <a:cubicBezTo>
                    <a:pt x="206" y="62"/>
                    <a:pt x="206" y="62"/>
                    <a:pt x="206" y="62"/>
                  </a:cubicBezTo>
                  <a:lnTo>
                    <a:pt x="206" y="73"/>
                  </a:lnTo>
                  <a:close/>
                  <a:moveTo>
                    <a:pt x="197" y="103"/>
                  </a:moveTo>
                  <a:cubicBezTo>
                    <a:pt x="206" y="103"/>
                    <a:pt x="206" y="103"/>
                    <a:pt x="206" y="103"/>
                  </a:cubicBezTo>
                  <a:cubicBezTo>
                    <a:pt x="206" y="114"/>
                    <a:pt x="206" y="114"/>
                    <a:pt x="206" y="114"/>
                  </a:cubicBezTo>
                  <a:cubicBezTo>
                    <a:pt x="197" y="114"/>
                    <a:pt x="197" y="114"/>
                    <a:pt x="197" y="114"/>
                  </a:cubicBezTo>
                  <a:lnTo>
                    <a:pt x="197" y="103"/>
                  </a:lnTo>
                  <a:close/>
                  <a:moveTo>
                    <a:pt x="206" y="60"/>
                  </a:moveTo>
                  <a:cubicBezTo>
                    <a:pt x="197" y="60"/>
                    <a:pt x="197" y="60"/>
                    <a:pt x="197" y="60"/>
                  </a:cubicBezTo>
                  <a:cubicBezTo>
                    <a:pt x="197" y="53"/>
                    <a:pt x="197" y="53"/>
                    <a:pt x="197" y="53"/>
                  </a:cubicBezTo>
                  <a:cubicBezTo>
                    <a:pt x="206" y="53"/>
                    <a:pt x="206" y="53"/>
                    <a:pt x="206" y="53"/>
                  </a:cubicBezTo>
                  <a:lnTo>
                    <a:pt x="206" y="60"/>
                  </a:lnTo>
                  <a:close/>
                  <a:moveTo>
                    <a:pt x="197" y="116"/>
                  </a:moveTo>
                  <a:cubicBezTo>
                    <a:pt x="206" y="116"/>
                    <a:pt x="206" y="116"/>
                    <a:pt x="206" y="116"/>
                  </a:cubicBezTo>
                  <a:cubicBezTo>
                    <a:pt x="206" y="123"/>
                    <a:pt x="206" y="123"/>
                    <a:pt x="206" y="123"/>
                  </a:cubicBezTo>
                  <a:cubicBezTo>
                    <a:pt x="197" y="123"/>
                    <a:pt x="197" y="123"/>
                    <a:pt x="197" y="123"/>
                  </a:cubicBezTo>
                  <a:lnTo>
                    <a:pt x="197" y="116"/>
                  </a:lnTo>
                  <a:close/>
                  <a:moveTo>
                    <a:pt x="206" y="51"/>
                  </a:moveTo>
                  <a:cubicBezTo>
                    <a:pt x="197" y="51"/>
                    <a:pt x="197" y="51"/>
                    <a:pt x="197" y="51"/>
                  </a:cubicBezTo>
                  <a:cubicBezTo>
                    <a:pt x="197" y="49"/>
                    <a:pt x="197" y="49"/>
                    <a:pt x="197" y="49"/>
                  </a:cubicBezTo>
                  <a:cubicBezTo>
                    <a:pt x="206" y="49"/>
                    <a:pt x="206" y="49"/>
                    <a:pt x="206" y="49"/>
                  </a:cubicBezTo>
                  <a:lnTo>
                    <a:pt x="206" y="51"/>
                  </a:lnTo>
                  <a:close/>
                  <a:moveTo>
                    <a:pt x="189" y="49"/>
                  </a:moveTo>
                  <a:cubicBezTo>
                    <a:pt x="195" y="49"/>
                    <a:pt x="195" y="49"/>
                    <a:pt x="195" y="49"/>
                  </a:cubicBezTo>
                  <a:cubicBezTo>
                    <a:pt x="195" y="52"/>
                    <a:pt x="195" y="52"/>
                    <a:pt x="195" y="52"/>
                  </a:cubicBezTo>
                  <a:cubicBezTo>
                    <a:pt x="195" y="52"/>
                    <a:pt x="195" y="52"/>
                    <a:pt x="195" y="52"/>
                  </a:cubicBezTo>
                  <a:cubicBezTo>
                    <a:pt x="195" y="52"/>
                    <a:pt x="195" y="52"/>
                    <a:pt x="195" y="52"/>
                  </a:cubicBezTo>
                  <a:cubicBezTo>
                    <a:pt x="195" y="61"/>
                    <a:pt x="195" y="61"/>
                    <a:pt x="195" y="61"/>
                  </a:cubicBezTo>
                  <a:cubicBezTo>
                    <a:pt x="195" y="61"/>
                    <a:pt x="195" y="61"/>
                    <a:pt x="195" y="61"/>
                  </a:cubicBezTo>
                  <a:cubicBezTo>
                    <a:pt x="195" y="61"/>
                    <a:pt x="195" y="61"/>
                    <a:pt x="195" y="61"/>
                  </a:cubicBezTo>
                  <a:cubicBezTo>
                    <a:pt x="195" y="74"/>
                    <a:pt x="195" y="74"/>
                    <a:pt x="195" y="74"/>
                  </a:cubicBezTo>
                  <a:cubicBezTo>
                    <a:pt x="195" y="74"/>
                    <a:pt x="195" y="74"/>
                    <a:pt x="195" y="74"/>
                  </a:cubicBezTo>
                  <a:cubicBezTo>
                    <a:pt x="195" y="74"/>
                    <a:pt x="195" y="74"/>
                    <a:pt x="195" y="74"/>
                  </a:cubicBezTo>
                  <a:cubicBezTo>
                    <a:pt x="195" y="83"/>
                    <a:pt x="195" y="83"/>
                    <a:pt x="195" y="83"/>
                  </a:cubicBezTo>
                  <a:cubicBezTo>
                    <a:pt x="195" y="83"/>
                    <a:pt x="195" y="83"/>
                    <a:pt x="195" y="83"/>
                  </a:cubicBezTo>
                  <a:cubicBezTo>
                    <a:pt x="195" y="83"/>
                    <a:pt x="195" y="83"/>
                    <a:pt x="195" y="83"/>
                  </a:cubicBezTo>
                  <a:cubicBezTo>
                    <a:pt x="195" y="93"/>
                    <a:pt x="195" y="93"/>
                    <a:pt x="195" y="93"/>
                  </a:cubicBezTo>
                  <a:cubicBezTo>
                    <a:pt x="195" y="93"/>
                    <a:pt x="195" y="93"/>
                    <a:pt x="195" y="93"/>
                  </a:cubicBezTo>
                  <a:cubicBezTo>
                    <a:pt x="195" y="94"/>
                    <a:pt x="195" y="94"/>
                    <a:pt x="195" y="94"/>
                  </a:cubicBezTo>
                  <a:cubicBezTo>
                    <a:pt x="195" y="102"/>
                    <a:pt x="195" y="102"/>
                    <a:pt x="195" y="102"/>
                  </a:cubicBezTo>
                  <a:cubicBezTo>
                    <a:pt x="195" y="102"/>
                    <a:pt x="195" y="102"/>
                    <a:pt x="195" y="102"/>
                  </a:cubicBezTo>
                  <a:cubicBezTo>
                    <a:pt x="195" y="103"/>
                    <a:pt x="195" y="103"/>
                    <a:pt x="195" y="103"/>
                  </a:cubicBezTo>
                  <a:cubicBezTo>
                    <a:pt x="195" y="115"/>
                    <a:pt x="195" y="115"/>
                    <a:pt x="195" y="115"/>
                  </a:cubicBezTo>
                  <a:cubicBezTo>
                    <a:pt x="195" y="115"/>
                    <a:pt x="195" y="115"/>
                    <a:pt x="195" y="115"/>
                  </a:cubicBezTo>
                  <a:cubicBezTo>
                    <a:pt x="195" y="115"/>
                    <a:pt x="195" y="115"/>
                    <a:pt x="195" y="115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40"/>
                    <a:pt x="195" y="140"/>
                    <a:pt x="195" y="140"/>
                  </a:cubicBezTo>
                  <a:cubicBezTo>
                    <a:pt x="189" y="140"/>
                    <a:pt x="189" y="140"/>
                    <a:pt x="189" y="140"/>
                  </a:cubicBezTo>
                  <a:lnTo>
                    <a:pt x="189" y="49"/>
                  </a:lnTo>
                  <a:close/>
                  <a:moveTo>
                    <a:pt x="197" y="125"/>
                  </a:moveTo>
                  <a:cubicBezTo>
                    <a:pt x="206" y="125"/>
                    <a:pt x="206" y="125"/>
                    <a:pt x="206" y="125"/>
                  </a:cubicBezTo>
                  <a:cubicBezTo>
                    <a:pt x="206" y="140"/>
                    <a:pt x="206" y="140"/>
                    <a:pt x="206" y="140"/>
                  </a:cubicBezTo>
                  <a:cubicBezTo>
                    <a:pt x="197" y="140"/>
                    <a:pt x="197" y="140"/>
                    <a:pt x="197" y="140"/>
                  </a:cubicBezTo>
                  <a:lnTo>
                    <a:pt x="197" y="125"/>
                  </a:lnTo>
                  <a:close/>
                  <a:moveTo>
                    <a:pt x="208" y="49"/>
                  </a:moveTo>
                  <a:cubicBezTo>
                    <a:pt x="214" y="49"/>
                    <a:pt x="214" y="49"/>
                    <a:pt x="214" y="49"/>
                  </a:cubicBezTo>
                  <a:cubicBezTo>
                    <a:pt x="214" y="140"/>
                    <a:pt x="214" y="140"/>
                    <a:pt x="214" y="140"/>
                  </a:cubicBezTo>
                  <a:cubicBezTo>
                    <a:pt x="208" y="140"/>
                    <a:pt x="208" y="140"/>
                    <a:pt x="208" y="140"/>
                  </a:cubicBezTo>
                  <a:lnTo>
                    <a:pt x="208" y="49"/>
                  </a:lnTo>
                  <a:close/>
                  <a:moveTo>
                    <a:pt x="214" y="42"/>
                  </a:moveTo>
                  <a:cubicBezTo>
                    <a:pt x="189" y="42"/>
                    <a:pt x="189" y="42"/>
                    <a:pt x="189" y="42"/>
                  </a:cubicBezTo>
                  <a:cubicBezTo>
                    <a:pt x="189" y="33"/>
                    <a:pt x="189" y="33"/>
                    <a:pt x="189" y="33"/>
                  </a:cubicBezTo>
                  <a:cubicBezTo>
                    <a:pt x="214" y="33"/>
                    <a:pt x="214" y="33"/>
                    <a:pt x="214" y="33"/>
                  </a:cubicBezTo>
                  <a:lnTo>
                    <a:pt x="214" y="42"/>
                  </a:lnTo>
                  <a:close/>
                  <a:moveTo>
                    <a:pt x="189" y="142"/>
                  </a:moveTo>
                  <a:cubicBezTo>
                    <a:pt x="214" y="142"/>
                    <a:pt x="214" y="142"/>
                    <a:pt x="214" y="142"/>
                  </a:cubicBezTo>
                  <a:cubicBezTo>
                    <a:pt x="214" y="145"/>
                    <a:pt x="214" y="145"/>
                    <a:pt x="214" y="145"/>
                  </a:cubicBezTo>
                  <a:cubicBezTo>
                    <a:pt x="189" y="145"/>
                    <a:pt x="189" y="145"/>
                    <a:pt x="189" y="145"/>
                  </a:cubicBezTo>
                  <a:lnTo>
                    <a:pt x="189" y="142"/>
                  </a:lnTo>
                  <a:close/>
                  <a:moveTo>
                    <a:pt x="216" y="33"/>
                  </a:moveTo>
                  <a:cubicBezTo>
                    <a:pt x="225" y="33"/>
                    <a:pt x="225" y="33"/>
                    <a:pt x="225" y="33"/>
                  </a:cubicBezTo>
                  <a:cubicBezTo>
                    <a:pt x="225" y="179"/>
                    <a:pt x="225" y="179"/>
                    <a:pt x="225" y="179"/>
                  </a:cubicBezTo>
                  <a:cubicBezTo>
                    <a:pt x="216" y="179"/>
                    <a:pt x="216" y="179"/>
                    <a:pt x="216" y="179"/>
                  </a:cubicBezTo>
                  <a:lnTo>
                    <a:pt x="216" y="33"/>
                  </a:lnTo>
                  <a:close/>
                  <a:moveTo>
                    <a:pt x="227" y="119"/>
                  </a:moveTo>
                  <a:cubicBezTo>
                    <a:pt x="382" y="119"/>
                    <a:pt x="382" y="119"/>
                    <a:pt x="382" y="119"/>
                  </a:cubicBezTo>
                  <a:cubicBezTo>
                    <a:pt x="382" y="179"/>
                    <a:pt x="382" y="179"/>
                    <a:pt x="382" y="179"/>
                  </a:cubicBezTo>
                  <a:cubicBezTo>
                    <a:pt x="227" y="179"/>
                    <a:pt x="227" y="179"/>
                    <a:pt x="227" y="179"/>
                  </a:cubicBezTo>
                  <a:lnTo>
                    <a:pt x="227" y="119"/>
                  </a:lnTo>
                  <a:close/>
                  <a:moveTo>
                    <a:pt x="382" y="117"/>
                  </a:moveTo>
                  <a:cubicBezTo>
                    <a:pt x="227" y="117"/>
                    <a:pt x="227" y="117"/>
                    <a:pt x="227" y="117"/>
                  </a:cubicBezTo>
                  <a:cubicBezTo>
                    <a:pt x="227" y="115"/>
                    <a:pt x="227" y="115"/>
                    <a:pt x="227" y="115"/>
                  </a:cubicBezTo>
                  <a:cubicBezTo>
                    <a:pt x="382" y="115"/>
                    <a:pt x="382" y="115"/>
                    <a:pt x="382" y="115"/>
                  </a:cubicBezTo>
                  <a:lnTo>
                    <a:pt x="382" y="117"/>
                  </a:lnTo>
                  <a:close/>
                  <a:moveTo>
                    <a:pt x="384" y="113"/>
                  </a:moveTo>
                  <a:cubicBezTo>
                    <a:pt x="227" y="113"/>
                    <a:pt x="227" y="113"/>
                    <a:pt x="227" y="113"/>
                  </a:cubicBezTo>
                  <a:cubicBezTo>
                    <a:pt x="227" y="72"/>
                    <a:pt x="227" y="72"/>
                    <a:pt x="227" y="72"/>
                  </a:cubicBezTo>
                  <a:cubicBezTo>
                    <a:pt x="227" y="72"/>
                    <a:pt x="227" y="72"/>
                    <a:pt x="227" y="72"/>
                  </a:cubicBezTo>
                  <a:cubicBezTo>
                    <a:pt x="314" y="72"/>
                    <a:pt x="314" y="72"/>
                    <a:pt x="314" y="72"/>
                  </a:cubicBezTo>
                  <a:cubicBezTo>
                    <a:pt x="336" y="92"/>
                    <a:pt x="336" y="92"/>
                    <a:pt x="336" y="92"/>
                  </a:cubicBezTo>
                  <a:cubicBezTo>
                    <a:pt x="337" y="92"/>
                    <a:pt x="337" y="92"/>
                    <a:pt x="337" y="92"/>
                  </a:cubicBezTo>
                  <a:cubicBezTo>
                    <a:pt x="394" y="107"/>
                    <a:pt x="394" y="107"/>
                    <a:pt x="394" y="107"/>
                  </a:cubicBezTo>
                  <a:lnTo>
                    <a:pt x="384" y="113"/>
                  </a:lnTo>
                  <a:close/>
                  <a:moveTo>
                    <a:pt x="310" y="67"/>
                  </a:moveTo>
                  <a:cubicBezTo>
                    <a:pt x="310" y="67"/>
                    <a:pt x="310" y="67"/>
                    <a:pt x="310" y="67"/>
                  </a:cubicBezTo>
                  <a:cubicBezTo>
                    <a:pt x="314" y="66"/>
                    <a:pt x="314" y="66"/>
                    <a:pt x="314" y="66"/>
                  </a:cubicBezTo>
                  <a:cubicBezTo>
                    <a:pt x="340" y="89"/>
                    <a:pt x="340" y="89"/>
                    <a:pt x="340" y="89"/>
                  </a:cubicBezTo>
                  <a:cubicBezTo>
                    <a:pt x="340" y="89"/>
                    <a:pt x="340" y="89"/>
                    <a:pt x="341" y="89"/>
                  </a:cubicBezTo>
                  <a:cubicBezTo>
                    <a:pt x="400" y="104"/>
                    <a:pt x="400" y="104"/>
                    <a:pt x="400" y="104"/>
                  </a:cubicBezTo>
                  <a:cubicBezTo>
                    <a:pt x="397" y="105"/>
                    <a:pt x="397" y="105"/>
                    <a:pt x="397" y="105"/>
                  </a:cubicBezTo>
                  <a:cubicBezTo>
                    <a:pt x="397" y="105"/>
                    <a:pt x="397" y="105"/>
                    <a:pt x="397" y="105"/>
                  </a:cubicBezTo>
                  <a:cubicBezTo>
                    <a:pt x="338" y="90"/>
                    <a:pt x="338" y="90"/>
                    <a:pt x="338" y="90"/>
                  </a:cubicBezTo>
                  <a:cubicBezTo>
                    <a:pt x="315" y="70"/>
                    <a:pt x="315" y="70"/>
                    <a:pt x="315" y="70"/>
                  </a:cubicBezTo>
                  <a:cubicBezTo>
                    <a:pt x="315" y="70"/>
                    <a:pt x="315" y="70"/>
                    <a:pt x="314" y="70"/>
                  </a:cubicBezTo>
                  <a:cubicBezTo>
                    <a:pt x="227" y="70"/>
                    <a:pt x="227" y="70"/>
                    <a:pt x="227" y="70"/>
                  </a:cubicBezTo>
                  <a:cubicBezTo>
                    <a:pt x="227" y="70"/>
                    <a:pt x="227" y="70"/>
                    <a:pt x="227" y="70"/>
                  </a:cubicBezTo>
                  <a:cubicBezTo>
                    <a:pt x="227" y="67"/>
                    <a:pt x="227" y="67"/>
                    <a:pt x="227" y="67"/>
                  </a:cubicBezTo>
                  <a:lnTo>
                    <a:pt x="310" y="67"/>
                  </a:lnTo>
                  <a:close/>
                  <a:moveTo>
                    <a:pt x="62" y="89"/>
                  </a:moveTo>
                  <a:cubicBezTo>
                    <a:pt x="63" y="89"/>
                    <a:pt x="63" y="89"/>
                    <a:pt x="63" y="89"/>
                  </a:cubicBezTo>
                  <a:cubicBezTo>
                    <a:pt x="89" y="66"/>
                    <a:pt x="89" y="66"/>
                    <a:pt x="89" y="66"/>
                  </a:cubicBezTo>
                  <a:cubicBezTo>
                    <a:pt x="93" y="67"/>
                    <a:pt x="93" y="67"/>
                    <a:pt x="93" y="67"/>
                  </a:cubicBezTo>
                  <a:cubicBezTo>
                    <a:pt x="93" y="67"/>
                    <a:pt x="93" y="67"/>
                    <a:pt x="93" y="67"/>
                  </a:cubicBezTo>
                  <a:cubicBezTo>
                    <a:pt x="176" y="67"/>
                    <a:pt x="176" y="67"/>
                    <a:pt x="176" y="67"/>
                  </a:cubicBezTo>
                  <a:cubicBezTo>
                    <a:pt x="176" y="70"/>
                    <a:pt x="176" y="70"/>
                    <a:pt x="176" y="70"/>
                  </a:cubicBezTo>
                  <a:cubicBezTo>
                    <a:pt x="88" y="70"/>
                    <a:pt x="88" y="70"/>
                    <a:pt x="88" y="70"/>
                  </a:cubicBezTo>
                  <a:cubicBezTo>
                    <a:pt x="88" y="70"/>
                    <a:pt x="88" y="70"/>
                    <a:pt x="88" y="70"/>
                  </a:cubicBezTo>
                  <a:cubicBezTo>
                    <a:pt x="65" y="90"/>
                    <a:pt x="65" y="90"/>
                    <a:pt x="65" y="90"/>
                  </a:cubicBezTo>
                  <a:cubicBezTo>
                    <a:pt x="6" y="105"/>
                    <a:pt x="6" y="105"/>
                    <a:pt x="6" y="105"/>
                  </a:cubicBezTo>
                  <a:cubicBezTo>
                    <a:pt x="6" y="105"/>
                    <a:pt x="6" y="105"/>
                    <a:pt x="6" y="105"/>
                  </a:cubicBezTo>
                  <a:cubicBezTo>
                    <a:pt x="3" y="104"/>
                    <a:pt x="3" y="104"/>
                    <a:pt x="3" y="104"/>
                  </a:cubicBezTo>
                  <a:lnTo>
                    <a:pt x="62" y="89"/>
                  </a:lnTo>
                  <a:close/>
                  <a:moveTo>
                    <a:pt x="8" y="107"/>
                  </a:moveTo>
                  <a:cubicBezTo>
                    <a:pt x="66" y="92"/>
                    <a:pt x="66" y="92"/>
                    <a:pt x="66" y="92"/>
                  </a:cubicBezTo>
                  <a:cubicBezTo>
                    <a:pt x="66" y="92"/>
                    <a:pt x="66" y="92"/>
                    <a:pt x="66" y="92"/>
                  </a:cubicBezTo>
                  <a:cubicBezTo>
                    <a:pt x="89" y="72"/>
                    <a:pt x="89" y="72"/>
                    <a:pt x="89" y="72"/>
                  </a:cubicBezTo>
                  <a:cubicBezTo>
                    <a:pt x="176" y="72"/>
                    <a:pt x="176" y="72"/>
                    <a:pt x="176" y="72"/>
                  </a:cubicBezTo>
                  <a:cubicBezTo>
                    <a:pt x="176" y="113"/>
                    <a:pt x="176" y="113"/>
                    <a:pt x="176" y="113"/>
                  </a:cubicBezTo>
                  <a:cubicBezTo>
                    <a:pt x="19" y="113"/>
                    <a:pt x="19" y="113"/>
                    <a:pt x="19" y="113"/>
                  </a:cubicBezTo>
                  <a:lnTo>
                    <a:pt x="8" y="107"/>
                  </a:lnTo>
                  <a:close/>
                  <a:moveTo>
                    <a:pt x="176" y="115"/>
                  </a:moveTo>
                  <a:cubicBezTo>
                    <a:pt x="176" y="117"/>
                    <a:pt x="176" y="117"/>
                    <a:pt x="176" y="117"/>
                  </a:cubicBezTo>
                  <a:cubicBezTo>
                    <a:pt x="21" y="117"/>
                    <a:pt x="21" y="117"/>
                    <a:pt x="21" y="117"/>
                  </a:cubicBezTo>
                  <a:cubicBezTo>
                    <a:pt x="21" y="115"/>
                    <a:pt x="21" y="115"/>
                    <a:pt x="21" y="115"/>
                  </a:cubicBezTo>
                  <a:lnTo>
                    <a:pt x="176" y="115"/>
                  </a:lnTo>
                  <a:close/>
                  <a:moveTo>
                    <a:pt x="21" y="119"/>
                  </a:moveTo>
                  <a:cubicBezTo>
                    <a:pt x="176" y="119"/>
                    <a:pt x="176" y="119"/>
                    <a:pt x="176" y="119"/>
                  </a:cubicBezTo>
                  <a:cubicBezTo>
                    <a:pt x="176" y="179"/>
                    <a:pt x="176" y="179"/>
                    <a:pt x="176" y="179"/>
                  </a:cubicBezTo>
                  <a:cubicBezTo>
                    <a:pt x="21" y="179"/>
                    <a:pt x="21" y="179"/>
                    <a:pt x="21" y="179"/>
                  </a:cubicBezTo>
                  <a:lnTo>
                    <a:pt x="21" y="119"/>
                  </a:lnTo>
                  <a:close/>
                  <a:moveTo>
                    <a:pt x="189" y="179"/>
                  </a:moveTo>
                  <a:cubicBezTo>
                    <a:pt x="189" y="147"/>
                    <a:pt x="189" y="147"/>
                    <a:pt x="189" y="147"/>
                  </a:cubicBezTo>
                  <a:cubicBezTo>
                    <a:pt x="214" y="147"/>
                    <a:pt x="214" y="147"/>
                    <a:pt x="214" y="147"/>
                  </a:cubicBezTo>
                  <a:cubicBezTo>
                    <a:pt x="214" y="179"/>
                    <a:pt x="214" y="179"/>
                    <a:pt x="214" y="179"/>
                  </a:cubicBezTo>
                  <a:lnTo>
                    <a:pt x="189" y="1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Freeform 234"/>
            <p:cNvSpPr/>
            <p:nvPr userDrawn="1"/>
          </p:nvSpPr>
          <p:spPr bwMode="auto">
            <a:xfrm>
              <a:off x="6034088" y="3622675"/>
              <a:ext cx="96838" cy="92075"/>
            </a:xfrm>
            <a:custGeom>
              <a:avLst/>
              <a:gdLst>
                <a:gd name="T0" fmla="*/ 39 w 61"/>
                <a:gd name="T1" fmla="*/ 22 h 58"/>
                <a:gd name="T2" fmla="*/ 30 w 61"/>
                <a:gd name="T3" fmla="*/ 0 h 58"/>
                <a:gd name="T4" fmla="*/ 22 w 61"/>
                <a:gd name="T5" fmla="*/ 22 h 58"/>
                <a:gd name="T6" fmla="*/ 0 w 61"/>
                <a:gd name="T7" fmla="*/ 22 h 58"/>
                <a:gd name="T8" fmla="*/ 17 w 61"/>
                <a:gd name="T9" fmla="*/ 36 h 58"/>
                <a:gd name="T10" fmla="*/ 13 w 61"/>
                <a:gd name="T11" fmla="*/ 58 h 58"/>
                <a:gd name="T12" fmla="*/ 30 w 61"/>
                <a:gd name="T13" fmla="*/ 44 h 58"/>
                <a:gd name="T14" fmla="*/ 48 w 61"/>
                <a:gd name="T15" fmla="*/ 58 h 58"/>
                <a:gd name="T16" fmla="*/ 43 w 61"/>
                <a:gd name="T17" fmla="*/ 36 h 58"/>
                <a:gd name="T18" fmla="*/ 61 w 61"/>
                <a:gd name="T19" fmla="*/ 22 h 58"/>
                <a:gd name="T20" fmla="*/ 39 w 61"/>
                <a:gd name="T21" fmla="*/ 2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1" h="58">
                  <a:moveTo>
                    <a:pt x="39" y="22"/>
                  </a:moveTo>
                  <a:lnTo>
                    <a:pt x="30" y="0"/>
                  </a:lnTo>
                  <a:lnTo>
                    <a:pt x="22" y="22"/>
                  </a:lnTo>
                  <a:lnTo>
                    <a:pt x="0" y="22"/>
                  </a:lnTo>
                  <a:lnTo>
                    <a:pt x="17" y="36"/>
                  </a:lnTo>
                  <a:lnTo>
                    <a:pt x="13" y="58"/>
                  </a:lnTo>
                  <a:lnTo>
                    <a:pt x="30" y="44"/>
                  </a:lnTo>
                  <a:lnTo>
                    <a:pt x="48" y="58"/>
                  </a:lnTo>
                  <a:lnTo>
                    <a:pt x="43" y="36"/>
                  </a:lnTo>
                  <a:lnTo>
                    <a:pt x="61" y="22"/>
                  </a:lnTo>
                  <a:lnTo>
                    <a:pt x="39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Freeform 235"/>
            <p:cNvSpPr/>
            <p:nvPr userDrawn="1"/>
          </p:nvSpPr>
          <p:spPr bwMode="auto">
            <a:xfrm>
              <a:off x="6034088" y="4630738"/>
              <a:ext cx="14288" cy="176213"/>
            </a:xfrm>
            <a:custGeom>
              <a:avLst/>
              <a:gdLst>
                <a:gd name="T0" fmla="*/ 1 w 2"/>
                <a:gd name="T1" fmla="*/ 0 h 25"/>
                <a:gd name="T2" fmla="*/ 0 w 2"/>
                <a:gd name="T3" fmla="*/ 1 h 25"/>
                <a:gd name="T4" fmla="*/ 0 w 2"/>
                <a:gd name="T5" fmla="*/ 24 h 25"/>
                <a:gd name="T6" fmla="*/ 1 w 2"/>
                <a:gd name="T7" fmla="*/ 25 h 25"/>
                <a:gd name="T8" fmla="*/ 2 w 2"/>
                <a:gd name="T9" fmla="*/ 24 h 25"/>
                <a:gd name="T10" fmla="*/ 2 w 2"/>
                <a:gd name="T11" fmla="*/ 1 h 25"/>
                <a:gd name="T12" fmla="*/ 1 w 2"/>
                <a:gd name="T13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5">
                  <a:moveTo>
                    <a:pt x="1" y="0"/>
                  </a:moveTo>
                  <a:cubicBezTo>
                    <a:pt x="0" y="0"/>
                    <a:pt x="0" y="0"/>
                    <a:pt x="0" y="1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5"/>
                    <a:pt x="0" y="25"/>
                    <a:pt x="1" y="25"/>
                  </a:cubicBezTo>
                  <a:cubicBezTo>
                    <a:pt x="2" y="25"/>
                    <a:pt x="2" y="25"/>
                    <a:pt x="2" y="24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Freeform 236"/>
            <p:cNvSpPr/>
            <p:nvPr userDrawn="1"/>
          </p:nvSpPr>
          <p:spPr bwMode="auto">
            <a:xfrm>
              <a:off x="6110288" y="4630738"/>
              <a:ext cx="12700" cy="176213"/>
            </a:xfrm>
            <a:custGeom>
              <a:avLst/>
              <a:gdLst>
                <a:gd name="T0" fmla="*/ 1 w 2"/>
                <a:gd name="T1" fmla="*/ 0 h 25"/>
                <a:gd name="T2" fmla="*/ 0 w 2"/>
                <a:gd name="T3" fmla="*/ 1 h 25"/>
                <a:gd name="T4" fmla="*/ 0 w 2"/>
                <a:gd name="T5" fmla="*/ 24 h 25"/>
                <a:gd name="T6" fmla="*/ 1 w 2"/>
                <a:gd name="T7" fmla="*/ 25 h 25"/>
                <a:gd name="T8" fmla="*/ 2 w 2"/>
                <a:gd name="T9" fmla="*/ 24 h 25"/>
                <a:gd name="T10" fmla="*/ 2 w 2"/>
                <a:gd name="T11" fmla="*/ 1 h 25"/>
                <a:gd name="T12" fmla="*/ 1 w 2"/>
                <a:gd name="T13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5">
                  <a:moveTo>
                    <a:pt x="1" y="0"/>
                  </a:moveTo>
                  <a:cubicBezTo>
                    <a:pt x="0" y="0"/>
                    <a:pt x="0" y="0"/>
                    <a:pt x="0" y="1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5"/>
                    <a:pt x="0" y="25"/>
                    <a:pt x="1" y="25"/>
                  </a:cubicBezTo>
                  <a:cubicBezTo>
                    <a:pt x="2" y="25"/>
                    <a:pt x="2" y="25"/>
                    <a:pt x="2" y="24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0" name="Freeform 237"/>
            <p:cNvSpPr/>
            <p:nvPr userDrawn="1"/>
          </p:nvSpPr>
          <p:spPr bwMode="auto">
            <a:xfrm>
              <a:off x="6069013" y="4630738"/>
              <a:ext cx="12700" cy="176213"/>
            </a:xfrm>
            <a:custGeom>
              <a:avLst/>
              <a:gdLst>
                <a:gd name="T0" fmla="*/ 1 w 2"/>
                <a:gd name="T1" fmla="*/ 0 h 25"/>
                <a:gd name="T2" fmla="*/ 0 w 2"/>
                <a:gd name="T3" fmla="*/ 1 h 25"/>
                <a:gd name="T4" fmla="*/ 0 w 2"/>
                <a:gd name="T5" fmla="*/ 24 h 25"/>
                <a:gd name="T6" fmla="*/ 1 w 2"/>
                <a:gd name="T7" fmla="*/ 25 h 25"/>
                <a:gd name="T8" fmla="*/ 2 w 2"/>
                <a:gd name="T9" fmla="*/ 24 h 25"/>
                <a:gd name="T10" fmla="*/ 2 w 2"/>
                <a:gd name="T11" fmla="*/ 1 h 25"/>
                <a:gd name="T12" fmla="*/ 1 w 2"/>
                <a:gd name="T13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5">
                  <a:moveTo>
                    <a:pt x="1" y="0"/>
                  </a:moveTo>
                  <a:cubicBezTo>
                    <a:pt x="1" y="0"/>
                    <a:pt x="0" y="0"/>
                    <a:pt x="0" y="1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5"/>
                    <a:pt x="1" y="25"/>
                    <a:pt x="1" y="25"/>
                  </a:cubicBezTo>
                  <a:cubicBezTo>
                    <a:pt x="2" y="25"/>
                    <a:pt x="2" y="25"/>
                    <a:pt x="2" y="24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1" name="Freeform 238"/>
            <p:cNvSpPr/>
            <p:nvPr userDrawn="1"/>
          </p:nvSpPr>
          <p:spPr bwMode="auto">
            <a:xfrm>
              <a:off x="6040438" y="3811588"/>
              <a:ext cx="14288" cy="42863"/>
            </a:xfrm>
            <a:custGeom>
              <a:avLst/>
              <a:gdLst>
                <a:gd name="T0" fmla="*/ 1 w 2"/>
                <a:gd name="T1" fmla="*/ 6 h 6"/>
                <a:gd name="T2" fmla="*/ 2 w 2"/>
                <a:gd name="T3" fmla="*/ 5 h 6"/>
                <a:gd name="T4" fmla="*/ 2 w 2"/>
                <a:gd name="T5" fmla="*/ 1 h 6"/>
                <a:gd name="T6" fmla="*/ 1 w 2"/>
                <a:gd name="T7" fmla="*/ 0 h 6"/>
                <a:gd name="T8" fmla="*/ 0 w 2"/>
                <a:gd name="T9" fmla="*/ 1 h 6"/>
                <a:gd name="T10" fmla="*/ 0 w 2"/>
                <a:gd name="T11" fmla="*/ 5 h 6"/>
                <a:gd name="T12" fmla="*/ 1 w 2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6">
                  <a:moveTo>
                    <a:pt x="1" y="6"/>
                  </a:moveTo>
                  <a:cubicBezTo>
                    <a:pt x="2" y="6"/>
                    <a:pt x="2" y="6"/>
                    <a:pt x="2" y="5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1" y="6"/>
                    <a:pt x="1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2" name="Freeform 239"/>
            <p:cNvSpPr/>
            <p:nvPr userDrawn="1"/>
          </p:nvSpPr>
          <p:spPr bwMode="auto">
            <a:xfrm>
              <a:off x="6102350" y="3811588"/>
              <a:ext cx="14288" cy="42863"/>
            </a:xfrm>
            <a:custGeom>
              <a:avLst/>
              <a:gdLst>
                <a:gd name="T0" fmla="*/ 1 w 2"/>
                <a:gd name="T1" fmla="*/ 6 h 6"/>
                <a:gd name="T2" fmla="*/ 2 w 2"/>
                <a:gd name="T3" fmla="*/ 5 h 6"/>
                <a:gd name="T4" fmla="*/ 2 w 2"/>
                <a:gd name="T5" fmla="*/ 1 h 6"/>
                <a:gd name="T6" fmla="*/ 1 w 2"/>
                <a:gd name="T7" fmla="*/ 0 h 6"/>
                <a:gd name="T8" fmla="*/ 0 w 2"/>
                <a:gd name="T9" fmla="*/ 1 h 6"/>
                <a:gd name="T10" fmla="*/ 0 w 2"/>
                <a:gd name="T11" fmla="*/ 5 h 6"/>
                <a:gd name="T12" fmla="*/ 1 w 2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6">
                  <a:moveTo>
                    <a:pt x="1" y="6"/>
                  </a:moveTo>
                  <a:cubicBezTo>
                    <a:pt x="1" y="6"/>
                    <a:pt x="2" y="6"/>
                    <a:pt x="2" y="5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1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3" name="Freeform 240"/>
            <p:cNvSpPr/>
            <p:nvPr userDrawn="1"/>
          </p:nvSpPr>
          <p:spPr bwMode="auto">
            <a:xfrm>
              <a:off x="5805488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4" name="Freeform 241"/>
            <p:cNvSpPr/>
            <p:nvPr userDrawn="1"/>
          </p:nvSpPr>
          <p:spPr bwMode="auto">
            <a:xfrm>
              <a:off x="5702300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5" name="Freeform 242"/>
            <p:cNvSpPr/>
            <p:nvPr userDrawn="1"/>
          </p:nvSpPr>
          <p:spPr bwMode="auto">
            <a:xfrm>
              <a:off x="5599113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6" name="Freeform 243"/>
            <p:cNvSpPr/>
            <p:nvPr userDrawn="1"/>
          </p:nvSpPr>
          <p:spPr bwMode="auto">
            <a:xfrm>
              <a:off x="5494338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7" name="Freeform 244"/>
            <p:cNvSpPr/>
            <p:nvPr userDrawn="1"/>
          </p:nvSpPr>
          <p:spPr bwMode="auto">
            <a:xfrm>
              <a:off x="5391150" y="4435475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8" name="Freeform 245"/>
            <p:cNvSpPr/>
            <p:nvPr userDrawn="1"/>
          </p:nvSpPr>
          <p:spPr bwMode="auto">
            <a:xfrm>
              <a:off x="5287963" y="4435475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9" name="Freeform 246"/>
            <p:cNvSpPr/>
            <p:nvPr userDrawn="1"/>
          </p:nvSpPr>
          <p:spPr bwMode="auto">
            <a:xfrm>
              <a:off x="5183188" y="4435475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0" name="Freeform 247"/>
            <p:cNvSpPr/>
            <p:nvPr userDrawn="1"/>
          </p:nvSpPr>
          <p:spPr bwMode="auto">
            <a:xfrm>
              <a:off x="5080000" y="4435475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1" name="Freeform 248"/>
            <p:cNvSpPr/>
            <p:nvPr userDrawn="1"/>
          </p:nvSpPr>
          <p:spPr bwMode="auto">
            <a:xfrm>
              <a:off x="4976813" y="4435475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10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10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" name="Freeform 249"/>
            <p:cNvSpPr/>
            <p:nvPr userDrawn="1"/>
          </p:nvSpPr>
          <p:spPr bwMode="auto">
            <a:xfrm>
              <a:off x="4879975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3" name="Freeform 250"/>
            <p:cNvSpPr/>
            <p:nvPr userDrawn="1"/>
          </p:nvSpPr>
          <p:spPr bwMode="auto">
            <a:xfrm>
              <a:off x="5805488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4" name="Freeform 251"/>
            <p:cNvSpPr/>
            <p:nvPr userDrawn="1"/>
          </p:nvSpPr>
          <p:spPr bwMode="auto">
            <a:xfrm>
              <a:off x="5702300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5" name="Freeform 252"/>
            <p:cNvSpPr/>
            <p:nvPr userDrawn="1"/>
          </p:nvSpPr>
          <p:spPr bwMode="auto">
            <a:xfrm>
              <a:off x="5599113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6" name="Freeform 253"/>
            <p:cNvSpPr/>
            <p:nvPr userDrawn="1"/>
          </p:nvSpPr>
          <p:spPr bwMode="auto">
            <a:xfrm>
              <a:off x="5494338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7" name="Freeform 254"/>
            <p:cNvSpPr/>
            <p:nvPr userDrawn="1"/>
          </p:nvSpPr>
          <p:spPr bwMode="auto">
            <a:xfrm>
              <a:off x="5391150" y="4603750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8" name="Freeform 255"/>
            <p:cNvSpPr/>
            <p:nvPr userDrawn="1"/>
          </p:nvSpPr>
          <p:spPr bwMode="auto">
            <a:xfrm>
              <a:off x="5287963" y="4603750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9" name="Freeform 256"/>
            <p:cNvSpPr/>
            <p:nvPr userDrawn="1"/>
          </p:nvSpPr>
          <p:spPr bwMode="auto">
            <a:xfrm>
              <a:off x="5183188" y="4603750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0" name="Freeform 257"/>
            <p:cNvSpPr/>
            <p:nvPr userDrawn="1"/>
          </p:nvSpPr>
          <p:spPr bwMode="auto">
            <a:xfrm>
              <a:off x="5080000" y="4603750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1" name="Freeform 258"/>
            <p:cNvSpPr/>
            <p:nvPr userDrawn="1"/>
          </p:nvSpPr>
          <p:spPr bwMode="auto">
            <a:xfrm>
              <a:off x="4976813" y="4603750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10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10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2" name="Freeform 259"/>
            <p:cNvSpPr/>
            <p:nvPr userDrawn="1"/>
          </p:nvSpPr>
          <p:spPr bwMode="auto">
            <a:xfrm>
              <a:off x="4879975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3" name="Freeform 260"/>
            <p:cNvSpPr/>
            <p:nvPr userDrawn="1"/>
          </p:nvSpPr>
          <p:spPr bwMode="auto">
            <a:xfrm>
              <a:off x="7223125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4" name="Freeform 261"/>
            <p:cNvSpPr/>
            <p:nvPr userDrawn="1"/>
          </p:nvSpPr>
          <p:spPr bwMode="auto">
            <a:xfrm>
              <a:off x="7118350" y="4435475"/>
              <a:ext cx="63500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5" name="Freeform 262"/>
            <p:cNvSpPr/>
            <p:nvPr userDrawn="1"/>
          </p:nvSpPr>
          <p:spPr bwMode="auto">
            <a:xfrm>
              <a:off x="7015163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6" name="Freeform 263"/>
            <p:cNvSpPr/>
            <p:nvPr userDrawn="1"/>
          </p:nvSpPr>
          <p:spPr bwMode="auto">
            <a:xfrm>
              <a:off x="6911975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7" name="Freeform 264"/>
            <p:cNvSpPr/>
            <p:nvPr userDrawn="1"/>
          </p:nvSpPr>
          <p:spPr bwMode="auto">
            <a:xfrm>
              <a:off x="6807200" y="4435475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" name="Freeform 265"/>
            <p:cNvSpPr/>
            <p:nvPr userDrawn="1"/>
          </p:nvSpPr>
          <p:spPr bwMode="auto">
            <a:xfrm>
              <a:off x="6704013" y="4435475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" name="Freeform 266"/>
            <p:cNvSpPr/>
            <p:nvPr userDrawn="1"/>
          </p:nvSpPr>
          <p:spPr bwMode="auto">
            <a:xfrm>
              <a:off x="6600825" y="4435475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0" name="Freeform 267"/>
            <p:cNvSpPr/>
            <p:nvPr userDrawn="1"/>
          </p:nvSpPr>
          <p:spPr bwMode="auto">
            <a:xfrm>
              <a:off x="6497638" y="4435475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1" name="Freeform 268"/>
            <p:cNvSpPr/>
            <p:nvPr userDrawn="1"/>
          </p:nvSpPr>
          <p:spPr bwMode="auto">
            <a:xfrm>
              <a:off x="6392863" y="4435475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10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10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2" name="Freeform 269"/>
            <p:cNvSpPr/>
            <p:nvPr userDrawn="1"/>
          </p:nvSpPr>
          <p:spPr bwMode="auto">
            <a:xfrm>
              <a:off x="6296025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3" name="Freeform 270"/>
            <p:cNvSpPr/>
            <p:nvPr userDrawn="1"/>
          </p:nvSpPr>
          <p:spPr bwMode="auto">
            <a:xfrm>
              <a:off x="7223125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4" name="Freeform 271"/>
            <p:cNvSpPr/>
            <p:nvPr userDrawn="1"/>
          </p:nvSpPr>
          <p:spPr bwMode="auto">
            <a:xfrm>
              <a:off x="7118350" y="4603750"/>
              <a:ext cx="63500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5" name="Freeform 272"/>
            <p:cNvSpPr/>
            <p:nvPr userDrawn="1"/>
          </p:nvSpPr>
          <p:spPr bwMode="auto">
            <a:xfrm>
              <a:off x="7015163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6" name="Freeform 273"/>
            <p:cNvSpPr/>
            <p:nvPr userDrawn="1"/>
          </p:nvSpPr>
          <p:spPr bwMode="auto">
            <a:xfrm>
              <a:off x="6911975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7" name="Freeform 274"/>
            <p:cNvSpPr/>
            <p:nvPr userDrawn="1"/>
          </p:nvSpPr>
          <p:spPr bwMode="auto">
            <a:xfrm>
              <a:off x="6807200" y="4603750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8" name="Freeform 275"/>
            <p:cNvSpPr/>
            <p:nvPr userDrawn="1"/>
          </p:nvSpPr>
          <p:spPr bwMode="auto">
            <a:xfrm>
              <a:off x="6704013" y="4603750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9" name="Freeform 276"/>
            <p:cNvSpPr/>
            <p:nvPr userDrawn="1"/>
          </p:nvSpPr>
          <p:spPr bwMode="auto">
            <a:xfrm>
              <a:off x="6600825" y="4603750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0" name="Freeform 277"/>
            <p:cNvSpPr/>
            <p:nvPr userDrawn="1"/>
          </p:nvSpPr>
          <p:spPr bwMode="auto">
            <a:xfrm>
              <a:off x="6497638" y="4603750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1" name="Freeform 278"/>
            <p:cNvSpPr/>
            <p:nvPr userDrawn="1"/>
          </p:nvSpPr>
          <p:spPr bwMode="auto">
            <a:xfrm>
              <a:off x="6392863" y="4603750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10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10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2" name="Freeform 279"/>
            <p:cNvSpPr/>
            <p:nvPr userDrawn="1"/>
          </p:nvSpPr>
          <p:spPr bwMode="auto">
            <a:xfrm>
              <a:off x="6296025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3" name="Freeform 280"/>
            <p:cNvSpPr>
              <a:spLocks noEditPoints="1"/>
            </p:cNvSpPr>
            <p:nvPr userDrawn="1"/>
          </p:nvSpPr>
          <p:spPr bwMode="auto">
            <a:xfrm>
              <a:off x="2101850" y="4162425"/>
              <a:ext cx="2170113" cy="679450"/>
            </a:xfrm>
            <a:custGeom>
              <a:avLst/>
              <a:gdLst>
                <a:gd name="T0" fmla="*/ 164 w 314"/>
                <a:gd name="T1" fmla="*/ 68 h 97"/>
                <a:gd name="T2" fmla="*/ 111 w 314"/>
                <a:gd name="T3" fmla="*/ 20 h 97"/>
                <a:gd name="T4" fmla="*/ 83 w 314"/>
                <a:gd name="T5" fmla="*/ 60 h 97"/>
                <a:gd name="T6" fmla="*/ 64 w 314"/>
                <a:gd name="T7" fmla="*/ 72 h 97"/>
                <a:gd name="T8" fmla="*/ 44 w 314"/>
                <a:gd name="T9" fmla="*/ 60 h 97"/>
                <a:gd name="T10" fmla="*/ 36 w 314"/>
                <a:gd name="T11" fmla="*/ 60 h 97"/>
                <a:gd name="T12" fmla="*/ 21 w 314"/>
                <a:gd name="T13" fmla="*/ 79 h 97"/>
                <a:gd name="T14" fmla="*/ 113 w 314"/>
                <a:gd name="T15" fmla="*/ 87 h 97"/>
                <a:gd name="T16" fmla="*/ 163 w 314"/>
                <a:gd name="T17" fmla="*/ 86 h 97"/>
                <a:gd name="T18" fmla="*/ 261 w 314"/>
                <a:gd name="T19" fmla="*/ 40 h 97"/>
                <a:gd name="T20" fmla="*/ 261 w 314"/>
                <a:gd name="T21" fmla="*/ 59 h 97"/>
                <a:gd name="T22" fmla="*/ 261 w 314"/>
                <a:gd name="T23" fmla="*/ 87 h 97"/>
                <a:gd name="T24" fmla="*/ 313 w 314"/>
                <a:gd name="T25" fmla="*/ 97 h 97"/>
                <a:gd name="T26" fmla="*/ 73 w 314"/>
                <a:gd name="T27" fmla="*/ 95 h 97"/>
                <a:gd name="T28" fmla="*/ 67 w 314"/>
                <a:gd name="T29" fmla="*/ 77 h 97"/>
                <a:gd name="T30" fmla="*/ 84 w 314"/>
                <a:gd name="T31" fmla="*/ 58 h 97"/>
                <a:gd name="T32" fmla="*/ 75 w 314"/>
                <a:gd name="T33" fmla="*/ 94 h 97"/>
                <a:gd name="T34" fmla="*/ 48 w 314"/>
                <a:gd name="T35" fmla="*/ 58 h 97"/>
                <a:gd name="T36" fmla="*/ 62 w 314"/>
                <a:gd name="T37" fmla="*/ 73 h 97"/>
                <a:gd name="T38" fmla="*/ 39 w 314"/>
                <a:gd name="T39" fmla="*/ 74 h 97"/>
                <a:gd name="T40" fmla="*/ 22 w 314"/>
                <a:gd name="T41" fmla="*/ 64 h 97"/>
                <a:gd name="T42" fmla="*/ 32 w 314"/>
                <a:gd name="T43" fmla="*/ 64 h 97"/>
                <a:gd name="T44" fmla="*/ 23 w 314"/>
                <a:gd name="T45" fmla="*/ 77 h 97"/>
                <a:gd name="T46" fmla="*/ 28 w 314"/>
                <a:gd name="T47" fmla="*/ 95 h 97"/>
                <a:gd name="T48" fmla="*/ 132 w 314"/>
                <a:gd name="T49" fmla="*/ 53 h 97"/>
                <a:gd name="T50" fmla="*/ 144 w 314"/>
                <a:gd name="T51" fmla="*/ 63 h 97"/>
                <a:gd name="T52" fmla="*/ 113 w 314"/>
                <a:gd name="T53" fmla="*/ 43 h 97"/>
                <a:gd name="T54" fmla="*/ 145 w 314"/>
                <a:gd name="T55" fmla="*/ 32 h 97"/>
                <a:gd name="T56" fmla="*/ 163 w 314"/>
                <a:gd name="T57" fmla="*/ 37 h 97"/>
                <a:gd name="T58" fmla="*/ 163 w 314"/>
                <a:gd name="T59" fmla="*/ 45 h 97"/>
                <a:gd name="T60" fmla="*/ 113 w 314"/>
                <a:gd name="T61" fmla="*/ 30 h 97"/>
                <a:gd name="T62" fmla="*/ 154 w 314"/>
                <a:gd name="T63" fmla="*/ 68 h 97"/>
                <a:gd name="T64" fmla="*/ 163 w 314"/>
                <a:gd name="T65" fmla="*/ 20 h 97"/>
                <a:gd name="T66" fmla="*/ 113 w 314"/>
                <a:gd name="T67" fmla="*/ 79 h 97"/>
                <a:gd name="T68" fmla="*/ 113 w 314"/>
                <a:gd name="T69" fmla="*/ 79 h 97"/>
                <a:gd name="T70" fmla="*/ 287 w 314"/>
                <a:gd name="T71" fmla="*/ 48 h 97"/>
                <a:gd name="T72" fmla="*/ 288 w 314"/>
                <a:gd name="T73" fmla="*/ 41 h 97"/>
                <a:gd name="T74" fmla="*/ 312 w 314"/>
                <a:gd name="T75" fmla="*/ 41 h 97"/>
                <a:gd name="T76" fmla="*/ 288 w 314"/>
                <a:gd name="T77" fmla="*/ 60 h 97"/>
                <a:gd name="T78" fmla="*/ 297 w 314"/>
                <a:gd name="T79" fmla="*/ 60 h 97"/>
                <a:gd name="T80" fmla="*/ 272 w 314"/>
                <a:gd name="T81" fmla="*/ 67 h 97"/>
                <a:gd name="T82" fmla="*/ 272 w 314"/>
                <a:gd name="T83" fmla="*/ 69 h 97"/>
                <a:gd name="T84" fmla="*/ 288 w 314"/>
                <a:gd name="T85" fmla="*/ 69 h 97"/>
                <a:gd name="T86" fmla="*/ 304 w 314"/>
                <a:gd name="T87" fmla="*/ 77 h 97"/>
                <a:gd name="T88" fmla="*/ 305 w 314"/>
                <a:gd name="T89" fmla="*/ 69 h 97"/>
                <a:gd name="T90" fmla="*/ 305 w 314"/>
                <a:gd name="T91" fmla="*/ 50 h 97"/>
                <a:gd name="T92" fmla="*/ 304 w 314"/>
                <a:gd name="T93" fmla="*/ 50 h 97"/>
                <a:gd name="T94" fmla="*/ 287 w 314"/>
                <a:gd name="T95" fmla="*/ 58 h 97"/>
                <a:gd name="T96" fmla="*/ 272 w 314"/>
                <a:gd name="T97" fmla="*/ 50 h 97"/>
                <a:gd name="T98" fmla="*/ 270 w 314"/>
                <a:gd name="T99" fmla="*/ 58 h 97"/>
                <a:gd name="T100" fmla="*/ 270 w 314"/>
                <a:gd name="T101" fmla="*/ 77 h 97"/>
                <a:gd name="T102" fmla="*/ 263 w 314"/>
                <a:gd name="T103" fmla="*/ 79 h 97"/>
                <a:gd name="T104" fmla="*/ 280 w 314"/>
                <a:gd name="T105" fmla="*/ 79 h 97"/>
                <a:gd name="T106" fmla="*/ 295 w 314"/>
                <a:gd name="T107" fmla="*/ 86 h 97"/>
                <a:gd name="T108" fmla="*/ 297 w 314"/>
                <a:gd name="T109" fmla="*/ 79 h 97"/>
                <a:gd name="T110" fmla="*/ 263 w 314"/>
                <a:gd name="T111" fmla="*/ 48 h 97"/>
                <a:gd name="T112" fmla="*/ 263 w 314"/>
                <a:gd name="T113" fmla="*/ 95 h 97"/>
                <a:gd name="T114" fmla="*/ 280 w 314"/>
                <a:gd name="T115" fmla="*/ 88 h 97"/>
                <a:gd name="T116" fmla="*/ 295 w 314"/>
                <a:gd name="T117" fmla="*/ 95 h 97"/>
                <a:gd name="T118" fmla="*/ 297 w 314"/>
                <a:gd name="T119" fmla="*/ 88 h 97"/>
                <a:gd name="T120" fmla="*/ 312 w 314"/>
                <a:gd name="T121" fmla="*/ 39 h 97"/>
                <a:gd name="T122" fmla="*/ 288 w 314"/>
                <a:gd name="T123" fmla="*/ 39 h 97"/>
                <a:gd name="T124" fmla="*/ 271 w 314"/>
                <a:gd name="T125" fmla="*/ 39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14" h="97">
                  <a:moveTo>
                    <a:pt x="263" y="1"/>
                  </a:moveTo>
                  <a:cubicBezTo>
                    <a:pt x="263" y="0"/>
                    <a:pt x="262" y="0"/>
                    <a:pt x="262" y="1"/>
                  </a:cubicBezTo>
                  <a:cubicBezTo>
                    <a:pt x="173" y="63"/>
                    <a:pt x="173" y="63"/>
                    <a:pt x="173" y="63"/>
                  </a:cubicBezTo>
                  <a:cubicBezTo>
                    <a:pt x="172" y="63"/>
                    <a:pt x="172" y="63"/>
                    <a:pt x="172" y="64"/>
                  </a:cubicBezTo>
                  <a:cubicBezTo>
                    <a:pt x="172" y="84"/>
                    <a:pt x="172" y="84"/>
                    <a:pt x="172" y="84"/>
                  </a:cubicBezTo>
                  <a:cubicBezTo>
                    <a:pt x="164" y="84"/>
                    <a:pt x="164" y="84"/>
                    <a:pt x="164" y="84"/>
                  </a:cubicBezTo>
                  <a:cubicBezTo>
                    <a:pt x="164" y="68"/>
                    <a:pt x="164" y="68"/>
                    <a:pt x="164" y="68"/>
                  </a:cubicBezTo>
                  <a:cubicBezTo>
                    <a:pt x="164" y="68"/>
                    <a:pt x="164" y="68"/>
                    <a:pt x="164" y="68"/>
                  </a:cubicBezTo>
                  <a:cubicBezTo>
                    <a:pt x="164" y="19"/>
                    <a:pt x="164" y="19"/>
                    <a:pt x="164" y="19"/>
                  </a:cubicBezTo>
                  <a:cubicBezTo>
                    <a:pt x="164" y="19"/>
                    <a:pt x="164" y="18"/>
                    <a:pt x="164" y="18"/>
                  </a:cubicBezTo>
                  <a:cubicBezTo>
                    <a:pt x="146" y="7"/>
                    <a:pt x="146" y="7"/>
                    <a:pt x="146" y="7"/>
                  </a:cubicBezTo>
                  <a:cubicBezTo>
                    <a:pt x="145" y="7"/>
                    <a:pt x="145" y="7"/>
                    <a:pt x="145" y="7"/>
                  </a:cubicBezTo>
                  <a:cubicBezTo>
                    <a:pt x="112" y="19"/>
                    <a:pt x="112" y="19"/>
                    <a:pt x="112" y="19"/>
                  </a:cubicBezTo>
                  <a:cubicBezTo>
                    <a:pt x="111" y="19"/>
                    <a:pt x="111" y="20"/>
                    <a:pt x="111" y="20"/>
                  </a:cubicBezTo>
                  <a:cubicBezTo>
                    <a:pt x="111" y="95"/>
                    <a:pt x="111" y="95"/>
                    <a:pt x="111" y="95"/>
                  </a:cubicBezTo>
                  <a:cubicBezTo>
                    <a:pt x="80" y="95"/>
                    <a:pt x="80" y="95"/>
                    <a:pt x="80" y="95"/>
                  </a:cubicBezTo>
                  <a:cubicBezTo>
                    <a:pt x="80" y="79"/>
                    <a:pt x="80" y="79"/>
                    <a:pt x="80" y="79"/>
                  </a:cubicBezTo>
                  <a:cubicBezTo>
                    <a:pt x="96" y="79"/>
                    <a:pt x="96" y="79"/>
                    <a:pt x="96" y="79"/>
                  </a:cubicBezTo>
                  <a:cubicBezTo>
                    <a:pt x="83" y="66"/>
                    <a:pt x="83" y="66"/>
                    <a:pt x="83" y="66"/>
                  </a:cubicBezTo>
                  <a:cubicBezTo>
                    <a:pt x="89" y="66"/>
                    <a:pt x="89" y="66"/>
                    <a:pt x="89" y="66"/>
                  </a:cubicBezTo>
                  <a:cubicBezTo>
                    <a:pt x="83" y="60"/>
                    <a:pt x="83" y="60"/>
                    <a:pt x="83" y="60"/>
                  </a:cubicBezTo>
                  <a:cubicBezTo>
                    <a:pt x="89" y="60"/>
                    <a:pt x="89" y="60"/>
                    <a:pt x="89" y="60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60"/>
                    <a:pt x="70" y="60"/>
                    <a:pt x="70" y="60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70" y="66"/>
                    <a:pt x="70" y="66"/>
                    <a:pt x="70" y="66"/>
                  </a:cubicBezTo>
                  <a:cubicBezTo>
                    <a:pt x="64" y="72"/>
                    <a:pt x="64" y="72"/>
                    <a:pt x="64" y="72"/>
                  </a:cubicBezTo>
                  <a:cubicBezTo>
                    <a:pt x="58" y="66"/>
                    <a:pt x="58" y="66"/>
                    <a:pt x="58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58" y="60"/>
                    <a:pt x="58" y="60"/>
                    <a:pt x="58" y="60"/>
                  </a:cubicBezTo>
                  <a:cubicBezTo>
                    <a:pt x="63" y="60"/>
                    <a:pt x="63" y="60"/>
                    <a:pt x="63" y="60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44" y="60"/>
                    <a:pt x="44" y="60"/>
                    <a:pt x="44" y="60"/>
                  </a:cubicBezTo>
                  <a:cubicBezTo>
                    <a:pt x="39" y="66"/>
                    <a:pt x="39" y="66"/>
                    <a:pt x="39" y="66"/>
                  </a:cubicBezTo>
                  <a:cubicBezTo>
                    <a:pt x="44" y="66"/>
                    <a:pt x="44" y="66"/>
                    <a:pt x="44" y="66"/>
                  </a:cubicBezTo>
                  <a:cubicBezTo>
                    <a:pt x="38" y="72"/>
                    <a:pt x="38" y="72"/>
                    <a:pt x="38" y="72"/>
                  </a:cubicBezTo>
                  <a:cubicBezTo>
                    <a:pt x="31" y="66"/>
                    <a:pt x="31" y="66"/>
                    <a:pt x="31" y="66"/>
                  </a:cubicBezTo>
                  <a:cubicBezTo>
                    <a:pt x="36" y="66"/>
                    <a:pt x="36" y="66"/>
                    <a:pt x="36" y="66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24" y="48"/>
                    <a:pt x="24" y="48"/>
                    <a:pt x="24" y="48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7" y="60"/>
                    <a:pt x="17" y="60"/>
                    <a:pt x="17" y="60"/>
                  </a:cubicBezTo>
                  <a:cubicBezTo>
                    <a:pt x="12" y="66"/>
                    <a:pt x="12" y="66"/>
                    <a:pt x="12" y="66"/>
                  </a:cubicBezTo>
                  <a:cubicBezTo>
                    <a:pt x="17" y="66"/>
                    <a:pt x="17" y="66"/>
                    <a:pt x="17" y="66"/>
                  </a:cubicBezTo>
                  <a:cubicBezTo>
                    <a:pt x="4" y="79"/>
                    <a:pt x="4" y="79"/>
                    <a:pt x="4" y="79"/>
                  </a:cubicBezTo>
                  <a:cubicBezTo>
                    <a:pt x="21" y="79"/>
                    <a:pt x="21" y="79"/>
                    <a:pt x="21" y="79"/>
                  </a:cubicBezTo>
                  <a:cubicBezTo>
                    <a:pt x="21" y="95"/>
                    <a:pt x="21" y="95"/>
                    <a:pt x="21" y="95"/>
                  </a:cubicBezTo>
                  <a:cubicBezTo>
                    <a:pt x="1" y="95"/>
                    <a:pt x="1" y="95"/>
                    <a:pt x="1" y="95"/>
                  </a:cubicBezTo>
                  <a:cubicBezTo>
                    <a:pt x="1" y="95"/>
                    <a:pt x="0" y="96"/>
                    <a:pt x="0" y="96"/>
                  </a:cubicBezTo>
                  <a:cubicBezTo>
                    <a:pt x="0" y="97"/>
                    <a:pt x="1" y="97"/>
                    <a:pt x="1" y="97"/>
                  </a:cubicBezTo>
                  <a:cubicBezTo>
                    <a:pt x="112" y="97"/>
                    <a:pt x="112" y="97"/>
                    <a:pt x="112" y="97"/>
                  </a:cubicBezTo>
                  <a:cubicBezTo>
                    <a:pt x="113" y="97"/>
                    <a:pt x="113" y="97"/>
                    <a:pt x="113" y="96"/>
                  </a:cubicBezTo>
                  <a:cubicBezTo>
                    <a:pt x="113" y="87"/>
                    <a:pt x="113" y="87"/>
                    <a:pt x="113" y="87"/>
                  </a:cubicBezTo>
                  <a:cubicBezTo>
                    <a:pt x="143" y="79"/>
                    <a:pt x="143" y="79"/>
                    <a:pt x="143" y="79"/>
                  </a:cubicBezTo>
                  <a:cubicBezTo>
                    <a:pt x="143" y="96"/>
                    <a:pt x="143" y="96"/>
                    <a:pt x="143" y="96"/>
                  </a:cubicBezTo>
                  <a:cubicBezTo>
                    <a:pt x="143" y="97"/>
                    <a:pt x="144" y="97"/>
                    <a:pt x="144" y="97"/>
                  </a:cubicBezTo>
                  <a:cubicBezTo>
                    <a:pt x="145" y="97"/>
                    <a:pt x="145" y="97"/>
                    <a:pt x="145" y="96"/>
                  </a:cubicBezTo>
                  <a:cubicBezTo>
                    <a:pt x="145" y="79"/>
                    <a:pt x="145" y="79"/>
                    <a:pt x="145" y="79"/>
                  </a:cubicBezTo>
                  <a:cubicBezTo>
                    <a:pt x="163" y="86"/>
                    <a:pt x="163" y="86"/>
                    <a:pt x="163" y="86"/>
                  </a:cubicBezTo>
                  <a:cubicBezTo>
                    <a:pt x="163" y="86"/>
                    <a:pt x="163" y="86"/>
                    <a:pt x="163" y="86"/>
                  </a:cubicBezTo>
                  <a:cubicBezTo>
                    <a:pt x="163" y="86"/>
                    <a:pt x="163" y="86"/>
                    <a:pt x="163" y="86"/>
                  </a:cubicBezTo>
                  <a:cubicBezTo>
                    <a:pt x="173" y="86"/>
                    <a:pt x="173" y="86"/>
                    <a:pt x="173" y="86"/>
                  </a:cubicBezTo>
                  <a:cubicBezTo>
                    <a:pt x="174" y="86"/>
                    <a:pt x="174" y="85"/>
                    <a:pt x="174" y="85"/>
                  </a:cubicBezTo>
                  <a:cubicBezTo>
                    <a:pt x="174" y="64"/>
                    <a:pt x="174" y="64"/>
                    <a:pt x="174" y="64"/>
                  </a:cubicBezTo>
                  <a:cubicBezTo>
                    <a:pt x="261" y="4"/>
                    <a:pt x="261" y="4"/>
                    <a:pt x="261" y="4"/>
                  </a:cubicBezTo>
                  <a:cubicBezTo>
                    <a:pt x="261" y="40"/>
                    <a:pt x="261" y="40"/>
                    <a:pt x="261" y="40"/>
                  </a:cubicBezTo>
                  <a:cubicBezTo>
                    <a:pt x="261" y="40"/>
                    <a:pt x="261" y="40"/>
                    <a:pt x="261" y="40"/>
                  </a:cubicBezTo>
                  <a:cubicBezTo>
                    <a:pt x="261" y="40"/>
                    <a:pt x="261" y="40"/>
                    <a:pt x="261" y="40"/>
                  </a:cubicBezTo>
                  <a:cubicBezTo>
                    <a:pt x="261" y="49"/>
                    <a:pt x="261" y="49"/>
                    <a:pt x="261" y="49"/>
                  </a:cubicBezTo>
                  <a:cubicBezTo>
                    <a:pt x="261" y="49"/>
                    <a:pt x="261" y="49"/>
                    <a:pt x="261" y="49"/>
                  </a:cubicBezTo>
                  <a:cubicBezTo>
                    <a:pt x="261" y="49"/>
                    <a:pt x="261" y="49"/>
                    <a:pt x="261" y="50"/>
                  </a:cubicBezTo>
                  <a:cubicBezTo>
                    <a:pt x="261" y="59"/>
                    <a:pt x="261" y="59"/>
                    <a:pt x="261" y="59"/>
                  </a:cubicBezTo>
                  <a:cubicBezTo>
                    <a:pt x="261" y="59"/>
                    <a:pt x="261" y="59"/>
                    <a:pt x="261" y="59"/>
                  </a:cubicBezTo>
                  <a:cubicBezTo>
                    <a:pt x="261" y="59"/>
                    <a:pt x="261" y="59"/>
                    <a:pt x="261" y="59"/>
                  </a:cubicBezTo>
                  <a:cubicBezTo>
                    <a:pt x="261" y="68"/>
                    <a:pt x="261" y="68"/>
                    <a:pt x="261" y="68"/>
                  </a:cubicBezTo>
                  <a:cubicBezTo>
                    <a:pt x="261" y="68"/>
                    <a:pt x="261" y="68"/>
                    <a:pt x="261" y="68"/>
                  </a:cubicBezTo>
                  <a:cubicBezTo>
                    <a:pt x="261" y="68"/>
                    <a:pt x="261" y="68"/>
                    <a:pt x="261" y="68"/>
                  </a:cubicBezTo>
                  <a:cubicBezTo>
                    <a:pt x="261" y="77"/>
                    <a:pt x="261" y="77"/>
                    <a:pt x="261" y="77"/>
                  </a:cubicBezTo>
                  <a:cubicBezTo>
                    <a:pt x="261" y="77"/>
                    <a:pt x="261" y="77"/>
                    <a:pt x="261" y="78"/>
                  </a:cubicBezTo>
                  <a:cubicBezTo>
                    <a:pt x="261" y="78"/>
                    <a:pt x="261" y="78"/>
                    <a:pt x="261" y="78"/>
                  </a:cubicBezTo>
                  <a:cubicBezTo>
                    <a:pt x="261" y="87"/>
                    <a:pt x="261" y="87"/>
                    <a:pt x="261" y="87"/>
                  </a:cubicBezTo>
                  <a:cubicBezTo>
                    <a:pt x="261" y="87"/>
                    <a:pt x="261" y="87"/>
                    <a:pt x="261" y="87"/>
                  </a:cubicBezTo>
                  <a:cubicBezTo>
                    <a:pt x="261" y="87"/>
                    <a:pt x="261" y="87"/>
                    <a:pt x="261" y="87"/>
                  </a:cubicBezTo>
                  <a:cubicBezTo>
                    <a:pt x="261" y="96"/>
                    <a:pt x="261" y="96"/>
                    <a:pt x="261" y="96"/>
                  </a:cubicBezTo>
                  <a:cubicBezTo>
                    <a:pt x="261" y="96"/>
                    <a:pt x="261" y="96"/>
                    <a:pt x="261" y="96"/>
                  </a:cubicBezTo>
                  <a:cubicBezTo>
                    <a:pt x="261" y="97"/>
                    <a:pt x="261" y="97"/>
                    <a:pt x="262" y="97"/>
                  </a:cubicBezTo>
                  <a:cubicBezTo>
                    <a:pt x="312" y="97"/>
                    <a:pt x="312" y="97"/>
                    <a:pt x="312" y="97"/>
                  </a:cubicBezTo>
                  <a:cubicBezTo>
                    <a:pt x="313" y="97"/>
                    <a:pt x="313" y="97"/>
                    <a:pt x="313" y="97"/>
                  </a:cubicBezTo>
                  <a:cubicBezTo>
                    <a:pt x="314" y="96"/>
                    <a:pt x="314" y="96"/>
                    <a:pt x="314" y="96"/>
                  </a:cubicBezTo>
                  <a:cubicBezTo>
                    <a:pt x="314" y="35"/>
                    <a:pt x="314" y="35"/>
                    <a:pt x="314" y="35"/>
                  </a:cubicBezTo>
                  <a:cubicBezTo>
                    <a:pt x="314" y="35"/>
                    <a:pt x="314" y="34"/>
                    <a:pt x="313" y="34"/>
                  </a:cubicBezTo>
                  <a:lnTo>
                    <a:pt x="263" y="1"/>
                  </a:lnTo>
                  <a:close/>
                  <a:moveTo>
                    <a:pt x="71" y="79"/>
                  </a:moveTo>
                  <a:cubicBezTo>
                    <a:pt x="73" y="79"/>
                    <a:pt x="73" y="79"/>
                    <a:pt x="73" y="79"/>
                  </a:cubicBezTo>
                  <a:cubicBezTo>
                    <a:pt x="73" y="95"/>
                    <a:pt x="73" y="95"/>
                    <a:pt x="73" y="95"/>
                  </a:cubicBezTo>
                  <a:cubicBezTo>
                    <a:pt x="54" y="95"/>
                    <a:pt x="54" y="95"/>
                    <a:pt x="54" y="95"/>
                  </a:cubicBezTo>
                  <a:cubicBezTo>
                    <a:pt x="54" y="79"/>
                    <a:pt x="54" y="79"/>
                    <a:pt x="54" y="79"/>
                  </a:cubicBezTo>
                  <a:cubicBezTo>
                    <a:pt x="56" y="79"/>
                    <a:pt x="56" y="79"/>
                    <a:pt x="56" y="79"/>
                  </a:cubicBezTo>
                  <a:lnTo>
                    <a:pt x="71" y="79"/>
                  </a:lnTo>
                  <a:close/>
                  <a:moveTo>
                    <a:pt x="61" y="77"/>
                  </a:moveTo>
                  <a:cubicBezTo>
                    <a:pt x="64" y="74"/>
                    <a:pt x="64" y="74"/>
                    <a:pt x="64" y="74"/>
                  </a:cubicBezTo>
                  <a:cubicBezTo>
                    <a:pt x="67" y="77"/>
                    <a:pt x="67" y="77"/>
                    <a:pt x="67" y="77"/>
                  </a:cubicBezTo>
                  <a:lnTo>
                    <a:pt x="61" y="77"/>
                  </a:lnTo>
                  <a:close/>
                  <a:moveTo>
                    <a:pt x="74" y="64"/>
                  </a:moveTo>
                  <a:cubicBezTo>
                    <a:pt x="69" y="64"/>
                    <a:pt x="69" y="64"/>
                    <a:pt x="69" y="64"/>
                  </a:cubicBezTo>
                  <a:cubicBezTo>
                    <a:pt x="74" y="58"/>
                    <a:pt x="74" y="58"/>
                    <a:pt x="74" y="58"/>
                  </a:cubicBezTo>
                  <a:cubicBezTo>
                    <a:pt x="69" y="58"/>
                    <a:pt x="69" y="58"/>
                    <a:pt x="69" y="58"/>
                  </a:cubicBezTo>
                  <a:cubicBezTo>
                    <a:pt x="76" y="50"/>
                    <a:pt x="76" y="50"/>
                    <a:pt x="76" y="50"/>
                  </a:cubicBezTo>
                  <a:cubicBezTo>
                    <a:pt x="84" y="58"/>
                    <a:pt x="84" y="58"/>
                    <a:pt x="84" y="58"/>
                  </a:cubicBezTo>
                  <a:cubicBezTo>
                    <a:pt x="79" y="58"/>
                    <a:pt x="79" y="58"/>
                    <a:pt x="79" y="58"/>
                  </a:cubicBezTo>
                  <a:cubicBezTo>
                    <a:pt x="84" y="64"/>
                    <a:pt x="84" y="64"/>
                    <a:pt x="84" y="64"/>
                  </a:cubicBezTo>
                  <a:cubicBezTo>
                    <a:pt x="79" y="64"/>
                    <a:pt x="79" y="64"/>
                    <a:pt x="79" y="64"/>
                  </a:cubicBezTo>
                  <a:cubicBezTo>
                    <a:pt x="92" y="77"/>
                    <a:pt x="92" y="77"/>
                    <a:pt x="92" y="77"/>
                  </a:cubicBezTo>
                  <a:cubicBezTo>
                    <a:pt x="78" y="77"/>
                    <a:pt x="78" y="77"/>
                    <a:pt x="78" y="77"/>
                  </a:cubicBezTo>
                  <a:cubicBezTo>
                    <a:pt x="78" y="94"/>
                    <a:pt x="78" y="94"/>
                    <a:pt x="78" y="94"/>
                  </a:cubicBezTo>
                  <a:cubicBezTo>
                    <a:pt x="75" y="94"/>
                    <a:pt x="75" y="94"/>
                    <a:pt x="75" y="94"/>
                  </a:cubicBezTo>
                  <a:cubicBezTo>
                    <a:pt x="75" y="77"/>
                    <a:pt x="75" y="77"/>
                    <a:pt x="75" y="77"/>
                  </a:cubicBezTo>
                  <a:cubicBezTo>
                    <a:pt x="69" y="77"/>
                    <a:pt x="69" y="77"/>
                    <a:pt x="69" y="77"/>
                  </a:cubicBezTo>
                  <a:cubicBezTo>
                    <a:pt x="65" y="73"/>
                    <a:pt x="65" y="73"/>
                    <a:pt x="65" y="73"/>
                  </a:cubicBezTo>
                  <a:lnTo>
                    <a:pt x="74" y="64"/>
                  </a:lnTo>
                  <a:close/>
                  <a:moveTo>
                    <a:pt x="49" y="64"/>
                  </a:moveTo>
                  <a:cubicBezTo>
                    <a:pt x="43" y="64"/>
                    <a:pt x="43" y="64"/>
                    <a:pt x="43" y="64"/>
                  </a:cubicBezTo>
                  <a:cubicBezTo>
                    <a:pt x="48" y="58"/>
                    <a:pt x="48" y="58"/>
                    <a:pt x="48" y="58"/>
                  </a:cubicBezTo>
                  <a:cubicBezTo>
                    <a:pt x="43" y="58"/>
                    <a:pt x="43" y="58"/>
                    <a:pt x="43" y="58"/>
                  </a:cubicBezTo>
                  <a:cubicBezTo>
                    <a:pt x="51" y="50"/>
                    <a:pt x="51" y="50"/>
                    <a:pt x="51" y="50"/>
                  </a:cubicBezTo>
                  <a:cubicBezTo>
                    <a:pt x="59" y="58"/>
                    <a:pt x="59" y="58"/>
                    <a:pt x="59" y="58"/>
                  </a:cubicBezTo>
                  <a:cubicBezTo>
                    <a:pt x="53" y="58"/>
                    <a:pt x="53" y="58"/>
                    <a:pt x="53" y="58"/>
                  </a:cubicBezTo>
                  <a:cubicBezTo>
                    <a:pt x="59" y="64"/>
                    <a:pt x="59" y="64"/>
                    <a:pt x="59" y="64"/>
                  </a:cubicBezTo>
                  <a:cubicBezTo>
                    <a:pt x="54" y="64"/>
                    <a:pt x="54" y="64"/>
                    <a:pt x="54" y="64"/>
                  </a:cubicBezTo>
                  <a:cubicBezTo>
                    <a:pt x="62" y="73"/>
                    <a:pt x="62" y="73"/>
                    <a:pt x="62" y="73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52" y="77"/>
                    <a:pt x="52" y="77"/>
                    <a:pt x="52" y="77"/>
                  </a:cubicBezTo>
                  <a:cubicBezTo>
                    <a:pt x="52" y="94"/>
                    <a:pt x="52" y="94"/>
                    <a:pt x="52" y="94"/>
                  </a:cubicBezTo>
                  <a:cubicBezTo>
                    <a:pt x="49" y="94"/>
                    <a:pt x="49" y="94"/>
                    <a:pt x="49" y="94"/>
                  </a:cubicBezTo>
                  <a:cubicBezTo>
                    <a:pt x="49" y="77"/>
                    <a:pt x="49" y="77"/>
                    <a:pt x="49" y="77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39" y="74"/>
                    <a:pt x="39" y="74"/>
                    <a:pt x="39" y="74"/>
                  </a:cubicBezTo>
                  <a:lnTo>
                    <a:pt x="49" y="64"/>
                  </a:lnTo>
                  <a:close/>
                  <a:moveTo>
                    <a:pt x="40" y="77"/>
                  </a:moveTo>
                  <a:cubicBezTo>
                    <a:pt x="35" y="77"/>
                    <a:pt x="35" y="77"/>
                    <a:pt x="35" y="77"/>
                  </a:cubicBezTo>
                  <a:cubicBezTo>
                    <a:pt x="38" y="75"/>
                    <a:pt x="38" y="75"/>
                    <a:pt x="38" y="75"/>
                  </a:cubicBezTo>
                  <a:lnTo>
                    <a:pt x="40" y="77"/>
                  </a:lnTo>
                  <a:close/>
                  <a:moveTo>
                    <a:pt x="8" y="77"/>
                  </a:moveTo>
                  <a:cubicBezTo>
                    <a:pt x="22" y="64"/>
                    <a:pt x="22" y="64"/>
                    <a:pt x="22" y="64"/>
                  </a:cubicBezTo>
                  <a:cubicBezTo>
                    <a:pt x="16" y="64"/>
                    <a:pt x="16" y="64"/>
                    <a:pt x="16" y="64"/>
                  </a:cubicBezTo>
                  <a:cubicBezTo>
                    <a:pt x="22" y="58"/>
                    <a:pt x="22" y="58"/>
                    <a:pt x="22" y="58"/>
                  </a:cubicBezTo>
                  <a:cubicBezTo>
                    <a:pt x="16" y="58"/>
                    <a:pt x="16" y="58"/>
                    <a:pt x="16" y="58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32" y="58"/>
                    <a:pt x="32" y="58"/>
                    <a:pt x="32" y="58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32" y="64"/>
                    <a:pt x="32" y="64"/>
                    <a:pt x="32" y="64"/>
                  </a:cubicBezTo>
                  <a:cubicBezTo>
                    <a:pt x="27" y="64"/>
                    <a:pt x="27" y="64"/>
                    <a:pt x="27" y="64"/>
                  </a:cubicBezTo>
                  <a:cubicBezTo>
                    <a:pt x="36" y="74"/>
                    <a:pt x="36" y="74"/>
                    <a:pt x="36" y="74"/>
                  </a:cubicBezTo>
                  <a:cubicBezTo>
                    <a:pt x="33" y="77"/>
                    <a:pt x="33" y="77"/>
                    <a:pt x="33" y="77"/>
                  </a:cubicBezTo>
                  <a:cubicBezTo>
                    <a:pt x="26" y="77"/>
                    <a:pt x="26" y="77"/>
                    <a:pt x="26" y="77"/>
                  </a:cubicBezTo>
                  <a:cubicBezTo>
                    <a:pt x="26" y="94"/>
                    <a:pt x="26" y="94"/>
                    <a:pt x="26" y="94"/>
                  </a:cubicBezTo>
                  <a:cubicBezTo>
                    <a:pt x="23" y="94"/>
                    <a:pt x="23" y="94"/>
                    <a:pt x="23" y="94"/>
                  </a:cubicBezTo>
                  <a:cubicBezTo>
                    <a:pt x="23" y="77"/>
                    <a:pt x="23" y="77"/>
                    <a:pt x="23" y="77"/>
                  </a:cubicBezTo>
                  <a:lnTo>
                    <a:pt x="8" y="77"/>
                  </a:lnTo>
                  <a:close/>
                  <a:moveTo>
                    <a:pt x="28" y="79"/>
                  </a:moveTo>
                  <a:cubicBezTo>
                    <a:pt x="31" y="79"/>
                    <a:pt x="31" y="79"/>
                    <a:pt x="31" y="79"/>
                  </a:cubicBezTo>
                  <a:cubicBezTo>
                    <a:pt x="44" y="79"/>
                    <a:pt x="44" y="79"/>
                    <a:pt x="44" y="79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48" y="95"/>
                    <a:pt x="48" y="95"/>
                    <a:pt x="48" y="95"/>
                  </a:cubicBezTo>
                  <a:cubicBezTo>
                    <a:pt x="28" y="95"/>
                    <a:pt x="28" y="95"/>
                    <a:pt x="28" y="95"/>
                  </a:cubicBezTo>
                  <a:lnTo>
                    <a:pt x="28" y="79"/>
                  </a:lnTo>
                  <a:close/>
                  <a:moveTo>
                    <a:pt x="113" y="45"/>
                  </a:moveTo>
                  <a:cubicBezTo>
                    <a:pt x="129" y="51"/>
                    <a:pt x="129" y="51"/>
                    <a:pt x="129" y="51"/>
                  </a:cubicBezTo>
                  <a:cubicBezTo>
                    <a:pt x="113" y="56"/>
                    <a:pt x="113" y="56"/>
                    <a:pt x="113" y="56"/>
                  </a:cubicBezTo>
                  <a:lnTo>
                    <a:pt x="113" y="45"/>
                  </a:lnTo>
                  <a:close/>
                  <a:moveTo>
                    <a:pt x="113" y="58"/>
                  </a:moveTo>
                  <a:cubicBezTo>
                    <a:pt x="132" y="53"/>
                    <a:pt x="132" y="53"/>
                    <a:pt x="132" y="53"/>
                  </a:cubicBezTo>
                  <a:cubicBezTo>
                    <a:pt x="140" y="56"/>
                    <a:pt x="140" y="56"/>
                    <a:pt x="140" y="56"/>
                  </a:cubicBezTo>
                  <a:cubicBezTo>
                    <a:pt x="113" y="63"/>
                    <a:pt x="113" y="63"/>
                    <a:pt x="113" y="63"/>
                  </a:cubicBezTo>
                  <a:lnTo>
                    <a:pt x="113" y="58"/>
                  </a:lnTo>
                  <a:close/>
                  <a:moveTo>
                    <a:pt x="113" y="65"/>
                  </a:moveTo>
                  <a:cubicBezTo>
                    <a:pt x="142" y="57"/>
                    <a:pt x="142" y="57"/>
                    <a:pt x="142" y="57"/>
                  </a:cubicBezTo>
                  <a:cubicBezTo>
                    <a:pt x="151" y="65"/>
                    <a:pt x="151" y="65"/>
                    <a:pt x="151" y="65"/>
                  </a:cubicBezTo>
                  <a:cubicBezTo>
                    <a:pt x="144" y="63"/>
                    <a:pt x="144" y="63"/>
                    <a:pt x="144" y="63"/>
                  </a:cubicBezTo>
                  <a:cubicBezTo>
                    <a:pt x="144" y="63"/>
                    <a:pt x="144" y="63"/>
                    <a:pt x="144" y="63"/>
                  </a:cubicBezTo>
                  <a:cubicBezTo>
                    <a:pt x="113" y="71"/>
                    <a:pt x="113" y="71"/>
                    <a:pt x="113" y="71"/>
                  </a:cubicBezTo>
                  <a:lnTo>
                    <a:pt x="113" y="65"/>
                  </a:lnTo>
                  <a:close/>
                  <a:moveTo>
                    <a:pt x="143" y="55"/>
                  </a:moveTo>
                  <a:cubicBezTo>
                    <a:pt x="143" y="55"/>
                    <a:pt x="143" y="55"/>
                    <a:pt x="143" y="55"/>
                  </a:cubicBezTo>
                  <a:cubicBezTo>
                    <a:pt x="143" y="55"/>
                    <a:pt x="143" y="55"/>
                    <a:pt x="143" y="55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37"/>
                    <a:pt x="113" y="37"/>
                    <a:pt x="113" y="37"/>
                  </a:cubicBezTo>
                  <a:cubicBezTo>
                    <a:pt x="142" y="50"/>
                    <a:pt x="142" y="50"/>
                    <a:pt x="142" y="50"/>
                  </a:cubicBezTo>
                  <a:cubicBezTo>
                    <a:pt x="163" y="69"/>
                    <a:pt x="163" y="69"/>
                    <a:pt x="163" y="69"/>
                  </a:cubicBezTo>
                  <a:cubicBezTo>
                    <a:pt x="163" y="73"/>
                    <a:pt x="163" y="73"/>
                    <a:pt x="163" y="73"/>
                  </a:cubicBezTo>
                  <a:lnTo>
                    <a:pt x="143" y="55"/>
                  </a:lnTo>
                  <a:close/>
                  <a:moveTo>
                    <a:pt x="163" y="43"/>
                  </a:moveTo>
                  <a:cubicBezTo>
                    <a:pt x="145" y="32"/>
                    <a:pt x="145" y="32"/>
                    <a:pt x="145" y="32"/>
                  </a:cubicBezTo>
                  <a:cubicBezTo>
                    <a:pt x="144" y="32"/>
                    <a:pt x="144" y="32"/>
                    <a:pt x="144" y="32"/>
                  </a:cubicBezTo>
                  <a:cubicBezTo>
                    <a:pt x="122" y="39"/>
                    <a:pt x="122" y="39"/>
                    <a:pt x="122" y="39"/>
                  </a:cubicBezTo>
                  <a:cubicBezTo>
                    <a:pt x="122" y="39"/>
                    <a:pt x="122" y="39"/>
                    <a:pt x="122" y="39"/>
                  </a:cubicBezTo>
                  <a:cubicBezTo>
                    <a:pt x="115" y="36"/>
                    <a:pt x="115" y="36"/>
                    <a:pt x="115" y="36"/>
                  </a:cubicBezTo>
                  <a:cubicBezTo>
                    <a:pt x="144" y="25"/>
                    <a:pt x="144" y="25"/>
                    <a:pt x="144" y="25"/>
                  </a:cubicBezTo>
                  <a:cubicBezTo>
                    <a:pt x="162" y="37"/>
                    <a:pt x="162" y="37"/>
                    <a:pt x="162" y="37"/>
                  </a:cubicBezTo>
                  <a:cubicBezTo>
                    <a:pt x="162" y="37"/>
                    <a:pt x="163" y="37"/>
                    <a:pt x="163" y="37"/>
                  </a:cubicBezTo>
                  <a:lnTo>
                    <a:pt x="163" y="43"/>
                  </a:lnTo>
                  <a:close/>
                  <a:moveTo>
                    <a:pt x="144" y="48"/>
                  </a:moveTo>
                  <a:cubicBezTo>
                    <a:pt x="143" y="48"/>
                    <a:pt x="143" y="48"/>
                    <a:pt x="143" y="48"/>
                  </a:cubicBezTo>
                  <a:cubicBezTo>
                    <a:pt x="125" y="40"/>
                    <a:pt x="125" y="40"/>
                    <a:pt x="125" y="40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62" y="45"/>
                    <a:pt x="162" y="45"/>
                    <a:pt x="162" y="45"/>
                  </a:cubicBezTo>
                  <a:cubicBezTo>
                    <a:pt x="162" y="45"/>
                    <a:pt x="163" y="45"/>
                    <a:pt x="163" y="45"/>
                  </a:cubicBezTo>
                  <a:cubicBezTo>
                    <a:pt x="163" y="66"/>
                    <a:pt x="163" y="66"/>
                    <a:pt x="163" y="66"/>
                  </a:cubicBezTo>
                  <a:lnTo>
                    <a:pt x="144" y="48"/>
                  </a:lnTo>
                  <a:close/>
                  <a:moveTo>
                    <a:pt x="163" y="35"/>
                  </a:moveTo>
                  <a:cubicBezTo>
                    <a:pt x="145" y="23"/>
                    <a:pt x="145" y="23"/>
                    <a:pt x="145" y="23"/>
                  </a:cubicBezTo>
                  <a:cubicBezTo>
                    <a:pt x="144" y="23"/>
                    <a:pt x="144" y="23"/>
                    <a:pt x="144" y="23"/>
                  </a:cubicBezTo>
                  <a:cubicBezTo>
                    <a:pt x="113" y="35"/>
                    <a:pt x="113" y="35"/>
                    <a:pt x="113" y="35"/>
                  </a:cubicBezTo>
                  <a:cubicBezTo>
                    <a:pt x="113" y="30"/>
                    <a:pt x="113" y="30"/>
                    <a:pt x="113" y="30"/>
                  </a:cubicBezTo>
                  <a:cubicBezTo>
                    <a:pt x="144" y="18"/>
                    <a:pt x="144" y="18"/>
                    <a:pt x="144" y="18"/>
                  </a:cubicBezTo>
                  <a:cubicBezTo>
                    <a:pt x="162" y="30"/>
                    <a:pt x="162" y="30"/>
                    <a:pt x="162" y="30"/>
                  </a:cubicBezTo>
                  <a:cubicBezTo>
                    <a:pt x="162" y="30"/>
                    <a:pt x="163" y="30"/>
                    <a:pt x="163" y="30"/>
                  </a:cubicBezTo>
                  <a:lnTo>
                    <a:pt x="163" y="35"/>
                  </a:lnTo>
                  <a:close/>
                  <a:moveTo>
                    <a:pt x="113" y="73"/>
                  </a:moveTo>
                  <a:cubicBezTo>
                    <a:pt x="144" y="64"/>
                    <a:pt x="144" y="64"/>
                    <a:pt x="144" y="64"/>
                  </a:cubicBezTo>
                  <a:cubicBezTo>
                    <a:pt x="154" y="68"/>
                    <a:pt x="154" y="68"/>
                    <a:pt x="154" y="68"/>
                  </a:cubicBezTo>
                  <a:cubicBezTo>
                    <a:pt x="162" y="76"/>
                    <a:pt x="162" y="76"/>
                    <a:pt x="162" y="76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13" y="77"/>
                    <a:pt x="113" y="77"/>
                    <a:pt x="113" y="77"/>
                  </a:cubicBezTo>
                  <a:lnTo>
                    <a:pt x="113" y="73"/>
                  </a:lnTo>
                  <a:close/>
                  <a:moveTo>
                    <a:pt x="145" y="9"/>
                  </a:moveTo>
                  <a:cubicBezTo>
                    <a:pt x="163" y="20"/>
                    <a:pt x="163" y="20"/>
                    <a:pt x="163" y="20"/>
                  </a:cubicBezTo>
                  <a:cubicBezTo>
                    <a:pt x="163" y="28"/>
                    <a:pt x="163" y="28"/>
                    <a:pt x="163" y="28"/>
                  </a:cubicBezTo>
                  <a:cubicBezTo>
                    <a:pt x="145" y="17"/>
                    <a:pt x="145" y="17"/>
                    <a:pt x="145" y="17"/>
                  </a:cubicBezTo>
                  <a:cubicBezTo>
                    <a:pt x="144" y="16"/>
                    <a:pt x="144" y="16"/>
                    <a:pt x="144" y="16"/>
                  </a:cubicBezTo>
                  <a:cubicBezTo>
                    <a:pt x="113" y="28"/>
                    <a:pt x="113" y="28"/>
                    <a:pt x="113" y="28"/>
                  </a:cubicBezTo>
                  <a:cubicBezTo>
                    <a:pt x="113" y="21"/>
                    <a:pt x="113" y="21"/>
                    <a:pt x="113" y="21"/>
                  </a:cubicBezTo>
                  <a:lnTo>
                    <a:pt x="145" y="9"/>
                  </a:lnTo>
                  <a:close/>
                  <a:moveTo>
                    <a:pt x="113" y="79"/>
                  </a:moveTo>
                  <a:cubicBezTo>
                    <a:pt x="144" y="71"/>
                    <a:pt x="144" y="71"/>
                    <a:pt x="144" y="71"/>
                  </a:cubicBezTo>
                  <a:cubicBezTo>
                    <a:pt x="163" y="78"/>
                    <a:pt x="163" y="78"/>
                    <a:pt x="163" y="78"/>
                  </a:cubicBezTo>
                  <a:cubicBezTo>
                    <a:pt x="163" y="84"/>
                    <a:pt x="163" y="84"/>
                    <a:pt x="163" y="84"/>
                  </a:cubicBezTo>
                  <a:cubicBezTo>
                    <a:pt x="144" y="77"/>
                    <a:pt x="144" y="77"/>
                    <a:pt x="144" y="77"/>
                  </a:cubicBezTo>
                  <a:cubicBezTo>
                    <a:pt x="144" y="77"/>
                    <a:pt x="144" y="77"/>
                    <a:pt x="144" y="77"/>
                  </a:cubicBezTo>
                  <a:cubicBezTo>
                    <a:pt x="113" y="85"/>
                    <a:pt x="113" y="85"/>
                    <a:pt x="113" y="85"/>
                  </a:cubicBezTo>
                  <a:lnTo>
                    <a:pt x="113" y="79"/>
                  </a:lnTo>
                  <a:close/>
                  <a:moveTo>
                    <a:pt x="278" y="41"/>
                  </a:moveTo>
                  <a:cubicBezTo>
                    <a:pt x="278" y="48"/>
                    <a:pt x="278" y="48"/>
                    <a:pt x="278" y="48"/>
                  </a:cubicBezTo>
                  <a:cubicBezTo>
                    <a:pt x="272" y="48"/>
                    <a:pt x="272" y="48"/>
                    <a:pt x="272" y="48"/>
                  </a:cubicBezTo>
                  <a:cubicBezTo>
                    <a:pt x="272" y="41"/>
                    <a:pt x="272" y="41"/>
                    <a:pt x="272" y="41"/>
                  </a:cubicBezTo>
                  <a:lnTo>
                    <a:pt x="278" y="41"/>
                  </a:lnTo>
                  <a:close/>
                  <a:moveTo>
                    <a:pt x="287" y="41"/>
                  </a:moveTo>
                  <a:cubicBezTo>
                    <a:pt x="287" y="48"/>
                    <a:pt x="287" y="48"/>
                    <a:pt x="287" y="48"/>
                  </a:cubicBezTo>
                  <a:cubicBezTo>
                    <a:pt x="280" y="48"/>
                    <a:pt x="280" y="48"/>
                    <a:pt x="280" y="48"/>
                  </a:cubicBezTo>
                  <a:cubicBezTo>
                    <a:pt x="280" y="41"/>
                    <a:pt x="280" y="41"/>
                    <a:pt x="280" y="41"/>
                  </a:cubicBezTo>
                  <a:lnTo>
                    <a:pt x="287" y="41"/>
                  </a:lnTo>
                  <a:close/>
                  <a:moveTo>
                    <a:pt x="295" y="41"/>
                  </a:moveTo>
                  <a:cubicBezTo>
                    <a:pt x="295" y="48"/>
                    <a:pt x="295" y="48"/>
                    <a:pt x="295" y="48"/>
                  </a:cubicBezTo>
                  <a:cubicBezTo>
                    <a:pt x="288" y="48"/>
                    <a:pt x="288" y="48"/>
                    <a:pt x="288" y="48"/>
                  </a:cubicBezTo>
                  <a:cubicBezTo>
                    <a:pt x="288" y="41"/>
                    <a:pt x="288" y="41"/>
                    <a:pt x="288" y="41"/>
                  </a:cubicBezTo>
                  <a:lnTo>
                    <a:pt x="295" y="41"/>
                  </a:lnTo>
                  <a:close/>
                  <a:moveTo>
                    <a:pt x="304" y="41"/>
                  </a:moveTo>
                  <a:cubicBezTo>
                    <a:pt x="304" y="48"/>
                    <a:pt x="304" y="48"/>
                    <a:pt x="304" y="48"/>
                  </a:cubicBezTo>
                  <a:cubicBezTo>
                    <a:pt x="297" y="48"/>
                    <a:pt x="297" y="48"/>
                    <a:pt x="297" y="48"/>
                  </a:cubicBezTo>
                  <a:cubicBezTo>
                    <a:pt x="297" y="41"/>
                    <a:pt x="297" y="41"/>
                    <a:pt x="297" y="41"/>
                  </a:cubicBezTo>
                  <a:lnTo>
                    <a:pt x="304" y="41"/>
                  </a:lnTo>
                  <a:close/>
                  <a:moveTo>
                    <a:pt x="312" y="41"/>
                  </a:moveTo>
                  <a:cubicBezTo>
                    <a:pt x="312" y="48"/>
                    <a:pt x="312" y="48"/>
                    <a:pt x="312" y="48"/>
                  </a:cubicBezTo>
                  <a:cubicBezTo>
                    <a:pt x="305" y="48"/>
                    <a:pt x="305" y="48"/>
                    <a:pt x="305" y="48"/>
                  </a:cubicBezTo>
                  <a:cubicBezTo>
                    <a:pt x="305" y="41"/>
                    <a:pt x="305" y="41"/>
                    <a:pt x="305" y="41"/>
                  </a:cubicBezTo>
                  <a:lnTo>
                    <a:pt x="312" y="41"/>
                  </a:lnTo>
                  <a:close/>
                  <a:moveTo>
                    <a:pt x="295" y="67"/>
                  </a:moveTo>
                  <a:cubicBezTo>
                    <a:pt x="288" y="67"/>
                    <a:pt x="288" y="67"/>
                    <a:pt x="288" y="67"/>
                  </a:cubicBezTo>
                  <a:cubicBezTo>
                    <a:pt x="288" y="60"/>
                    <a:pt x="288" y="60"/>
                    <a:pt x="288" y="60"/>
                  </a:cubicBezTo>
                  <a:cubicBezTo>
                    <a:pt x="295" y="60"/>
                    <a:pt x="295" y="60"/>
                    <a:pt x="295" y="60"/>
                  </a:cubicBezTo>
                  <a:lnTo>
                    <a:pt x="295" y="67"/>
                  </a:lnTo>
                  <a:close/>
                  <a:moveTo>
                    <a:pt x="297" y="60"/>
                  </a:moveTo>
                  <a:cubicBezTo>
                    <a:pt x="304" y="60"/>
                    <a:pt x="304" y="60"/>
                    <a:pt x="304" y="60"/>
                  </a:cubicBezTo>
                  <a:cubicBezTo>
                    <a:pt x="304" y="67"/>
                    <a:pt x="304" y="67"/>
                    <a:pt x="304" y="67"/>
                  </a:cubicBezTo>
                  <a:cubicBezTo>
                    <a:pt x="297" y="67"/>
                    <a:pt x="297" y="67"/>
                    <a:pt x="297" y="67"/>
                  </a:cubicBezTo>
                  <a:lnTo>
                    <a:pt x="297" y="60"/>
                  </a:lnTo>
                  <a:close/>
                  <a:moveTo>
                    <a:pt x="287" y="67"/>
                  </a:moveTo>
                  <a:cubicBezTo>
                    <a:pt x="280" y="67"/>
                    <a:pt x="280" y="67"/>
                    <a:pt x="280" y="67"/>
                  </a:cubicBezTo>
                  <a:cubicBezTo>
                    <a:pt x="280" y="60"/>
                    <a:pt x="280" y="60"/>
                    <a:pt x="280" y="60"/>
                  </a:cubicBezTo>
                  <a:cubicBezTo>
                    <a:pt x="287" y="60"/>
                    <a:pt x="287" y="60"/>
                    <a:pt x="287" y="60"/>
                  </a:cubicBezTo>
                  <a:lnTo>
                    <a:pt x="287" y="67"/>
                  </a:lnTo>
                  <a:close/>
                  <a:moveTo>
                    <a:pt x="278" y="67"/>
                  </a:moveTo>
                  <a:cubicBezTo>
                    <a:pt x="272" y="67"/>
                    <a:pt x="272" y="67"/>
                    <a:pt x="272" y="67"/>
                  </a:cubicBezTo>
                  <a:cubicBezTo>
                    <a:pt x="272" y="60"/>
                    <a:pt x="272" y="60"/>
                    <a:pt x="272" y="60"/>
                  </a:cubicBezTo>
                  <a:cubicBezTo>
                    <a:pt x="278" y="60"/>
                    <a:pt x="278" y="60"/>
                    <a:pt x="278" y="60"/>
                  </a:cubicBezTo>
                  <a:lnTo>
                    <a:pt x="278" y="67"/>
                  </a:lnTo>
                  <a:close/>
                  <a:moveTo>
                    <a:pt x="278" y="69"/>
                  </a:moveTo>
                  <a:cubicBezTo>
                    <a:pt x="278" y="77"/>
                    <a:pt x="278" y="77"/>
                    <a:pt x="278" y="77"/>
                  </a:cubicBezTo>
                  <a:cubicBezTo>
                    <a:pt x="272" y="77"/>
                    <a:pt x="272" y="77"/>
                    <a:pt x="272" y="77"/>
                  </a:cubicBezTo>
                  <a:cubicBezTo>
                    <a:pt x="272" y="69"/>
                    <a:pt x="272" y="69"/>
                    <a:pt x="272" y="69"/>
                  </a:cubicBezTo>
                  <a:lnTo>
                    <a:pt x="278" y="69"/>
                  </a:lnTo>
                  <a:close/>
                  <a:moveTo>
                    <a:pt x="280" y="69"/>
                  </a:moveTo>
                  <a:cubicBezTo>
                    <a:pt x="287" y="69"/>
                    <a:pt x="287" y="69"/>
                    <a:pt x="287" y="69"/>
                  </a:cubicBezTo>
                  <a:cubicBezTo>
                    <a:pt x="287" y="77"/>
                    <a:pt x="287" y="77"/>
                    <a:pt x="287" y="77"/>
                  </a:cubicBezTo>
                  <a:cubicBezTo>
                    <a:pt x="280" y="77"/>
                    <a:pt x="280" y="77"/>
                    <a:pt x="280" y="77"/>
                  </a:cubicBezTo>
                  <a:lnTo>
                    <a:pt x="280" y="69"/>
                  </a:lnTo>
                  <a:close/>
                  <a:moveTo>
                    <a:pt x="288" y="69"/>
                  </a:moveTo>
                  <a:cubicBezTo>
                    <a:pt x="295" y="69"/>
                    <a:pt x="295" y="69"/>
                    <a:pt x="295" y="69"/>
                  </a:cubicBezTo>
                  <a:cubicBezTo>
                    <a:pt x="295" y="77"/>
                    <a:pt x="295" y="77"/>
                    <a:pt x="295" y="77"/>
                  </a:cubicBezTo>
                  <a:cubicBezTo>
                    <a:pt x="288" y="77"/>
                    <a:pt x="288" y="77"/>
                    <a:pt x="288" y="77"/>
                  </a:cubicBezTo>
                  <a:lnTo>
                    <a:pt x="288" y="69"/>
                  </a:lnTo>
                  <a:close/>
                  <a:moveTo>
                    <a:pt x="297" y="69"/>
                  </a:moveTo>
                  <a:cubicBezTo>
                    <a:pt x="304" y="69"/>
                    <a:pt x="304" y="69"/>
                    <a:pt x="304" y="69"/>
                  </a:cubicBezTo>
                  <a:cubicBezTo>
                    <a:pt x="304" y="77"/>
                    <a:pt x="304" y="77"/>
                    <a:pt x="304" y="77"/>
                  </a:cubicBezTo>
                  <a:cubicBezTo>
                    <a:pt x="297" y="77"/>
                    <a:pt x="297" y="77"/>
                    <a:pt x="297" y="77"/>
                  </a:cubicBezTo>
                  <a:lnTo>
                    <a:pt x="297" y="69"/>
                  </a:lnTo>
                  <a:close/>
                  <a:moveTo>
                    <a:pt x="305" y="69"/>
                  </a:moveTo>
                  <a:cubicBezTo>
                    <a:pt x="312" y="69"/>
                    <a:pt x="312" y="69"/>
                    <a:pt x="312" y="69"/>
                  </a:cubicBezTo>
                  <a:cubicBezTo>
                    <a:pt x="312" y="77"/>
                    <a:pt x="312" y="77"/>
                    <a:pt x="312" y="77"/>
                  </a:cubicBezTo>
                  <a:cubicBezTo>
                    <a:pt x="305" y="77"/>
                    <a:pt x="305" y="77"/>
                    <a:pt x="305" y="77"/>
                  </a:cubicBezTo>
                  <a:lnTo>
                    <a:pt x="305" y="69"/>
                  </a:lnTo>
                  <a:close/>
                  <a:moveTo>
                    <a:pt x="305" y="67"/>
                  </a:moveTo>
                  <a:cubicBezTo>
                    <a:pt x="305" y="60"/>
                    <a:pt x="305" y="60"/>
                    <a:pt x="305" y="60"/>
                  </a:cubicBezTo>
                  <a:cubicBezTo>
                    <a:pt x="312" y="60"/>
                    <a:pt x="312" y="60"/>
                    <a:pt x="312" y="60"/>
                  </a:cubicBezTo>
                  <a:cubicBezTo>
                    <a:pt x="312" y="67"/>
                    <a:pt x="312" y="67"/>
                    <a:pt x="312" y="67"/>
                  </a:cubicBezTo>
                  <a:lnTo>
                    <a:pt x="305" y="67"/>
                  </a:lnTo>
                  <a:close/>
                  <a:moveTo>
                    <a:pt x="305" y="58"/>
                  </a:moveTo>
                  <a:cubicBezTo>
                    <a:pt x="305" y="50"/>
                    <a:pt x="305" y="50"/>
                    <a:pt x="305" y="50"/>
                  </a:cubicBezTo>
                  <a:cubicBezTo>
                    <a:pt x="312" y="50"/>
                    <a:pt x="312" y="50"/>
                    <a:pt x="312" y="50"/>
                  </a:cubicBezTo>
                  <a:cubicBezTo>
                    <a:pt x="312" y="58"/>
                    <a:pt x="312" y="58"/>
                    <a:pt x="312" y="58"/>
                  </a:cubicBezTo>
                  <a:lnTo>
                    <a:pt x="305" y="58"/>
                  </a:lnTo>
                  <a:close/>
                  <a:moveTo>
                    <a:pt x="304" y="58"/>
                  </a:moveTo>
                  <a:cubicBezTo>
                    <a:pt x="297" y="58"/>
                    <a:pt x="297" y="58"/>
                    <a:pt x="297" y="58"/>
                  </a:cubicBezTo>
                  <a:cubicBezTo>
                    <a:pt x="297" y="50"/>
                    <a:pt x="297" y="50"/>
                    <a:pt x="297" y="50"/>
                  </a:cubicBezTo>
                  <a:cubicBezTo>
                    <a:pt x="304" y="50"/>
                    <a:pt x="304" y="50"/>
                    <a:pt x="304" y="50"/>
                  </a:cubicBezTo>
                  <a:lnTo>
                    <a:pt x="304" y="58"/>
                  </a:lnTo>
                  <a:close/>
                  <a:moveTo>
                    <a:pt x="295" y="58"/>
                  </a:moveTo>
                  <a:cubicBezTo>
                    <a:pt x="288" y="58"/>
                    <a:pt x="288" y="58"/>
                    <a:pt x="288" y="58"/>
                  </a:cubicBezTo>
                  <a:cubicBezTo>
                    <a:pt x="288" y="50"/>
                    <a:pt x="288" y="50"/>
                    <a:pt x="288" y="50"/>
                  </a:cubicBezTo>
                  <a:cubicBezTo>
                    <a:pt x="295" y="50"/>
                    <a:pt x="295" y="50"/>
                    <a:pt x="295" y="50"/>
                  </a:cubicBezTo>
                  <a:lnTo>
                    <a:pt x="295" y="58"/>
                  </a:lnTo>
                  <a:close/>
                  <a:moveTo>
                    <a:pt x="287" y="58"/>
                  </a:moveTo>
                  <a:cubicBezTo>
                    <a:pt x="280" y="58"/>
                    <a:pt x="280" y="58"/>
                    <a:pt x="280" y="58"/>
                  </a:cubicBezTo>
                  <a:cubicBezTo>
                    <a:pt x="280" y="50"/>
                    <a:pt x="280" y="50"/>
                    <a:pt x="280" y="50"/>
                  </a:cubicBezTo>
                  <a:cubicBezTo>
                    <a:pt x="287" y="50"/>
                    <a:pt x="287" y="50"/>
                    <a:pt x="287" y="50"/>
                  </a:cubicBezTo>
                  <a:lnTo>
                    <a:pt x="287" y="58"/>
                  </a:lnTo>
                  <a:close/>
                  <a:moveTo>
                    <a:pt x="278" y="58"/>
                  </a:moveTo>
                  <a:cubicBezTo>
                    <a:pt x="272" y="58"/>
                    <a:pt x="272" y="58"/>
                    <a:pt x="272" y="58"/>
                  </a:cubicBezTo>
                  <a:cubicBezTo>
                    <a:pt x="272" y="50"/>
                    <a:pt x="272" y="50"/>
                    <a:pt x="272" y="50"/>
                  </a:cubicBezTo>
                  <a:cubicBezTo>
                    <a:pt x="278" y="50"/>
                    <a:pt x="278" y="50"/>
                    <a:pt x="278" y="50"/>
                  </a:cubicBezTo>
                  <a:lnTo>
                    <a:pt x="278" y="58"/>
                  </a:lnTo>
                  <a:close/>
                  <a:moveTo>
                    <a:pt x="270" y="58"/>
                  </a:moveTo>
                  <a:cubicBezTo>
                    <a:pt x="263" y="58"/>
                    <a:pt x="263" y="58"/>
                    <a:pt x="263" y="58"/>
                  </a:cubicBezTo>
                  <a:cubicBezTo>
                    <a:pt x="263" y="50"/>
                    <a:pt x="263" y="50"/>
                    <a:pt x="263" y="50"/>
                  </a:cubicBezTo>
                  <a:cubicBezTo>
                    <a:pt x="270" y="50"/>
                    <a:pt x="270" y="50"/>
                    <a:pt x="270" y="50"/>
                  </a:cubicBezTo>
                  <a:lnTo>
                    <a:pt x="270" y="58"/>
                  </a:lnTo>
                  <a:close/>
                  <a:moveTo>
                    <a:pt x="270" y="60"/>
                  </a:moveTo>
                  <a:cubicBezTo>
                    <a:pt x="270" y="67"/>
                    <a:pt x="270" y="67"/>
                    <a:pt x="270" y="67"/>
                  </a:cubicBezTo>
                  <a:cubicBezTo>
                    <a:pt x="263" y="67"/>
                    <a:pt x="263" y="67"/>
                    <a:pt x="263" y="67"/>
                  </a:cubicBezTo>
                  <a:cubicBezTo>
                    <a:pt x="263" y="60"/>
                    <a:pt x="263" y="60"/>
                    <a:pt x="263" y="60"/>
                  </a:cubicBezTo>
                  <a:lnTo>
                    <a:pt x="270" y="60"/>
                  </a:lnTo>
                  <a:close/>
                  <a:moveTo>
                    <a:pt x="270" y="69"/>
                  </a:moveTo>
                  <a:cubicBezTo>
                    <a:pt x="270" y="77"/>
                    <a:pt x="270" y="77"/>
                    <a:pt x="270" y="77"/>
                  </a:cubicBezTo>
                  <a:cubicBezTo>
                    <a:pt x="263" y="77"/>
                    <a:pt x="263" y="77"/>
                    <a:pt x="263" y="77"/>
                  </a:cubicBezTo>
                  <a:cubicBezTo>
                    <a:pt x="263" y="69"/>
                    <a:pt x="263" y="69"/>
                    <a:pt x="263" y="69"/>
                  </a:cubicBezTo>
                  <a:lnTo>
                    <a:pt x="270" y="69"/>
                  </a:lnTo>
                  <a:close/>
                  <a:moveTo>
                    <a:pt x="270" y="79"/>
                  </a:moveTo>
                  <a:cubicBezTo>
                    <a:pt x="270" y="86"/>
                    <a:pt x="270" y="86"/>
                    <a:pt x="270" y="86"/>
                  </a:cubicBezTo>
                  <a:cubicBezTo>
                    <a:pt x="263" y="86"/>
                    <a:pt x="263" y="86"/>
                    <a:pt x="263" y="86"/>
                  </a:cubicBezTo>
                  <a:cubicBezTo>
                    <a:pt x="263" y="79"/>
                    <a:pt x="263" y="79"/>
                    <a:pt x="263" y="79"/>
                  </a:cubicBezTo>
                  <a:lnTo>
                    <a:pt x="270" y="79"/>
                  </a:lnTo>
                  <a:close/>
                  <a:moveTo>
                    <a:pt x="272" y="79"/>
                  </a:moveTo>
                  <a:cubicBezTo>
                    <a:pt x="278" y="79"/>
                    <a:pt x="278" y="79"/>
                    <a:pt x="278" y="79"/>
                  </a:cubicBezTo>
                  <a:cubicBezTo>
                    <a:pt x="278" y="86"/>
                    <a:pt x="278" y="86"/>
                    <a:pt x="278" y="86"/>
                  </a:cubicBezTo>
                  <a:cubicBezTo>
                    <a:pt x="272" y="86"/>
                    <a:pt x="272" y="86"/>
                    <a:pt x="272" y="86"/>
                  </a:cubicBezTo>
                  <a:lnTo>
                    <a:pt x="272" y="79"/>
                  </a:lnTo>
                  <a:close/>
                  <a:moveTo>
                    <a:pt x="280" y="79"/>
                  </a:moveTo>
                  <a:cubicBezTo>
                    <a:pt x="287" y="79"/>
                    <a:pt x="287" y="79"/>
                    <a:pt x="287" y="79"/>
                  </a:cubicBezTo>
                  <a:cubicBezTo>
                    <a:pt x="287" y="86"/>
                    <a:pt x="287" y="86"/>
                    <a:pt x="287" y="86"/>
                  </a:cubicBezTo>
                  <a:cubicBezTo>
                    <a:pt x="280" y="86"/>
                    <a:pt x="280" y="86"/>
                    <a:pt x="280" y="86"/>
                  </a:cubicBezTo>
                  <a:lnTo>
                    <a:pt x="280" y="79"/>
                  </a:lnTo>
                  <a:close/>
                  <a:moveTo>
                    <a:pt x="288" y="79"/>
                  </a:moveTo>
                  <a:cubicBezTo>
                    <a:pt x="295" y="79"/>
                    <a:pt x="295" y="79"/>
                    <a:pt x="295" y="79"/>
                  </a:cubicBezTo>
                  <a:cubicBezTo>
                    <a:pt x="295" y="86"/>
                    <a:pt x="295" y="86"/>
                    <a:pt x="295" y="86"/>
                  </a:cubicBezTo>
                  <a:cubicBezTo>
                    <a:pt x="288" y="86"/>
                    <a:pt x="288" y="86"/>
                    <a:pt x="288" y="86"/>
                  </a:cubicBezTo>
                  <a:lnTo>
                    <a:pt x="288" y="79"/>
                  </a:lnTo>
                  <a:close/>
                  <a:moveTo>
                    <a:pt x="297" y="79"/>
                  </a:moveTo>
                  <a:cubicBezTo>
                    <a:pt x="304" y="79"/>
                    <a:pt x="304" y="79"/>
                    <a:pt x="304" y="79"/>
                  </a:cubicBezTo>
                  <a:cubicBezTo>
                    <a:pt x="304" y="86"/>
                    <a:pt x="304" y="86"/>
                    <a:pt x="304" y="86"/>
                  </a:cubicBezTo>
                  <a:cubicBezTo>
                    <a:pt x="297" y="86"/>
                    <a:pt x="297" y="86"/>
                    <a:pt x="297" y="86"/>
                  </a:cubicBezTo>
                  <a:lnTo>
                    <a:pt x="297" y="79"/>
                  </a:lnTo>
                  <a:close/>
                  <a:moveTo>
                    <a:pt x="305" y="79"/>
                  </a:moveTo>
                  <a:cubicBezTo>
                    <a:pt x="312" y="79"/>
                    <a:pt x="312" y="79"/>
                    <a:pt x="312" y="79"/>
                  </a:cubicBezTo>
                  <a:cubicBezTo>
                    <a:pt x="312" y="86"/>
                    <a:pt x="312" y="86"/>
                    <a:pt x="312" y="86"/>
                  </a:cubicBezTo>
                  <a:cubicBezTo>
                    <a:pt x="305" y="86"/>
                    <a:pt x="305" y="86"/>
                    <a:pt x="305" y="86"/>
                  </a:cubicBezTo>
                  <a:lnTo>
                    <a:pt x="305" y="79"/>
                  </a:lnTo>
                  <a:close/>
                  <a:moveTo>
                    <a:pt x="270" y="48"/>
                  </a:moveTo>
                  <a:cubicBezTo>
                    <a:pt x="263" y="48"/>
                    <a:pt x="263" y="48"/>
                    <a:pt x="263" y="48"/>
                  </a:cubicBezTo>
                  <a:cubicBezTo>
                    <a:pt x="263" y="41"/>
                    <a:pt x="263" y="41"/>
                    <a:pt x="263" y="41"/>
                  </a:cubicBezTo>
                  <a:cubicBezTo>
                    <a:pt x="270" y="41"/>
                    <a:pt x="270" y="41"/>
                    <a:pt x="270" y="41"/>
                  </a:cubicBezTo>
                  <a:lnTo>
                    <a:pt x="270" y="48"/>
                  </a:lnTo>
                  <a:close/>
                  <a:moveTo>
                    <a:pt x="263" y="88"/>
                  </a:moveTo>
                  <a:cubicBezTo>
                    <a:pt x="270" y="88"/>
                    <a:pt x="270" y="88"/>
                    <a:pt x="270" y="88"/>
                  </a:cubicBezTo>
                  <a:cubicBezTo>
                    <a:pt x="270" y="95"/>
                    <a:pt x="270" y="95"/>
                    <a:pt x="270" y="95"/>
                  </a:cubicBezTo>
                  <a:cubicBezTo>
                    <a:pt x="263" y="95"/>
                    <a:pt x="263" y="95"/>
                    <a:pt x="263" y="95"/>
                  </a:cubicBezTo>
                  <a:lnTo>
                    <a:pt x="263" y="88"/>
                  </a:lnTo>
                  <a:close/>
                  <a:moveTo>
                    <a:pt x="272" y="88"/>
                  </a:moveTo>
                  <a:cubicBezTo>
                    <a:pt x="278" y="88"/>
                    <a:pt x="278" y="88"/>
                    <a:pt x="278" y="88"/>
                  </a:cubicBezTo>
                  <a:cubicBezTo>
                    <a:pt x="278" y="95"/>
                    <a:pt x="278" y="95"/>
                    <a:pt x="278" y="95"/>
                  </a:cubicBezTo>
                  <a:cubicBezTo>
                    <a:pt x="272" y="95"/>
                    <a:pt x="272" y="95"/>
                    <a:pt x="272" y="95"/>
                  </a:cubicBezTo>
                  <a:lnTo>
                    <a:pt x="272" y="88"/>
                  </a:lnTo>
                  <a:close/>
                  <a:moveTo>
                    <a:pt x="280" y="88"/>
                  </a:moveTo>
                  <a:cubicBezTo>
                    <a:pt x="287" y="88"/>
                    <a:pt x="287" y="88"/>
                    <a:pt x="287" y="88"/>
                  </a:cubicBezTo>
                  <a:cubicBezTo>
                    <a:pt x="287" y="95"/>
                    <a:pt x="287" y="95"/>
                    <a:pt x="287" y="95"/>
                  </a:cubicBezTo>
                  <a:cubicBezTo>
                    <a:pt x="280" y="95"/>
                    <a:pt x="280" y="95"/>
                    <a:pt x="280" y="95"/>
                  </a:cubicBezTo>
                  <a:lnTo>
                    <a:pt x="280" y="88"/>
                  </a:lnTo>
                  <a:close/>
                  <a:moveTo>
                    <a:pt x="288" y="88"/>
                  </a:moveTo>
                  <a:cubicBezTo>
                    <a:pt x="295" y="88"/>
                    <a:pt x="295" y="88"/>
                    <a:pt x="295" y="88"/>
                  </a:cubicBezTo>
                  <a:cubicBezTo>
                    <a:pt x="295" y="95"/>
                    <a:pt x="295" y="95"/>
                    <a:pt x="295" y="95"/>
                  </a:cubicBezTo>
                  <a:cubicBezTo>
                    <a:pt x="288" y="95"/>
                    <a:pt x="288" y="95"/>
                    <a:pt x="288" y="95"/>
                  </a:cubicBezTo>
                  <a:lnTo>
                    <a:pt x="288" y="88"/>
                  </a:lnTo>
                  <a:close/>
                  <a:moveTo>
                    <a:pt x="297" y="88"/>
                  </a:moveTo>
                  <a:cubicBezTo>
                    <a:pt x="304" y="88"/>
                    <a:pt x="304" y="88"/>
                    <a:pt x="304" y="88"/>
                  </a:cubicBezTo>
                  <a:cubicBezTo>
                    <a:pt x="304" y="95"/>
                    <a:pt x="304" y="95"/>
                    <a:pt x="304" y="95"/>
                  </a:cubicBezTo>
                  <a:cubicBezTo>
                    <a:pt x="297" y="95"/>
                    <a:pt x="297" y="95"/>
                    <a:pt x="297" y="95"/>
                  </a:cubicBezTo>
                  <a:lnTo>
                    <a:pt x="297" y="88"/>
                  </a:lnTo>
                  <a:close/>
                  <a:moveTo>
                    <a:pt x="305" y="88"/>
                  </a:moveTo>
                  <a:cubicBezTo>
                    <a:pt x="312" y="88"/>
                    <a:pt x="312" y="88"/>
                    <a:pt x="312" y="88"/>
                  </a:cubicBezTo>
                  <a:cubicBezTo>
                    <a:pt x="312" y="95"/>
                    <a:pt x="312" y="95"/>
                    <a:pt x="312" y="95"/>
                  </a:cubicBezTo>
                  <a:cubicBezTo>
                    <a:pt x="305" y="95"/>
                    <a:pt x="305" y="95"/>
                    <a:pt x="305" y="95"/>
                  </a:cubicBezTo>
                  <a:lnTo>
                    <a:pt x="305" y="88"/>
                  </a:lnTo>
                  <a:close/>
                  <a:moveTo>
                    <a:pt x="312" y="36"/>
                  </a:moveTo>
                  <a:cubicBezTo>
                    <a:pt x="312" y="39"/>
                    <a:pt x="312" y="39"/>
                    <a:pt x="312" y="39"/>
                  </a:cubicBezTo>
                  <a:cubicBezTo>
                    <a:pt x="305" y="39"/>
                    <a:pt x="305" y="39"/>
                    <a:pt x="305" y="39"/>
                  </a:cubicBezTo>
                  <a:cubicBezTo>
                    <a:pt x="305" y="39"/>
                    <a:pt x="304" y="39"/>
                    <a:pt x="304" y="39"/>
                  </a:cubicBezTo>
                  <a:cubicBezTo>
                    <a:pt x="304" y="39"/>
                    <a:pt x="304" y="39"/>
                    <a:pt x="304" y="39"/>
                  </a:cubicBezTo>
                  <a:cubicBezTo>
                    <a:pt x="296" y="39"/>
                    <a:pt x="296" y="39"/>
                    <a:pt x="296" y="39"/>
                  </a:cubicBezTo>
                  <a:cubicBezTo>
                    <a:pt x="296" y="39"/>
                    <a:pt x="296" y="39"/>
                    <a:pt x="296" y="39"/>
                  </a:cubicBezTo>
                  <a:cubicBezTo>
                    <a:pt x="296" y="39"/>
                    <a:pt x="296" y="39"/>
                    <a:pt x="296" y="39"/>
                  </a:cubicBezTo>
                  <a:cubicBezTo>
                    <a:pt x="288" y="39"/>
                    <a:pt x="288" y="39"/>
                    <a:pt x="288" y="39"/>
                  </a:cubicBezTo>
                  <a:cubicBezTo>
                    <a:pt x="288" y="39"/>
                    <a:pt x="288" y="39"/>
                    <a:pt x="288" y="39"/>
                  </a:cubicBezTo>
                  <a:cubicBezTo>
                    <a:pt x="287" y="39"/>
                    <a:pt x="287" y="39"/>
                    <a:pt x="287" y="39"/>
                  </a:cubicBezTo>
                  <a:cubicBezTo>
                    <a:pt x="279" y="39"/>
                    <a:pt x="279" y="39"/>
                    <a:pt x="279" y="39"/>
                  </a:cubicBezTo>
                  <a:cubicBezTo>
                    <a:pt x="279" y="39"/>
                    <a:pt x="279" y="39"/>
                    <a:pt x="279" y="39"/>
                  </a:cubicBezTo>
                  <a:cubicBezTo>
                    <a:pt x="279" y="39"/>
                    <a:pt x="279" y="39"/>
                    <a:pt x="279" y="39"/>
                  </a:cubicBezTo>
                  <a:cubicBezTo>
                    <a:pt x="271" y="39"/>
                    <a:pt x="271" y="39"/>
                    <a:pt x="271" y="39"/>
                  </a:cubicBezTo>
                  <a:cubicBezTo>
                    <a:pt x="271" y="39"/>
                    <a:pt x="271" y="39"/>
                    <a:pt x="271" y="39"/>
                  </a:cubicBezTo>
                  <a:cubicBezTo>
                    <a:pt x="271" y="39"/>
                    <a:pt x="271" y="39"/>
                    <a:pt x="270" y="39"/>
                  </a:cubicBezTo>
                  <a:cubicBezTo>
                    <a:pt x="263" y="39"/>
                    <a:pt x="263" y="39"/>
                    <a:pt x="263" y="39"/>
                  </a:cubicBezTo>
                  <a:cubicBezTo>
                    <a:pt x="263" y="3"/>
                    <a:pt x="263" y="3"/>
                    <a:pt x="263" y="3"/>
                  </a:cubicBezTo>
                  <a:lnTo>
                    <a:pt x="312" y="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4" name="Freeform 281"/>
            <p:cNvSpPr>
              <a:spLocks noEditPoints="1"/>
            </p:cNvSpPr>
            <p:nvPr userDrawn="1"/>
          </p:nvSpPr>
          <p:spPr bwMode="auto">
            <a:xfrm>
              <a:off x="4313238" y="4302125"/>
              <a:ext cx="434975" cy="531813"/>
            </a:xfrm>
            <a:custGeom>
              <a:avLst/>
              <a:gdLst>
                <a:gd name="T0" fmla="*/ 217 w 274"/>
                <a:gd name="T1" fmla="*/ 119 h 335"/>
                <a:gd name="T2" fmla="*/ 178 w 274"/>
                <a:gd name="T3" fmla="*/ 80 h 335"/>
                <a:gd name="T4" fmla="*/ 217 w 274"/>
                <a:gd name="T5" fmla="*/ 80 h 335"/>
                <a:gd name="T6" fmla="*/ 139 w 274"/>
                <a:gd name="T7" fmla="*/ 0 h 335"/>
                <a:gd name="T8" fmla="*/ 56 w 274"/>
                <a:gd name="T9" fmla="*/ 80 h 335"/>
                <a:gd name="T10" fmla="*/ 96 w 274"/>
                <a:gd name="T11" fmla="*/ 80 h 335"/>
                <a:gd name="T12" fmla="*/ 56 w 274"/>
                <a:gd name="T13" fmla="*/ 119 h 335"/>
                <a:gd name="T14" fmla="*/ 96 w 274"/>
                <a:gd name="T15" fmla="*/ 119 h 335"/>
                <a:gd name="T16" fmla="*/ 0 w 274"/>
                <a:gd name="T17" fmla="*/ 216 h 335"/>
                <a:gd name="T18" fmla="*/ 117 w 274"/>
                <a:gd name="T19" fmla="*/ 216 h 335"/>
                <a:gd name="T20" fmla="*/ 117 w 274"/>
                <a:gd name="T21" fmla="*/ 335 h 335"/>
                <a:gd name="T22" fmla="*/ 156 w 274"/>
                <a:gd name="T23" fmla="*/ 335 h 335"/>
                <a:gd name="T24" fmla="*/ 156 w 274"/>
                <a:gd name="T25" fmla="*/ 216 h 335"/>
                <a:gd name="T26" fmla="*/ 274 w 274"/>
                <a:gd name="T27" fmla="*/ 216 h 335"/>
                <a:gd name="T28" fmla="*/ 183 w 274"/>
                <a:gd name="T29" fmla="*/ 119 h 335"/>
                <a:gd name="T30" fmla="*/ 217 w 274"/>
                <a:gd name="T31" fmla="*/ 119 h 335"/>
                <a:gd name="T32" fmla="*/ 252 w 274"/>
                <a:gd name="T33" fmla="*/ 207 h 335"/>
                <a:gd name="T34" fmla="*/ 152 w 274"/>
                <a:gd name="T35" fmla="*/ 207 h 335"/>
                <a:gd name="T36" fmla="*/ 152 w 274"/>
                <a:gd name="T37" fmla="*/ 331 h 335"/>
                <a:gd name="T38" fmla="*/ 122 w 274"/>
                <a:gd name="T39" fmla="*/ 331 h 335"/>
                <a:gd name="T40" fmla="*/ 122 w 274"/>
                <a:gd name="T41" fmla="*/ 207 h 335"/>
                <a:gd name="T42" fmla="*/ 21 w 274"/>
                <a:gd name="T43" fmla="*/ 207 h 335"/>
                <a:gd name="T44" fmla="*/ 113 w 274"/>
                <a:gd name="T45" fmla="*/ 110 h 335"/>
                <a:gd name="T46" fmla="*/ 78 w 274"/>
                <a:gd name="T47" fmla="*/ 110 h 335"/>
                <a:gd name="T48" fmla="*/ 113 w 274"/>
                <a:gd name="T49" fmla="*/ 75 h 335"/>
                <a:gd name="T50" fmla="*/ 78 w 274"/>
                <a:gd name="T51" fmla="*/ 75 h 335"/>
                <a:gd name="T52" fmla="*/ 139 w 274"/>
                <a:gd name="T53" fmla="*/ 9 h 335"/>
                <a:gd name="T54" fmla="*/ 200 w 274"/>
                <a:gd name="T55" fmla="*/ 75 h 335"/>
                <a:gd name="T56" fmla="*/ 161 w 274"/>
                <a:gd name="T57" fmla="*/ 75 h 335"/>
                <a:gd name="T58" fmla="*/ 200 w 274"/>
                <a:gd name="T59" fmla="*/ 110 h 335"/>
                <a:gd name="T60" fmla="*/ 161 w 274"/>
                <a:gd name="T61" fmla="*/ 110 h 335"/>
                <a:gd name="T62" fmla="*/ 252 w 274"/>
                <a:gd name="T63" fmla="*/ 207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74" h="335">
                  <a:moveTo>
                    <a:pt x="217" y="119"/>
                  </a:moveTo>
                  <a:lnTo>
                    <a:pt x="178" y="80"/>
                  </a:lnTo>
                  <a:lnTo>
                    <a:pt x="217" y="80"/>
                  </a:lnTo>
                  <a:lnTo>
                    <a:pt x="139" y="0"/>
                  </a:lnTo>
                  <a:lnTo>
                    <a:pt x="56" y="80"/>
                  </a:lnTo>
                  <a:lnTo>
                    <a:pt x="96" y="80"/>
                  </a:lnTo>
                  <a:lnTo>
                    <a:pt x="56" y="119"/>
                  </a:lnTo>
                  <a:lnTo>
                    <a:pt x="96" y="119"/>
                  </a:lnTo>
                  <a:lnTo>
                    <a:pt x="0" y="216"/>
                  </a:lnTo>
                  <a:lnTo>
                    <a:pt x="117" y="216"/>
                  </a:lnTo>
                  <a:lnTo>
                    <a:pt x="117" y="335"/>
                  </a:lnTo>
                  <a:lnTo>
                    <a:pt x="156" y="335"/>
                  </a:lnTo>
                  <a:lnTo>
                    <a:pt x="156" y="216"/>
                  </a:lnTo>
                  <a:lnTo>
                    <a:pt x="274" y="216"/>
                  </a:lnTo>
                  <a:lnTo>
                    <a:pt x="183" y="119"/>
                  </a:lnTo>
                  <a:lnTo>
                    <a:pt x="217" y="119"/>
                  </a:lnTo>
                  <a:close/>
                  <a:moveTo>
                    <a:pt x="252" y="207"/>
                  </a:moveTo>
                  <a:lnTo>
                    <a:pt x="152" y="207"/>
                  </a:lnTo>
                  <a:lnTo>
                    <a:pt x="152" y="331"/>
                  </a:lnTo>
                  <a:lnTo>
                    <a:pt x="122" y="331"/>
                  </a:lnTo>
                  <a:lnTo>
                    <a:pt x="122" y="207"/>
                  </a:lnTo>
                  <a:lnTo>
                    <a:pt x="21" y="207"/>
                  </a:lnTo>
                  <a:lnTo>
                    <a:pt x="113" y="110"/>
                  </a:lnTo>
                  <a:lnTo>
                    <a:pt x="78" y="110"/>
                  </a:lnTo>
                  <a:lnTo>
                    <a:pt x="113" y="75"/>
                  </a:lnTo>
                  <a:lnTo>
                    <a:pt x="78" y="75"/>
                  </a:lnTo>
                  <a:lnTo>
                    <a:pt x="139" y="9"/>
                  </a:lnTo>
                  <a:lnTo>
                    <a:pt x="200" y="75"/>
                  </a:lnTo>
                  <a:lnTo>
                    <a:pt x="161" y="75"/>
                  </a:lnTo>
                  <a:lnTo>
                    <a:pt x="200" y="110"/>
                  </a:lnTo>
                  <a:lnTo>
                    <a:pt x="161" y="110"/>
                  </a:lnTo>
                  <a:lnTo>
                    <a:pt x="252" y="2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5" name="Freeform 282"/>
            <p:cNvSpPr>
              <a:spLocks noEditPoints="1"/>
            </p:cNvSpPr>
            <p:nvPr userDrawn="1"/>
          </p:nvSpPr>
          <p:spPr bwMode="auto">
            <a:xfrm>
              <a:off x="7381875" y="4302125"/>
              <a:ext cx="428625" cy="531813"/>
            </a:xfrm>
            <a:custGeom>
              <a:avLst/>
              <a:gdLst>
                <a:gd name="T0" fmla="*/ 217 w 270"/>
                <a:gd name="T1" fmla="*/ 119 h 335"/>
                <a:gd name="T2" fmla="*/ 178 w 270"/>
                <a:gd name="T3" fmla="*/ 80 h 335"/>
                <a:gd name="T4" fmla="*/ 217 w 270"/>
                <a:gd name="T5" fmla="*/ 80 h 335"/>
                <a:gd name="T6" fmla="*/ 139 w 270"/>
                <a:gd name="T7" fmla="*/ 0 h 335"/>
                <a:gd name="T8" fmla="*/ 56 w 270"/>
                <a:gd name="T9" fmla="*/ 80 h 335"/>
                <a:gd name="T10" fmla="*/ 96 w 270"/>
                <a:gd name="T11" fmla="*/ 80 h 335"/>
                <a:gd name="T12" fmla="*/ 56 w 270"/>
                <a:gd name="T13" fmla="*/ 119 h 335"/>
                <a:gd name="T14" fmla="*/ 96 w 270"/>
                <a:gd name="T15" fmla="*/ 119 h 335"/>
                <a:gd name="T16" fmla="*/ 0 w 270"/>
                <a:gd name="T17" fmla="*/ 216 h 335"/>
                <a:gd name="T18" fmla="*/ 113 w 270"/>
                <a:gd name="T19" fmla="*/ 216 h 335"/>
                <a:gd name="T20" fmla="*/ 113 w 270"/>
                <a:gd name="T21" fmla="*/ 335 h 335"/>
                <a:gd name="T22" fmla="*/ 157 w 270"/>
                <a:gd name="T23" fmla="*/ 335 h 335"/>
                <a:gd name="T24" fmla="*/ 157 w 270"/>
                <a:gd name="T25" fmla="*/ 216 h 335"/>
                <a:gd name="T26" fmla="*/ 270 w 270"/>
                <a:gd name="T27" fmla="*/ 216 h 335"/>
                <a:gd name="T28" fmla="*/ 178 w 270"/>
                <a:gd name="T29" fmla="*/ 119 h 335"/>
                <a:gd name="T30" fmla="*/ 217 w 270"/>
                <a:gd name="T31" fmla="*/ 119 h 335"/>
                <a:gd name="T32" fmla="*/ 252 w 270"/>
                <a:gd name="T33" fmla="*/ 207 h 335"/>
                <a:gd name="T34" fmla="*/ 148 w 270"/>
                <a:gd name="T35" fmla="*/ 207 h 335"/>
                <a:gd name="T36" fmla="*/ 148 w 270"/>
                <a:gd name="T37" fmla="*/ 331 h 335"/>
                <a:gd name="T38" fmla="*/ 122 w 270"/>
                <a:gd name="T39" fmla="*/ 331 h 335"/>
                <a:gd name="T40" fmla="*/ 122 w 270"/>
                <a:gd name="T41" fmla="*/ 207 h 335"/>
                <a:gd name="T42" fmla="*/ 22 w 270"/>
                <a:gd name="T43" fmla="*/ 207 h 335"/>
                <a:gd name="T44" fmla="*/ 113 w 270"/>
                <a:gd name="T45" fmla="*/ 110 h 335"/>
                <a:gd name="T46" fmla="*/ 74 w 270"/>
                <a:gd name="T47" fmla="*/ 110 h 335"/>
                <a:gd name="T48" fmla="*/ 113 w 270"/>
                <a:gd name="T49" fmla="*/ 75 h 335"/>
                <a:gd name="T50" fmla="*/ 74 w 270"/>
                <a:gd name="T51" fmla="*/ 75 h 335"/>
                <a:gd name="T52" fmla="*/ 139 w 270"/>
                <a:gd name="T53" fmla="*/ 9 h 335"/>
                <a:gd name="T54" fmla="*/ 196 w 270"/>
                <a:gd name="T55" fmla="*/ 75 h 335"/>
                <a:gd name="T56" fmla="*/ 161 w 270"/>
                <a:gd name="T57" fmla="*/ 75 h 335"/>
                <a:gd name="T58" fmla="*/ 196 w 270"/>
                <a:gd name="T59" fmla="*/ 110 h 335"/>
                <a:gd name="T60" fmla="*/ 161 w 270"/>
                <a:gd name="T61" fmla="*/ 110 h 335"/>
                <a:gd name="T62" fmla="*/ 252 w 270"/>
                <a:gd name="T63" fmla="*/ 207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70" h="335">
                  <a:moveTo>
                    <a:pt x="217" y="119"/>
                  </a:moveTo>
                  <a:lnTo>
                    <a:pt x="178" y="80"/>
                  </a:lnTo>
                  <a:lnTo>
                    <a:pt x="217" y="80"/>
                  </a:lnTo>
                  <a:lnTo>
                    <a:pt x="139" y="0"/>
                  </a:lnTo>
                  <a:lnTo>
                    <a:pt x="56" y="80"/>
                  </a:lnTo>
                  <a:lnTo>
                    <a:pt x="96" y="80"/>
                  </a:lnTo>
                  <a:lnTo>
                    <a:pt x="56" y="119"/>
                  </a:lnTo>
                  <a:lnTo>
                    <a:pt x="96" y="119"/>
                  </a:lnTo>
                  <a:lnTo>
                    <a:pt x="0" y="216"/>
                  </a:lnTo>
                  <a:lnTo>
                    <a:pt x="113" y="216"/>
                  </a:lnTo>
                  <a:lnTo>
                    <a:pt x="113" y="335"/>
                  </a:lnTo>
                  <a:lnTo>
                    <a:pt x="157" y="335"/>
                  </a:lnTo>
                  <a:lnTo>
                    <a:pt x="157" y="216"/>
                  </a:lnTo>
                  <a:lnTo>
                    <a:pt x="270" y="216"/>
                  </a:lnTo>
                  <a:lnTo>
                    <a:pt x="178" y="119"/>
                  </a:lnTo>
                  <a:lnTo>
                    <a:pt x="217" y="119"/>
                  </a:lnTo>
                  <a:close/>
                  <a:moveTo>
                    <a:pt x="252" y="207"/>
                  </a:moveTo>
                  <a:lnTo>
                    <a:pt x="148" y="207"/>
                  </a:lnTo>
                  <a:lnTo>
                    <a:pt x="148" y="331"/>
                  </a:lnTo>
                  <a:lnTo>
                    <a:pt x="122" y="331"/>
                  </a:lnTo>
                  <a:lnTo>
                    <a:pt x="122" y="207"/>
                  </a:lnTo>
                  <a:lnTo>
                    <a:pt x="22" y="207"/>
                  </a:lnTo>
                  <a:lnTo>
                    <a:pt x="113" y="110"/>
                  </a:lnTo>
                  <a:lnTo>
                    <a:pt x="74" y="110"/>
                  </a:lnTo>
                  <a:lnTo>
                    <a:pt x="113" y="75"/>
                  </a:lnTo>
                  <a:lnTo>
                    <a:pt x="74" y="75"/>
                  </a:lnTo>
                  <a:lnTo>
                    <a:pt x="139" y="9"/>
                  </a:lnTo>
                  <a:lnTo>
                    <a:pt x="196" y="75"/>
                  </a:lnTo>
                  <a:lnTo>
                    <a:pt x="161" y="75"/>
                  </a:lnTo>
                  <a:lnTo>
                    <a:pt x="196" y="110"/>
                  </a:lnTo>
                  <a:lnTo>
                    <a:pt x="161" y="110"/>
                  </a:lnTo>
                  <a:lnTo>
                    <a:pt x="252" y="2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6" name="Freeform 283"/>
            <p:cNvSpPr>
              <a:spLocks noEditPoints="1"/>
            </p:cNvSpPr>
            <p:nvPr userDrawn="1"/>
          </p:nvSpPr>
          <p:spPr bwMode="auto">
            <a:xfrm>
              <a:off x="11722100" y="4714875"/>
              <a:ext cx="26988" cy="34925"/>
            </a:xfrm>
            <a:custGeom>
              <a:avLst/>
              <a:gdLst>
                <a:gd name="T0" fmla="*/ 2 w 4"/>
                <a:gd name="T1" fmla="*/ 0 h 5"/>
                <a:gd name="T2" fmla="*/ 0 w 4"/>
                <a:gd name="T3" fmla="*/ 1 h 5"/>
                <a:gd name="T4" fmla="*/ 1 w 4"/>
                <a:gd name="T5" fmla="*/ 4 h 5"/>
                <a:gd name="T6" fmla="*/ 2 w 4"/>
                <a:gd name="T7" fmla="*/ 5 h 5"/>
                <a:gd name="T8" fmla="*/ 3 w 4"/>
                <a:gd name="T9" fmla="*/ 4 h 5"/>
                <a:gd name="T10" fmla="*/ 3 w 4"/>
                <a:gd name="T11" fmla="*/ 1 h 5"/>
                <a:gd name="T12" fmla="*/ 2 w 4"/>
                <a:gd name="T13" fmla="*/ 0 h 5"/>
                <a:gd name="T14" fmla="*/ 2 w 4"/>
                <a:gd name="T15" fmla="*/ 4 h 5"/>
                <a:gd name="T16" fmla="*/ 1 w 4"/>
                <a:gd name="T17" fmla="*/ 3 h 5"/>
                <a:gd name="T18" fmla="*/ 1 w 4"/>
                <a:gd name="T19" fmla="*/ 1 h 5"/>
                <a:gd name="T20" fmla="*/ 2 w 4"/>
                <a:gd name="T21" fmla="*/ 1 h 5"/>
                <a:gd name="T22" fmla="*/ 2 w 4"/>
                <a:gd name="T23" fmla="*/ 1 h 5"/>
                <a:gd name="T24" fmla="*/ 2 w 4"/>
                <a:gd name="T25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cubicBezTo>
                    <a:pt x="1" y="0"/>
                    <a:pt x="1" y="0"/>
                    <a:pt x="0" y="1"/>
                  </a:cubicBezTo>
                  <a:cubicBezTo>
                    <a:pt x="0" y="1"/>
                    <a:pt x="0" y="4"/>
                    <a:pt x="1" y="4"/>
                  </a:cubicBezTo>
                  <a:cubicBezTo>
                    <a:pt x="1" y="4"/>
                    <a:pt x="2" y="5"/>
                    <a:pt x="2" y="5"/>
                  </a:cubicBezTo>
                  <a:cubicBezTo>
                    <a:pt x="2" y="5"/>
                    <a:pt x="2" y="4"/>
                    <a:pt x="3" y="4"/>
                  </a:cubicBezTo>
                  <a:cubicBezTo>
                    <a:pt x="4" y="4"/>
                    <a:pt x="4" y="2"/>
                    <a:pt x="3" y="1"/>
                  </a:cubicBezTo>
                  <a:cubicBezTo>
                    <a:pt x="3" y="0"/>
                    <a:pt x="2" y="0"/>
                    <a:pt x="2" y="0"/>
                  </a:cubicBezTo>
                  <a:close/>
                  <a:moveTo>
                    <a:pt x="2" y="4"/>
                  </a:moveTo>
                  <a:cubicBezTo>
                    <a:pt x="2" y="4"/>
                    <a:pt x="2" y="4"/>
                    <a:pt x="1" y="3"/>
                  </a:cubicBezTo>
                  <a:cubicBezTo>
                    <a:pt x="1" y="3"/>
                    <a:pt x="1" y="2"/>
                    <a:pt x="1" y="1"/>
                  </a:cubicBezTo>
                  <a:cubicBezTo>
                    <a:pt x="1" y="1"/>
                    <a:pt x="1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2"/>
                    <a:pt x="3" y="3"/>
                    <a:pt x="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7" name="Freeform 284"/>
            <p:cNvSpPr>
              <a:spLocks noEditPoints="1"/>
            </p:cNvSpPr>
            <p:nvPr userDrawn="1"/>
          </p:nvSpPr>
          <p:spPr bwMode="auto">
            <a:xfrm>
              <a:off x="11798300" y="4778375"/>
              <a:ext cx="20638" cy="34925"/>
            </a:xfrm>
            <a:custGeom>
              <a:avLst/>
              <a:gdLst>
                <a:gd name="T0" fmla="*/ 0 w 3"/>
                <a:gd name="T1" fmla="*/ 3 h 5"/>
                <a:gd name="T2" fmla="*/ 1 w 3"/>
                <a:gd name="T3" fmla="*/ 5 h 5"/>
                <a:gd name="T4" fmla="*/ 2 w 3"/>
                <a:gd name="T5" fmla="*/ 5 h 5"/>
                <a:gd name="T6" fmla="*/ 3 w 3"/>
                <a:gd name="T7" fmla="*/ 4 h 5"/>
                <a:gd name="T8" fmla="*/ 3 w 3"/>
                <a:gd name="T9" fmla="*/ 1 h 5"/>
                <a:gd name="T10" fmla="*/ 1 w 3"/>
                <a:gd name="T11" fmla="*/ 0 h 5"/>
                <a:gd name="T12" fmla="*/ 0 w 3"/>
                <a:gd name="T13" fmla="*/ 3 h 5"/>
                <a:gd name="T14" fmla="*/ 2 w 3"/>
                <a:gd name="T15" fmla="*/ 1 h 5"/>
                <a:gd name="T16" fmla="*/ 2 w 3"/>
                <a:gd name="T17" fmla="*/ 2 h 5"/>
                <a:gd name="T18" fmla="*/ 2 w 3"/>
                <a:gd name="T19" fmla="*/ 4 h 5"/>
                <a:gd name="T20" fmla="*/ 2 w 3"/>
                <a:gd name="T21" fmla="*/ 4 h 5"/>
                <a:gd name="T22" fmla="*/ 1 w 3"/>
                <a:gd name="T23" fmla="*/ 4 h 5"/>
                <a:gd name="T24" fmla="*/ 1 w 3"/>
                <a:gd name="T25" fmla="*/ 3 h 5"/>
                <a:gd name="T26" fmla="*/ 1 w 3"/>
                <a:gd name="T27" fmla="*/ 1 h 5"/>
                <a:gd name="T28" fmla="*/ 2 w 3"/>
                <a:gd name="T29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" h="5">
                  <a:moveTo>
                    <a:pt x="0" y="3"/>
                  </a:moveTo>
                  <a:cubicBezTo>
                    <a:pt x="0" y="4"/>
                    <a:pt x="1" y="5"/>
                    <a:pt x="1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2" y="5"/>
                    <a:pt x="3" y="4"/>
                  </a:cubicBezTo>
                  <a:cubicBezTo>
                    <a:pt x="3" y="4"/>
                    <a:pt x="3" y="2"/>
                    <a:pt x="3" y="1"/>
                  </a:cubicBezTo>
                  <a:cubicBezTo>
                    <a:pt x="3" y="1"/>
                    <a:pt x="2" y="0"/>
                    <a:pt x="1" y="0"/>
                  </a:cubicBezTo>
                  <a:cubicBezTo>
                    <a:pt x="0" y="1"/>
                    <a:pt x="0" y="2"/>
                    <a:pt x="0" y="3"/>
                  </a:cubicBezTo>
                  <a:close/>
                  <a:moveTo>
                    <a:pt x="2" y="1"/>
                  </a:moveTo>
                  <a:cubicBezTo>
                    <a:pt x="2" y="1"/>
                    <a:pt x="2" y="1"/>
                    <a:pt x="2" y="2"/>
                  </a:cubicBezTo>
                  <a:cubicBezTo>
                    <a:pt x="2" y="2"/>
                    <a:pt x="2" y="3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1" y="4"/>
                    <a:pt x="1" y="4"/>
                  </a:cubicBezTo>
                  <a:cubicBezTo>
                    <a:pt x="1" y="4"/>
                    <a:pt x="1" y="3"/>
                    <a:pt x="1" y="3"/>
                  </a:cubicBezTo>
                  <a:cubicBezTo>
                    <a:pt x="1" y="2"/>
                    <a:pt x="1" y="1"/>
                    <a:pt x="1" y="1"/>
                  </a:cubicBezTo>
                  <a:cubicBezTo>
                    <a:pt x="1" y="1"/>
                    <a:pt x="1" y="1"/>
                    <a:pt x="2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8" name="Freeform 285"/>
            <p:cNvSpPr>
              <a:spLocks noEditPoints="1"/>
            </p:cNvSpPr>
            <p:nvPr userDrawn="1"/>
          </p:nvSpPr>
          <p:spPr bwMode="auto">
            <a:xfrm>
              <a:off x="10941050" y="4232275"/>
              <a:ext cx="1244600" cy="615950"/>
            </a:xfrm>
            <a:custGeom>
              <a:avLst/>
              <a:gdLst>
                <a:gd name="T0" fmla="*/ 175 w 180"/>
                <a:gd name="T1" fmla="*/ 84 h 88"/>
                <a:gd name="T2" fmla="*/ 168 w 180"/>
                <a:gd name="T3" fmla="*/ 84 h 88"/>
                <a:gd name="T4" fmla="*/ 168 w 180"/>
                <a:gd name="T5" fmla="*/ 3 h 88"/>
                <a:gd name="T6" fmla="*/ 165 w 180"/>
                <a:gd name="T7" fmla="*/ 0 h 88"/>
                <a:gd name="T8" fmla="*/ 56 w 180"/>
                <a:gd name="T9" fmla="*/ 0 h 88"/>
                <a:gd name="T10" fmla="*/ 52 w 180"/>
                <a:gd name="T11" fmla="*/ 5 h 88"/>
                <a:gd name="T12" fmla="*/ 52 w 180"/>
                <a:gd name="T13" fmla="*/ 42 h 88"/>
                <a:gd name="T14" fmla="*/ 125 w 180"/>
                <a:gd name="T15" fmla="*/ 43 h 88"/>
                <a:gd name="T16" fmla="*/ 127 w 180"/>
                <a:gd name="T17" fmla="*/ 65 h 88"/>
                <a:gd name="T18" fmla="*/ 165 w 180"/>
                <a:gd name="T19" fmla="*/ 66 h 88"/>
                <a:gd name="T20" fmla="*/ 107 w 180"/>
                <a:gd name="T21" fmla="*/ 85 h 88"/>
                <a:gd name="T22" fmla="*/ 126 w 180"/>
                <a:gd name="T23" fmla="*/ 66 h 88"/>
                <a:gd name="T24" fmla="*/ 126 w 180"/>
                <a:gd name="T25" fmla="*/ 45 h 88"/>
                <a:gd name="T26" fmla="*/ 21 w 180"/>
                <a:gd name="T27" fmla="*/ 43 h 88"/>
                <a:gd name="T28" fmla="*/ 17 w 180"/>
                <a:gd name="T29" fmla="*/ 44 h 88"/>
                <a:gd name="T30" fmla="*/ 16 w 180"/>
                <a:gd name="T31" fmla="*/ 49 h 88"/>
                <a:gd name="T32" fmla="*/ 15 w 180"/>
                <a:gd name="T33" fmla="*/ 65 h 88"/>
                <a:gd name="T34" fmla="*/ 13 w 180"/>
                <a:gd name="T35" fmla="*/ 64 h 88"/>
                <a:gd name="T36" fmla="*/ 10 w 180"/>
                <a:gd name="T37" fmla="*/ 62 h 88"/>
                <a:gd name="T38" fmla="*/ 6 w 180"/>
                <a:gd name="T39" fmla="*/ 62 h 88"/>
                <a:gd name="T40" fmla="*/ 5 w 180"/>
                <a:gd name="T41" fmla="*/ 68 h 88"/>
                <a:gd name="T42" fmla="*/ 5 w 180"/>
                <a:gd name="T43" fmla="*/ 84 h 88"/>
                <a:gd name="T44" fmla="*/ 0 w 180"/>
                <a:gd name="T45" fmla="*/ 86 h 88"/>
                <a:gd name="T46" fmla="*/ 3 w 180"/>
                <a:gd name="T47" fmla="*/ 88 h 88"/>
                <a:gd name="T48" fmla="*/ 6 w 180"/>
                <a:gd name="T49" fmla="*/ 88 h 88"/>
                <a:gd name="T50" fmla="*/ 172 w 180"/>
                <a:gd name="T51" fmla="*/ 88 h 88"/>
                <a:gd name="T52" fmla="*/ 180 w 180"/>
                <a:gd name="T53" fmla="*/ 87 h 88"/>
                <a:gd name="T54" fmla="*/ 178 w 180"/>
                <a:gd name="T55" fmla="*/ 87 h 88"/>
                <a:gd name="T56" fmla="*/ 169 w 180"/>
                <a:gd name="T57" fmla="*/ 87 h 88"/>
                <a:gd name="T58" fmla="*/ 5 w 180"/>
                <a:gd name="T59" fmla="*/ 87 h 88"/>
                <a:gd name="T60" fmla="*/ 1 w 180"/>
                <a:gd name="T61" fmla="*/ 86 h 88"/>
                <a:gd name="T62" fmla="*/ 4 w 180"/>
                <a:gd name="T63" fmla="*/ 85 h 88"/>
                <a:gd name="T64" fmla="*/ 6 w 180"/>
                <a:gd name="T65" fmla="*/ 85 h 88"/>
                <a:gd name="T66" fmla="*/ 6 w 180"/>
                <a:gd name="T67" fmla="*/ 68 h 88"/>
                <a:gd name="T68" fmla="*/ 7 w 180"/>
                <a:gd name="T69" fmla="*/ 63 h 88"/>
                <a:gd name="T70" fmla="*/ 10 w 180"/>
                <a:gd name="T71" fmla="*/ 63 h 88"/>
                <a:gd name="T72" fmla="*/ 12 w 180"/>
                <a:gd name="T73" fmla="*/ 64 h 88"/>
                <a:gd name="T74" fmla="*/ 13 w 180"/>
                <a:gd name="T75" fmla="*/ 66 h 88"/>
                <a:gd name="T76" fmla="*/ 17 w 180"/>
                <a:gd name="T77" fmla="*/ 66 h 88"/>
                <a:gd name="T78" fmla="*/ 17 w 180"/>
                <a:gd name="T79" fmla="*/ 66 h 88"/>
                <a:gd name="T80" fmla="*/ 17 w 180"/>
                <a:gd name="T81" fmla="*/ 48 h 88"/>
                <a:gd name="T82" fmla="*/ 20 w 180"/>
                <a:gd name="T83" fmla="*/ 44 h 88"/>
                <a:gd name="T84" fmla="*/ 125 w 180"/>
                <a:gd name="T85" fmla="*/ 44 h 88"/>
                <a:gd name="T86" fmla="*/ 126 w 180"/>
                <a:gd name="T87" fmla="*/ 65 h 88"/>
                <a:gd name="T88" fmla="*/ 106 w 180"/>
                <a:gd name="T89" fmla="*/ 66 h 88"/>
                <a:gd name="T90" fmla="*/ 107 w 180"/>
                <a:gd name="T91" fmla="*/ 85 h 88"/>
                <a:gd name="T92" fmla="*/ 166 w 180"/>
                <a:gd name="T93" fmla="*/ 85 h 88"/>
                <a:gd name="T94" fmla="*/ 166 w 180"/>
                <a:gd name="T95" fmla="*/ 65 h 88"/>
                <a:gd name="T96" fmla="*/ 128 w 180"/>
                <a:gd name="T97" fmla="*/ 45 h 88"/>
                <a:gd name="T98" fmla="*/ 53 w 180"/>
                <a:gd name="T99" fmla="*/ 42 h 88"/>
                <a:gd name="T100" fmla="*/ 53 w 180"/>
                <a:gd name="T101" fmla="*/ 5 h 88"/>
                <a:gd name="T102" fmla="*/ 56 w 180"/>
                <a:gd name="T103" fmla="*/ 1 h 88"/>
                <a:gd name="T104" fmla="*/ 165 w 180"/>
                <a:gd name="T105" fmla="*/ 1 h 88"/>
                <a:gd name="T106" fmla="*/ 167 w 180"/>
                <a:gd name="T107" fmla="*/ 3 h 88"/>
                <a:gd name="T108" fmla="*/ 167 w 180"/>
                <a:gd name="T109" fmla="*/ 85 h 88"/>
                <a:gd name="T110" fmla="*/ 174 w 180"/>
                <a:gd name="T111" fmla="*/ 85 h 88"/>
                <a:gd name="T112" fmla="*/ 179 w 180"/>
                <a:gd name="T113" fmla="*/ 86 h 88"/>
                <a:gd name="T114" fmla="*/ 178 w 180"/>
                <a:gd name="T115" fmla="*/ 87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80" h="88">
                  <a:moveTo>
                    <a:pt x="180" y="85"/>
                  </a:moveTo>
                  <a:cubicBezTo>
                    <a:pt x="179" y="84"/>
                    <a:pt x="177" y="84"/>
                    <a:pt x="175" y="84"/>
                  </a:cubicBezTo>
                  <a:cubicBezTo>
                    <a:pt x="175" y="84"/>
                    <a:pt x="175" y="84"/>
                    <a:pt x="174" y="84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8" y="80"/>
                    <a:pt x="168" y="73"/>
                    <a:pt x="168" y="64"/>
                  </a:cubicBezTo>
                  <a:cubicBezTo>
                    <a:pt x="168" y="40"/>
                    <a:pt x="168" y="4"/>
                    <a:pt x="168" y="3"/>
                  </a:cubicBezTo>
                  <a:cubicBezTo>
                    <a:pt x="168" y="3"/>
                    <a:pt x="168" y="2"/>
                    <a:pt x="167" y="1"/>
                  </a:cubicBezTo>
                  <a:cubicBezTo>
                    <a:pt x="167" y="0"/>
                    <a:pt x="166" y="0"/>
                    <a:pt x="165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57" y="0"/>
                    <a:pt x="56" y="0"/>
                    <a:pt x="56" y="0"/>
                  </a:cubicBezTo>
                  <a:cubicBezTo>
                    <a:pt x="55" y="0"/>
                    <a:pt x="54" y="0"/>
                    <a:pt x="53" y="0"/>
                  </a:cubicBezTo>
                  <a:cubicBezTo>
                    <a:pt x="52" y="0"/>
                    <a:pt x="52" y="3"/>
                    <a:pt x="52" y="5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2" y="42"/>
                    <a:pt x="52" y="42"/>
                    <a:pt x="52" y="42"/>
                  </a:cubicBezTo>
                  <a:cubicBezTo>
                    <a:pt x="52" y="43"/>
                    <a:pt x="52" y="43"/>
                    <a:pt x="52" y="43"/>
                  </a:cubicBezTo>
                  <a:cubicBezTo>
                    <a:pt x="125" y="43"/>
                    <a:pt x="125" y="43"/>
                    <a:pt x="125" y="43"/>
                  </a:cubicBezTo>
                  <a:cubicBezTo>
                    <a:pt x="126" y="43"/>
                    <a:pt x="127" y="44"/>
                    <a:pt x="127" y="45"/>
                  </a:cubicBezTo>
                  <a:cubicBezTo>
                    <a:pt x="127" y="65"/>
                    <a:pt x="127" y="65"/>
                    <a:pt x="127" y="65"/>
                  </a:cubicBezTo>
                  <a:cubicBezTo>
                    <a:pt x="127" y="66"/>
                    <a:pt x="127" y="66"/>
                    <a:pt x="127" y="66"/>
                  </a:cubicBezTo>
                  <a:cubicBezTo>
                    <a:pt x="165" y="66"/>
                    <a:pt x="165" y="66"/>
                    <a:pt x="165" y="66"/>
                  </a:cubicBezTo>
                  <a:cubicBezTo>
                    <a:pt x="165" y="85"/>
                    <a:pt x="165" y="85"/>
                    <a:pt x="165" y="85"/>
                  </a:cubicBezTo>
                  <a:cubicBezTo>
                    <a:pt x="107" y="85"/>
                    <a:pt x="107" y="85"/>
                    <a:pt x="107" y="85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26" y="66"/>
                    <a:pt x="126" y="66"/>
                    <a:pt x="126" y="66"/>
                  </a:cubicBezTo>
                  <a:cubicBezTo>
                    <a:pt x="126" y="66"/>
                    <a:pt x="126" y="66"/>
                    <a:pt x="126" y="6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4"/>
                    <a:pt x="126" y="43"/>
                    <a:pt x="125" y="43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3"/>
                    <a:pt x="21" y="43"/>
                    <a:pt x="20" y="43"/>
                  </a:cubicBezTo>
                  <a:cubicBezTo>
                    <a:pt x="19" y="43"/>
                    <a:pt x="18" y="43"/>
                    <a:pt x="17" y="44"/>
                  </a:cubicBezTo>
                  <a:cubicBezTo>
                    <a:pt x="16" y="44"/>
                    <a:pt x="16" y="46"/>
                    <a:pt x="16" y="48"/>
                  </a:cubicBezTo>
                  <a:cubicBezTo>
                    <a:pt x="16" y="48"/>
                    <a:pt x="16" y="49"/>
                    <a:pt x="16" y="49"/>
                  </a:cubicBezTo>
                  <a:cubicBezTo>
                    <a:pt x="16" y="65"/>
                    <a:pt x="16" y="65"/>
                    <a:pt x="16" y="65"/>
                  </a:cubicBezTo>
                  <a:cubicBezTo>
                    <a:pt x="16" y="65"/>
                    <a:pt x="16" y="65"/>
                    <a:pt x="15" y="65"/>
                  </a:cubicBezTo>
                  <a:cubicBezTo>
                    <a:pt x="15" y="65"/>
                    <a:pt x="14" y="65"/>
                    <a:pt x="13" y="65"/>
                  </a:cubicBezTo>
                  <a:cubicBezTo>
                    <a:pt x="13" y="65"/>
                    <a:pt x="13" y="65"/>
                    <a:pt x="13" y="64"/>
                  </a:cubicBezTo>
                  <a:cubicBezTo>
                    <a:pt x="13" y="64"/>
                    <a:pt x="13" y="63"/>
                    <a:pt x="13" y="62"/>
                  </a:cubicBezTo>
                  <a:cubicBezTo>
                    <a:pt x="12" y="62"/>
                    <a:pt x="11" y="62"/>
                    <a:pt x="10" y="62"/>
                  </a:cubicBezTo>
                  <a:cubicBezTo>
                    <a:pt x="10" y="62"/>
                    <a:pt x="9" y="62"/>
                    <a:pt x="9" y="62"/>
                  </a:cubicBezTo>
                  <a:cubicBezTo>
                    <a:pt x="8" y="62"/>
                    <a:pt x="7" y="62"/>
                    <a:pt x="6" y="62"/>
                  </a:cubicBezTo>
                  <a:cubicBezTo>
                    <a:pt x="5" y="63"/>
                    <a:pt x="5" y="64"/>
                    <a:pt x="5" y="66"/>
                  </a:cubicBezTo>
                  <a:cubicBezTo>
                    <a:pt x="5" y="67"/>
                    <a:pt x="5" y="67"/>
                    <a:pt x="5" y="68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5" y="76"/>
                    <a:pt x="5" y="81"/>
                    <a:pt x="5" y="84"/>
                  </a:cubicBezTo>
                  <a:cubicBezTo>
                    <a:pt x="5" y="84"/>
                    <a:pt x="5" y="84"/>
                    <a:pt x="4" y="84"/>
                  </a:cubicBezTo>
                  <a:cubicBezTo>
                    <a:pt x="3" y="84"/>
                    <a:pt x="0" y="84"/>
                    <a:pt x="0" y="86"/>
                  </a:cubicBezTo>
                  <a:cubicBezTo>
                    <a:pt x="0" y="87"/>
                    <a:pt x="0" y="87"/>
                    <a:pt x="1" y="87"/>
                  </a:cubicBezTo>
                  <a:cubicBezTo>
                    <a:pt x="1" y="88"/>
                    <a:pt x="2" y="88"/>
                    <a:pt x="3" y="88"/>
                  </a:cubicBezTo>
                  <a:cubicBezTo>
                    <a:pt x="4" y="88"/>
                    <a:pt x="4" y="88"/>
                    <a:pt x="5" y="88"/>
                  </a:cubicBezTo>
                  <a:cubicBezTo>
                    <a:pt x="5" y="88"/>
                    <a:pt x="6" y="88"/>
                    <a:pt x="6" y="88"/>
                  </a:cubicBezTo>
                  <a:cubicBezTo>
                    <a:pt x="169" y="88"/>
                    <a:pt x="169" y="88"/>
                    <a:pt x="169" y="88"/>
                  </a:cubicBezTo>
                  <a:cubicBezTo>
                    <a:pt x="170" y="88"/>
                    <a:pt x="171" y="88"/>
                    <a:pt x="172" y="88"/>
                  </a:cubicBezTo>
                  <a:cubicBezTo>
                    <a:pt x="174" y="88"/>
                    <a:pt x="176" y="88"/>
                    <a:pt x="178" y="88"/>
                  </a:cubicBezTo>
                  <a:cubicBezTo>
                    <a:pt x="180" y="88"/>
                    <a:pt x="180" y="87"/>
                    <a:pt x="180" y="87"/>
                  </a:cubicBezTo>
                  <a:cubicBezTo>
                    <a:pt x="180" y="86"/>
                    <a:pt x="180" y="85"/>
                    <a:pt x="180" y="85"/>
                  </a:cubicBezTo>
                  <a:close/>
                  <a:moveTo>
                    <a:pt x="178" y="87"/>
                  </a:moveTo>
                  <a:cubicBezTo>
                    <a:pt x="176" y="87"/>
                    <a:pt x="174" y="87"/>
                    <a:pt x="172" y="87"/>
                  </a:cubicBezTo>
                  <a:cubicBezTo>
                    <a:pt x="171" y="87"/>
                    <a:pt x="170" y="87"/>
                    <a:pt x="169" y="87"/>
                  </a:cubicBezTo>
                  <a:cubicBezTo>
                    <a:pt x="6" y="87"/>
                    <a:pt x="6" y="87"/>
                    <a:pt x="6" y="87"/>
                  </a:cubicBezTo>
                  <a:cubicBezTo>
                    <a:pt x="6" y="87"/>
                    <a:pt x="5" y="87"/>
                    <a:pt x="5" y="87"/>
                  </a:cubicBezTo>
                  <a:cubicBezTo>
                    <a:pt x="3" y="87"/>
                    <a:pt x="2" y="87"/>
                    <a:pt x="1" y="87"/>
                  </a:cubicBezTo>
                  <a:cubicBezTo>
                    <a:pt x="1" y="87"/>
                    <a:pt x="1" y="87"/>
                    <a:pt x="1" y="86"/>
                  </a:cubicBezTo>
                  <a:cubicBezTo>
                    <a:pt x="1" y="85"/>
                    <a:pt x="2" y="85"/>
                    <a:pt x="3" y="85"/>
                  </a:cubicBezTo>
                  <a:cubicBezTo>
                    <a:pt x="3" y="85"/>
                    <a:pt x="4" y="85"/>
                    <a:pt x="4" y="85"/>
                  </a:cubicBezTo>
                  <a:cubicBezTo>
                    <a:pt x="5" y="85"/>
                    <a:pt x="5" y="85"/>
                    <a:pt x="6" y="85"/>
                  </a:cubicBezTo>
                  <a:cubicBezTo>
                    <a:pt x="6" y="85"/>
                    <a:pt x="6" y="85"/>
                    <a:pt x="6" y="85"/>
                  </a:cubicBezTo>
                  <a:cubicBezTo>
                    <a:pt x="6" y="81"/>
                    <a:pt x="6" y="76"/>
                    <a:pt x="6" y="72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7"/>
                    <a:pt x="6" y="67"/>
                    <a:pt x="6" y="66"/>
                  </a:cubicBezTo>
                  <a:cubicBezTo>
                    <a:pt x="6" y="65"/>
                    <a:pt x="6" y="63"/>
                    <a:pt x="7" y="63"/>
                  </a:cubicBezTo>
                  <a:cubicBezTo>
                    <a:pt x="7" y="62"/>
                    <a:pt x="8" y="63"/>
                    <a:pt x="9" y="63"/>
                  </a:cubicBezTo>
                  <a:cubicBezTo>
                    <a:pt x="9" y="63"/>
                    <a:pt x="10" y="63"/>
                    <a:pt x="10" y="63"/>
                  </a:cubicBezTo>
                  <a:cubicBezTo>
                    <a:pt x="11" y="62"/>
                    <a:pt x="12" y="62"/>
                    <a:pt x="12" y="63"/>
                  </a:cubicBezTo>
                  <a:cubicBezTo>
                    <a:pt x="12" y="63"/>
                    <a:pt x="12" y="64"/>
                    <a:pt x="12" y="64"/>
                  </a:cubicBezTo>
                  <a:cubicBezTo>
                    <a:pt x="12" y="65"/>
                    <a:pt x="12" y="65"/>
                    <a:pt x="12" y="66"/>
                  </a:cubicBezTo>
                  <a:cubicBezTo>
                    <a:pt x="12" y="66"/>
                    <a:pt x="12" y="66"/>
                    <a:pt x="13" y="66"/>
                  </a:cubicBezTo>
                  <a:cubicBezTo>
                    <a:pt x="13" y="66"/>
                    <a:pt x="14" y="66"/>
                    <a:pt x="15" y="66"/>
                  </a:cubicBezTo>
                  <a:cubicBezTo>
                    <a:pt x="16" y="66"/>
                    <a:pt x="16" y="66"/>
                    <a:pt x="17" y="66"/>
                  </a:cubicBezTo>
                  <a:cubicBezTo>
                    <a:pt x="17" y="66"/>
                    <a:pt x="17" y="66"/>
                    <a:pt x="17" y="66"/>
                  </a:cubicBezTo>
                  <a:cubicBezTo>
                    <a:pt x="17" y="66"/>
                    <a:pt x="17" y="66"/>
                    <a:pt x="17" y="66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7" y="49"/>
                    <a:pt x="17" y="48"/>
                    <a:pt x="17" y="48"/>
                  </a:cubicBezTo>
                  <a:cubicBezTo>
                    <a:pt x="17" y="47"/>
                    <a:pt x="17" y="45"/>
                    <a:pt x="18" y="44"/>
                  </a:cubicBezTo>
                  <a:cubicBezTo>
                    <a:pt x="18" y="44"/>
                    <a:pt x="19" y="44"/>
                    <a:pt x="20" y="44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125" y="44"/>
                    <a:pt x="125" y="44"/>
                    <a:pt x="125" y="44"/>
                  </a:cubicBezTo>
                  <a:cubicBezTo>
                    <a:pt x="125" y="44"/>
                    <a:pt x="126" y="44"/>
                    <a:pt x="126" y="45"/>
                  </a:cubicBezTo>
                  <a:cubicBezTo>
                    <a:pt x="126" y="65"/>
                    <a:pt x="126" y="65"/>
                    <a:pt x="126" y="65"/>
                  </a:cubicBezTo>
                  <a:cubicBezTo>
                    <a:pt x="107" y="65"/>
                    <a:pt x="107" y="65"/>
                    <a:pt x="107" y="65"/>
                  </a:cubicBezTo>
                  <a:cubicBezTo>
                    <a:pt x="107" y="65"/>
                    <a:pt x="106" y="65"/>
                    <a:pt x="106" y="66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06" y="85"/>
                    <a:pt x="107" y="85"/>
                    <a:pt x="107" y="85"/>
                  </a:cubicBezTo>
                  <a:cubicBezTo>
                    <a:pt x="166" y="85"/>
                    <a:pt x="166" y="85"/>
                    <a:pt x="166" y="85"/>
                  </a:cubicBezTo>
                  <a:cubicBezTo>
                    <a:pt x="166" y="85"/>
                    <a:pt x="166" y="85"/>
                    <a:pt x="166" y="85"/>
                  </a:cubicBezTo>
                  <a:cubicBezTo>
                    <a:pt x="166" y="65"/>
                    <a:pt x="166" y="65"/>
                    <a:pt x="166" y="65"/>
                  </a:cubicBezTo>
                  <a:cubicBezTo>
                    <a:pt x="166" y="65"/>
                    <a:pt x="166" y="65"/>
                    <a:pt x="166" y="65"/>
                  </a:cubicBezTo>
                  <a:cubicBezTo>
                    <a:pt x="128" y="65"/>
                    <a:pt x="128" y="65"/>
                    <a:pt x="128" y="65"/>
                  </a:cubicBezTo>
                  <a:cubicBezTo>
                    <a:pt x="128" y="45"/>
                    <a:pt x="128" y="45"/>
                    <a:pt x="128" y="45"/>
                  </a:cubicBezTo>
                  <a:cubicBezTo>
                    <a:pt x="128" y="43"/>
                    <a:pt x="126" y="42"/>
                    <a:pt x="125" y="42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3" y="6"/>
                    <a:pt x="53" y="6"/>
                    <a:pt x="53" y="5"/>
                  </a:cubicBezTo>
                  <a:cubicBezTo>
                    <a:pt x="53" y="3"/>
                    <a:pt x="53" y="1"/>
                    <a:pt x="54" y="1"/>
                  </a:cubicBezTo>
                  <a:cubicBezTo>
                    <a:pt x="54" y="1"/>
                    <a:pt x="55" y="1"/>
                    <a:pt x="56" y="1"/>
                  </a:cubicBezTo>
                  <a:cubicBezTo>
                    <a:pt x="56" y="1"/>
                    <a:pt x="57" y="1"/>
                    <a:pt x="57" y="1"/>
                  </a:cubicBezTo>
                  <a:cubicBezTo>
                    <a:pt x="165" y="1"/>
                    <a:pt x="165" y="1"/>
                    <a:pt x="165" y="1"/>
                  </a:cubicBezTo>
                  <a:cubicBezTo>
                    <a:pt x="166" y="1"/>
                    <a:pt x="166" y="1"/>
                    <a:pt x="167" y="2"/>
                  </a:cubicBezTo>
                  <a:cubicBezTo>
                    <a:pt x="167" y="2"/>
                    <a:pt x="167" y="3"/>
                    <a:pt x="167" y="3"/>
                  </a:cubicBezTo>
                  <a:cubicBezTo>
                    <a:pt x="167" y="4"/>
                    <a:pt x="167" y="31"/>
                    <a:pt x="167" y="64"/>
                  </a:cubicBezTo>
                  <a:cubicBezTo>
                    <a:pt x="167" y="73"/>
                    <a:pt x="167" y="81"/>
                    <a:pt x="167" y="85"/>
                  </a:cubicBezTo>
                  <a:cubicBezTo>
                    <a:pt x="167" y="85"/>
                    <a:pt x="167" y="85"/>
                    <a:pt x="168" y="85"/>
                  </a:cubicBezTo>
                  <a:cubicBezTo>
                    <a:pt x="174" y="85"/>
                    <a:pt x="174" y="85"/>
                    <a:pt x="174" y="85"/>
                  </a:cubicBezTo>
                  <a:cubicBezTo>
                    <a:pt x="175" y="85"/>
                    <a:pt x="175" y="85"/>
                    <a:pt x="175" y="85"/>
                  </a:cubicBezTo>
                  <a:cubicBezTo>
                    <a:pt x="177" y="85"/>
                    <a:pt x="178" y="85"/>
                    <a:pt x="179" y="86"/>
                  </a:cubicBezTo>
                  <a:cubicBezTo>
                    <a:pt x="179" y="86"/>
                    <a:pt x="179" y="86"/>
                    <a:pt x="179" y="86"/>
                  </a:cubicBezTo>
                  <a:cubicBezTo>
                    <a:pt x="179" y="87"/>
                    <a:pt x="179" y="87"/>
                    <a:pt x="178" y="8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9" name="Freeform 286"/>
            <p:cNvSpPr>
              <a:spLocks noEditPoints="1"/>
            </p:cNvSpPr>
            <p:nvPr userDrawn="1"/>
          </p:nvSpPr>
          <p:spPr bwMode="auto">
            <a:xfrm>
              <a:off x="11915775" y="4275138"/>
              <a:ext cx="14288" cy="160338"/>
            </a:xfrm>
            <a:custGeom>
              <a:avLst/>
              <a:gdLst>
                <a:gd name="T0" fmla="*/ 1 w 2"/>
                <a:gd name="T1" fmla="*/ 23 h 23"/>
                <a:gd name="T2" fmla="*/ 2 w 2"/>
                <a:gd name="T3" fmla="*/ 22 h 23"/>
                <a:gd name="T4" fmla="*/ 2 w 2"/>
                <a:gd name="T5" fmla="*/ 1 h 23"/>
                <a:gd name="T6" fmla="*/ 1 w 2"/>
                <a:gd name="T7" fmla="*/ 0 h 23"/>
                <a:gd name="T8" fmla="*/ 0 w 2"/>
                <a:gd name="T9" fmla="*/ 1 h 23"/>
                <a:gd name="T10" fmla="*/ 0 w 2"/>
                <a:gd name="T11" fmla="*/ 22 h 23"/>
                <a:gd name="T12" fmla="*/ 1 w 2"/>
                <a:gd name="T13" fmla="*/ 23 h 23"/>
                <a:gd name="T14" fmla="*/ 1 w 2"/>
                <a:gd name="T15" fmla="*/ 1 h 23"/>
                <a:gd name="T16" fmla="*/ 1 w 2"/>
                <a:gd name="T17" fmla="*/ 1 h 23"/>
                <a:gd name="T18" fmla="*/ 1 w 2"/>
                <a:gd name="T19" fmla="*/ 1 h 23"/>
                <a:gd name="T20" fmla="*/ 1 w 2"/>
                <a:gd name="T21" fmla="*/ 22 h 23"/>
                <a:gd name="T22" fmla="*/ 1 w 2"/>
                <a:gd name="T23" fmla="*/ 22 h 23"/>
                <a:gd name="T24" fmla="*/ 1 w 2"/>
                <a:gd name="T25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23">
                  <a:moveTo>
                    <a:pt x="1" y="23"/>
                  </a:moveTo>
                  <a:cubicBezTo>
                    <a:pt x="1" y="23"/>
                    <a:pt x="2" y="23"/>
                    <a:pt x="2" y="2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3"/>
                    <a:pt x="0" y="23"/>
                    <a:pt x="1" y="23"/>
                  </a:cubicBezTo>
                  <a:close/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22"/>
                    <a:pt x="1" y="22"/>
                    <a:pt x="1" y="22"/>
                  </a:cubicBezTo>
                  <a:cubicBezTo>
                    <a:pt x="1" y="22"/>
                    <a:pt x="1" y="22"/>
                    <a:pt x="1" y="22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0" name="Freeform 287"/>
            <p:cNvSpPr>
              <a:spLocks noEditPoints="1"/>
            </p:cNvSpPr>
            <p:nvPr userDrawn="1"/>
          </p:nvSpPr>
          <p:spPr bwMode="auto">
            <a:xfrm>
              <a:off x="11736388" y="4568825"/>
              <a:ext cx="12700" cy="90488"/>
            </a:xfrm>
            <a:custGeom>
              <a:avLst/>
              <a:gdLst>
                <a:gd name="T0" fmla="*/ 1 w 2"/>
                <a:gd name="T1" fmla="*/ 13 h 13"/>
                <a:gd name="T2" fmla="*/ 2 w 2"/>
                <a:gd name="T3" fmla="*/ 12 h 13"/>
                <a:gd name="T4" fmla="*/ 2 w 2"/>
                <a:gd name="T5" fmla="*/ 1 h 13"/>
                <a:gd name="T6" fmla="*/ 1 w 2"/>
                <a:gd name="T7" fmla="*/ 0 h 13"/>
                <a:gd name="T8" fmla="*/ 0 w 2"/>
                <a:gd name="T9" fmla="*/ 1 h 13"/>
                <a:gd name="T10" fmla="*/ 0 w 2"/>
                <a:gd name="T11" fmla="*/ 12 h 13"/>
                <a:gd name="T12" fmla="*/ 1 w 2"/>
                <a:gd name="T13" fmla="*/ 13 h 13"/>
                <a:gd name="T14" fmla="*/ 1 w 2"/>
                <a:gd name="T15" fmla="*/ 1 h 13"/>
                <a:gd name="T16" fmla="*/ 1 w 2"/>
                <a:gd name="T17" fmla="*/ 1 h 13"/>
                <a:gd name="T18" fmla="*/ 1 w 2"/>
                <a:gd name="T19" fmla="*/ 1 h 13"/>
                <a:gd name="T20" fmla="*/ 1 w 2"/>
                <a:gd name="T21" fmla="*/ 12 h 13"/>
                <a:gd name="T22" fmla="*/ 1 w 2"/>
                <a:gd name="T23" fmla="*/ 12 h 13"/>
                <a:gd name="T24" fmla="*/ 1 w 2"/>
                <a:gd name="T25" fmla="*/ 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13">
                  <a:moveTo>
                    <a:pt x="1" y="13"/>
                  </a:moveTo>
                  <a:cubicBezTo>
                    <a:pt x="2" y="13"/>
                    <a:pt x="2" y="13"/>
                    <a:pt x="2" y="1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3"/>
                    <a:pt x="0" y="13"/>
                    <a:pt x="1" y="13"/>
                  </a:cubicBezTo>
                  <a:close/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1" name="Freeform 288"/>
            <p:cNvSpPr>
              <a:spLocks noEditPoints="1"/>
            </p:cNvSpPr>
            <p:nvPr userDrawn="1"/>
          </p:nvSpPr>
          <p:spPr bwMode="auto">
            <a:xfrm>
              <a:off x="11845925" y="4476750"/>
              <a:ext cx="242888" cy="182563"/>
            </a:xfrm>
            <a:custGeom>
              <a:avLst/>
              <a:gdLst>
                <a:gd name="T0" fmla="*/ 35 w 35"/>
                <a:gd name="T1" fmla="*/ 0 h 26"/>
                <a:gd name="T2" fmla="*/ 0 w 35"/>
                <a:gd name="T3" fmla="*/ 0 h 26"/>
                <a:gd name="T4" fmla="*/ 0 w 35"/>
                <a:gd name="T5" fmla="*/ 1 h 26"/>
                <a:gd name="T6" fmla="*/ 0 w 35"/>
                <a:gd name="T7" fmla="*/ 25 h 26"/>
                <a:gd name="T8" fmla="*/ 0 w 35"/>
                <a:gd name="T9" fmla="*/ 26 h 26"/>
                <a:gd name="T10" fmla="*/ 35 w 35"/>
                <a:gd name="T11" fmla="*/ 26 h 26"/>
                <a:gd name="T12" fmla="*/ 35 w 35"/>
                <a:gd name="T13" fmla="*/ 25 h 26"/>
                <a:gd name="T14" fmla="*/ 35 w 35"/>
                <a:gd name="T15" fmla="*/ 1 h 26"/>
                <a:gd name="T16" fmla="*/ 35 w 35"/>
                <a:gd name="T17" fmla="*/ 0 h 26"/>
                <a:gd name="T18" fmla="*/ 34 w 35"/>
                <a:gd name="T19" fmla="*/ 25 h 26"/>
                <a:gd name="T20" fmla="*/ 1 w 35"/>
                <a:gd name="T21" fmla="*/ 25 h 26"/>
                <a:gd name="T22" fmla="*/ 1 w 35"/>
                <a:gd name="T23" fmla="*/ 1 h 26"/>
                <a:gd name="T24" fmla="*/ 34 w 35"/>
                <a:gd name="T25" fmla="*/ 1 h 26"/>
                <a:gd name="T26" fmla="*/ 34 w 35"/>
                <a:gd name="T27" fmla="*/ 25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5" h="26">
                  <a:moveTo>
                    <a:pt x="3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6"/>
                    <a:pt x="35" y="26"/>
                    <a:pt x="35" y="25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35" y="0"/>
                    <a:pt x="35" y="0"/>
                    <a:pt x="35" y="0"/>
                  </a:cubicBezTo>
                  <a:close/>
                  <a:moveTo>
                    <a:pt x="34" y="25"/>
                  </a:moveTo>
                  <a:cubicBezTo>
                    <a:pt x="1" y="25"/>
                    <a:pt x="1" y="25"/>
                    <a:pt x="1" y="25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34" y="1"/>
                    <a:pt x="34" y="1"/>
                    <a:pt x="34" y="1"/>
                  </a:cubicBezTo>
                  <a:lnTo>
                    <a:pt x="34" y="2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2" name="Freeform 289"/>
            <p:cNvSpPr>
              <a:spLocks noEditPoints="1"/>
            </p:cNvSpPr>
            <p:nvPr userDrawn="1"/>
          </p:nvSpPr>
          <p:spPr bwMode="auto">
            <a:xfrm>
              <a:off x="11804650" y="4275138"/>
              <a:ext cx="14288" cy="215900"/>
            </a:xfrm>
            <a:custGeom>
              <a:avLst/>
              <a:gdLst>
                <a:gd name="T0" fmla="*/ 1 w 2"/>
                <a:gd name="T1" fmla="*/ 0 h 31"/>
                <a:gd name="T2" fmla="*/ 0 w 2"/>
                <a:gd name="T3" fmla="*/ 2 h 31"/>
                <a:gd name="T4" fmla="*/ 0 w 2"/>
                <a:gd name="T5" fmla="*/ 30 h 31"/>
                <a:gd name="T6" fmla="*/ 1 w 2"/>
                <a:gd name="T7" fmla="*/ 31 h 31"/>
                <a:gd name="T8" fmla="*/ 2 w 2"/>
                <a:gd name="T9" fmla="*/ 30 h 31"/>
                <a:gd name="T10" fmla="*/ 2 w 2"/>
                <a:gd name="T11" fmla="*/ 2 h 31"/>
                <a:gd name="T12" fmla="*/ 1 w 2"/>
                <a:gd name="T13" fmla="*/ 0 h 31"/>
                <a:gd name="T14" fmla="*/ 1 w 2"/>
                <a:gd name="T15" fmla="*/ 30 h 31"/>
                <a:gd name="T16" fmla="*/ 1 w 2"/>
                <a:gd name="T17" fmla="*/ 30 h 31"/>
                <a:gd name="T18" fmla="*/ 1 w 2"/>
                <a:gd name="T19" fmla="*/ 2 h 31"/>
                <a:gd name="T20" fmla="*/ 1 w 2"/>
                <a:gd name="T21" fmla="*/ 1 h 31"/>
                <a:gd name="T22" fmla="*/ 1 w 2"/>
                <a:gd name="T23" fmla="*/ 2 h 31"/>
                <a:gd name="T24" fmla="*/ 1 w 2"/>
                <a:gd name="T25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31">
                  <a:moveTo>
                    <a:pt x="1" y="0"/>
                  </a:moveTo>
                  <a:cubicBezTo>
                    <a:pt x="0" y="0"/>
                    <a:pt x="0" y="1"/>
                    <a:pt x="0" y="2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1"/>
                    <a:pt x="0" y="31"/>
                    <a:pt x="1" y="31"/>
                  </a:cubicBezTo>
                  <a:cubicBezTo>
                    <a:pt x="2" y="31"/>
                    <a:pt x="2" y="31"/>
                    <a:pt x="2" y="30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0"/>
                    <a:pt x="1" y="0"/>
                  </a:cubicBezTo>
                  <a:close/>
                  <a:moveTo>
                    <a:pt x="1" y="30"/>
                  </a:moveTo>
                  <a:cubicBezTo>
                    <a:pt x="1" y="30"/>
                    <a:pt x="1" y="30"/>
                    <a:pt x="1" y="3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2"/>
                  </a:cubicBezTo>
                  <a:lnTo>
                    <a:pt x="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3" name="Freeform 290"/>
            <p:cNvSpPr>
              <a:spLocks noEditPoints="1"/>
            </p:cNvSpPr>
            <p:nvPr userDrawn="1"/>
          </p:nvSpPr>
          <p:spPr bwMode="auto">
            <a:xfrm>
              <a:off x="11542713" y="4568825"/>
              <a:ext cx="20638" cy="133350"/>
            </a:xfrm>
            <a:custGeom>
              <a:avLst/>
              <a:gdLst>
                <a:gd name="T0" fmla="*/ 2 w 3"/>
                <a:gd name="T1" fmla="*/ 19 h 19"/>
                <a:gd name="T2" fmla="*/ 3 w 3"/>
                <a:gd name="T3" fmla="*/ 18 h 19"/>
                <a:gd name="T4" fmla="*/ 3 w 3"/>
                <a:gd name="T5" fmla="*/ 1 h 19"/>
                <a:gd name="T6" fmla="*/ 2 w 3"/>
                <a:gd name="T7" fmla="*/ 0 h 19"/>
                <a:gd name="T8" fmla="*/ 0 w 3"/>
                <a:gd name="T9" fmla="*/ 1 h 19"/>
                <a:gd name="T10" fmla="*/ 0 w 3"/>
                <a:gd name="T11" fmla="*/ 18 h 19"/>
                <a:gd name="T12" fmla="*/ 2 w 3"/>
                <a:gd name="T13" fmla="*/ 19 h 19"/>
                <a:gd name="T14" fmla="*/ 1 w 3"/>
                <a:gd name="T15" fmla="*/ 1 h 19"/>
                <a:gd name="T16" fmla="*/ 2 w 3"/>
                <a:gd name="T17" fmla="*/ 1 h 19"/>
                <a:gd name="T18" fmla="*/ 2 w 3"/>
                <a:gd name="T19" fmla="*/ 1 h 19"/>
                <a:gd name="T20" fmla="*/ 2 w 3"/>
                <a:gd name="T21" fmla="*/ 18 h 19"/>
                <a:gd name="T22" fmla="*/ 1 w 3"/>
                <a:gd name="T23" fmla="*/ 18 h 19"/>
                <a:gd name="T24" fmla="*/ 1 w 3"/>
                <a:gd name="T25" fmla="*/ 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" h="19">
                  <a:moveTo>
                    <a:pt x="2" y="19"/>
                  </a:moveTo>
                  <a:cubicBezTo>
                    <a:pt x="2" y="19"/>
                    <a:pt x="3" y="19"/>
                    <a:pt x="3" y="18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9"/>
                    <a:pt x="1" y="19"/>
                    <a:pt x="2" y="19"/>
                  </a:cubicBezTo>
                  <a:close/>
                  <a:moveTo>
                    <a:pt x="1" y="1"/>
                  </a:moveTo>
                  <a:cubicBezTo>
                    <a:pt x="1" y="1"/>
                    <a:pt x="1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2" y="18"/>
                    <a:pt x="1" y="18"/>
                    <a:pt x="1" y="18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4" name="Freeform 291"/>
            <p:cNvSpPr>
              <a:spLocks noEditPoints="1"/>
            </p:cNvSpPr>
            <p:nvPr userDrawn="1"/>
          </p:nvSpPr>
          <p:spPr bwMode="auto">
            <a:xfrm>
              <a:off x="11363325" y="4275138"/>
              <a:ext cx="12700" cy="215900"/>
            </a:xfrm>
            <a:custGeom>
              <a:avLst/>
              <a:gdLst>
                <a:gd name="T0" fmla="*/ 1 w 2"/>
                <a:gd name="T1" fmla="*/ 0 h 31"/>
                <a:gd name="T2" fmla="*/ 0 w 2"/>
                <a:gd name="T3" fmla="*/ 2 h 31"/>
                <a:gd name="T4" fmla="*/ 0 w 2"/>
                <a:gd name="T5" fmla="*/ 30 h 31"/>
                <a:gd name="T6" fmla="*/ 1 w 2"/>
                <a:gd name="T7" fmla="*/ 31 h 31"/>
                <a:gd name="T8" fmla="*/ 2 w 2"/>
                <a:gd name="T9" fmla="*/ 30 h 31"/>
                <a:gd name="T10" fmla="*/ 2 w 2"/>
                <a:gd name="T11" fmla="*/ 2 h 31"/>
                <a:gd name="T12" fmla="*/ 1 w 2"/>
                <a:gd name="T13" fmla="*/ 0 h 31"/>
                <a:gd name="T14" fmla="*/ 2 w 2"/>
                <a:gd name="T15" fmla="*/ 30 h 31"/>
                <a:gd name="T16" fmla="*/ 1 w 2"/>
                <a:gd name="T17" fmla="*/ 30 h 31"/>
                <a:gd name="T18" fmla="*/ 1 w 2"/>
                <a:gd name="T19" fmla="*/ 2 h 31"/>
                <a:gd name="T20" fmla="*/ 1 w 2"/>
                <a:gd name="T21" fmla="*/ 1 h 31"/>
                <a:gd name="T22" fmla="*/ 2 w 2"/>
                <a:gd name="T23" fmla="*/ 2 h 31"/>
                <a:gd name="T24" fmla="*/ 2 w 2"/>
                <a:gd name="T25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31">
                  <a:moveTo>
                    <a:pt x="1" y="0"/>
                  </a:moveTo>
                  <a:cubicBezTo>
                    <a:pt x="1" y="0"/>
                    <a:pt x="0" y="1"/>
                    <a:pt x="0" y="2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1"/>
                    <a:pt x="1" y="31"/>
                    <a:pt x="1" y="31"/>
                  </a:cubicBezTo>
                  <a:cubicBezTo>
                    <a:pt x="2" y="31"/>
                    <a:pt x="2" y="31"/>
                    <a:pt x="2" y="30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0"/>
                    <a:pt x="1" y="0"/>
                  </a:cubicBezTo>
                  <a:close/>
                  <a:moveTo>
                    <a:pt x="2" y="30"/>
                  </a:moveTo>
                  <a:cubicBezTo>
                    <a:pt x="2" y="30"/>
                    <a:pt x="1" y="30"/>
                    <a:pt x="1" y="3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2" y="1"/>
                    <a:pt x="2" y="2"/>
                  </a:cubicBezTo>
                  <a:lnTo>
                    <a:pt x="2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5" name="Freeform 292"/>
            <p:cNvSpPr>
              <a:spLocks noEditPoints="1"/>
            </p:cNvSpPr>
            <p:nvPr userDrawn="1"/>
          </p:nvSpPr>
          <p:spPr bwMode="auto">
            <a:xfrm>
              <a:off x="11425238" y="4589463"/>
              <a:ext cx="61913" cy="112713"/>
            </a:xfrm>
            <a:custGeom>
              <a:avLst/>
              <a:gdLst>
                <a:gd name="T0" fmla="*/ 1 w 9"/>
                <a:gd name="T1" fmla="*/ 16 h 16"/>
                <a:gd name="T2" fmla="*/ 8 w 9"/>
                <a:gd name="T3" fmla="*/ 16 h 16"/>
                <a:gd name="T4" fmla="*/ 9 w 9"/>
                <a:gd name="T5" fmla="*/ 15 h 16"/>
                <a:gd name="T6" fmla="*/ 9 w 9"/>
                <a:gd name="T7" fmla="*/ 1 h 16"/>
                <a:gd name="T8" fmla="*/ 8 w 9"/>
                <a:gd name="T9" fmla="*/ 0 h 16"/>
                <a:gd name="T10" fmla="*/ 1 w 9"/>
                <a:gd name="T11" fmla="*/ 0 h 16"/>
                <a:gd name="T12" fmla="*/ 0 w 9"/>
                <a:gd name="T13" fmla="*/ 1 h 16"/>
                <a:gd name="T14" fmla="*/ 0 w 9"/>
                <a:gd name="T15" fmla="*/ 15 h 16"/>
                <a:gd name="T16" fmla="*/ 1 w 9"/>
                <a:gd name="T17" fmla="*/ 16 h 16"/>
                <a:gd name="T18" fmla="*/ 1 w 9"/>
                <a:gd name="T19" fmla="*/ 1 h 16"/>
                <a:gd name="T20" fmla="*/ 8 w 9"/>
                <a:gd name="T21" fmla="*/ 1 h 16"/>
                <a:gd name="T22" fmla="*/ 8 w 9"/>
                <a:gd name="T23" fmla="*/ 15 h 16"/>
                <a:gd name="T24" fmla="*/ 1 w 9"/>
                <a:gd name="T25" fmla="*/ 15 h 16"/>
                <a:gd name="T26" fmla="*/ 1 w 9"/>
                <a:gd name="T27" fmla="*/ 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" h="16">
                  <a:moveTo>
                    <a:pt x="1" y="16"/>
                  </a:moveTo>
                  <a:cubicBezTo>
                    <a:pt x="8" y="16"/>
                    <a:pt x="8" y="16"/>
                    <a:pt x="8" y="16"/>
                  </a:cubicBezTo>
                  <a:cubicBezTo>
                    <a:pt x="8" y="16"/>
                    <a:pt x="9" y="15"/>
                    <a:pt x="9" y="15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8" y="0"/>
                    <a:pt x="8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5"/>
                    <a:pt x="0" y="16"/>
                    <a:pt x="1" y="16"/>
                  </a:cubicBezTo>
                  <a:close/>
                  <a:moveTo>
                    <a:pt x="1" y="1"/>
                  </a:moveTo>
                  <a:cubicBezTo>
                    <a:pt x="8" y="1"/>
                    <a:pt x="8" y="1"/>
                    <a:pt x="8" y="1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1" y="15"/>
                    <a:pt x="1" y="15"/>
                    <a:pt x="1" y="15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6" name="Freeform 293"/>
            <p:cNvSpPr>
              <a:spLocks noEditPoints="1"/>
            </p:cNvSpPr>
            <p:nvPr userDrawn="1"/>
          </p:nvSpPr>
          <p:spPr bwMode="auto">
            <a:xfrm>
              <a:off x="11695113" y="4275138"/>
              <a:ext cx="12700" cy="215900"/>
            </a:xfrm>
            <a:custGeom>
              <a:avLst/>
              <a:gdLst>
                <a:gd name="T0" fmla="*/ 1 w 2"/>
                <a:gd name="T1" fmla="*/ 0 h 31"/>
                <a:gd name="T2" fmla="*/ 0 w 2"/>
                <a:gd name="T3" fmla="*/ 2 h 31"/>
                <a:gd name="T4" fmla="*/ 0 w 2"/>
                <a:gd name="T5" fmla="*/ 30 h 31"/>
                <a:gd name="T6" fmla="*/ 1 w 2"/>
                <a:gd name="T7" fmla="*/ 31 h 31"/>
                <a:gd name="T8" fmla="*/ 2 w 2"/>
                <a:gd name="T9" fmla="*/ 30 h 31"/>
                <a:gd name="T10" fmla="*/ 2 w 2"/>
                <a:gd name="T11" fmla="*/ 2 h 31"/>
                <a:gd name="T12" fmla="*/ 1 w 2"/>
                <a:gd name="T13" fmla="*/ 0 h 31"/>
                <a:gd name="T14" fmla="*/ 1 w 2"/>
                <a:gd name="T15" fmla="*/ 30 h 31"/>
                <a:gd name="T16" fmla="*/ 1 w 2"/>
                <a:gd name="T17" fmla="*/ 30 h 31"/>
                <a:gd name="T18" fmla="*/ 1 w 2"/>
                <a:gd name="T19" fmla="*/ 2 h 31"/>
                <a:gd name="T20" fmla="*/ 1 w 2"/>
                <a:gd name="T21" fmla="*/ 1 h 31"/>
                <a:gd name="T22" fmla="*/ 1 w 2"/>
                <a:gd name="T23" fmla="*/ 2 h 31"/>
                <a:gd name="T24" fmla="*/ 1 w 2"/>
                <a:gd name="T25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31">
                  <a:moveTo>
                    <a:pt x="1" y="0"/>
                  </a:moveTo>
                  <a:cubicBezTo>
                    <a:pt x="0" y="0"/>
                    <a:pt x="0" y="1"/>
                    <a:pt x="0" y="2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1"/>
                    <a:pt x="0" y="31"/>
                    <a:pt x="1" y="31"/>
                  </a:cubicBezTo>
                  <a:cubicBezTo>
                    <a:pt x="2" y="31"/>
                    <a:pt x="2" y="31"/>
                    <a:pt x="2" y="30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0"/>
                    <a:pt x="1" y="0"/>
                  </a:cubicBezTo>
                  <a:close/>
                  <a:moveTo>
                    <a:pt x="1" y="30"/>
                  </a:moveTo>
                  <a:cubicBezTo>
                    <a:pt x="1" y="30"/>
                    <a:pt x="1" y="30"/>
                    <a:pt x="1" y="3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2"/>
                  </a:cubicBezTo>
                  <a:lnTo>
                    <a:pt x="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7" name="Freeform 294"/>
            <p:cNvSpPr>
              <a:spLocks noEditPoints="1"/>
            </p:cNvSpPr>
            <p:nvPr userDrawn="1"/>
          </p:nvSpPr>
          <p:spPr bwMode="auto">
            <a:xfrm>
              <a:off x="11583988" y="4275138"/>
              <a:ext cx="14288" cy="215900"/>
            </a:xfrm>
            <a:custGeom>
              <a:avLst/>
              <a:gdLst>
                <a:gd name="T0" fmla="*/ 1 w 2"/>
                <a:gd name="T1" fmla="*/ 0 h 31"/>
                <a:gd name="T2" fmla="*/ 0 w 2"/>
                <a:gd name="T3" fmla="*/ 2 h 31"/>
                <a:gd name="T4" fmla="*/ 0 w 2"/>
                <a:gd name="T5" fmla="*/ 30 h 31"/>
                <a:gd name="T6" fmla="*/ 1 w 2"/>
                <a:gd name="T7" fmla="*/ 31 h 31"/>
                <a:gd name="T8" fmla="*/ 2 w 2"/>
                <a:gd name="T9" fmla="*/ 30 h 31"/>
                <a:gd name="T10" fmla="*/ 2 w 2"/>
                <a:gd name="T11" fmla="*/ 2 h 31"/>
                <a:gd name="T12" fmla="*/ 1 w 2"/>
                <a:gd name="T13" fmla="*/ 0 h 31"/>
                <a:gd name="T14" fmla="*/ 1 w 2"/>
                <a:gd name="T15" fmla="*/ 30 h 31"/>
                <a:gd name="T16" fmla="*/ 1 w 2"/>
                <a:gd name="T17" fmla="*/ 30 h 31"/>
                <a:gd name="T18" fmla="*/ 1 w 2"/>
                <a:gd name="T19" fmla="*/ 2 h 31"/>
                <a:gd name="T20" fmla="*/ 1 w 2"/>
                <a:gd name="T21" fmla="*/ 1 h 31"/>
                <a:gd name="T22" fmla="*/ 1 w 2"/>
                <a:gd name="T23" fmla="*/ 2 h 31"/>
                <a:gd name="T24" fmla="*/ 1 w 2"/>
                <a:gd name="T25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31">
                  <a:moveTo>
                    <a:pt x="1" y="0"/>
                  </a:moveTo>
                  <a:cubicBezTo>
                    <a:pt x="1" y="0"/>
                    <a:pt x="0" y="1"/>
                    <a:pt x="0" y="2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1"/>
                    <a:pt x="1" y="31"/>
                    <a:pt x="1" y="31"/>
                  </a:cubicBezTo>
                  <a:cubicBezTo>
                    <a:pt x="2" y="31"/>
                    <a:pt x="2" y="31"/>
                    <a:pt x="2" y="30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0"/>
                    <a:pt x="1" y="0"/>
                  </a:cubicBezTo>
                  <a:close/>
                  <a:moveTo>
                    <a:pt x="1" y="30"/>
                  </a:moveTo>
                  <a:cubicBezTo>
                    <a:pt x="1" y="30"/>
                    <a:pt x="1" y="30"/>
                    <a:pt x="1" y="3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2"/>
                  </a:cubicBezTo>
                  <a:lnTo>
                    <a:pt x="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8" name="Freeform 295"/>
            <p:cNvSpPr>
              <a:spLocks noEditPoints="1"/>
            </p:cNvSpPr>
            <p:nvPr userDrawn="1"/>
          </p:nvSpPr>
          <p:spPr bwMode="auto">
            <a:xfrm>
              <a:off x="11472863" y="4275138"/>
              <a:ext cx="14288" cy="215900"/>
            </a:xfrm>
            <a:custGeom>
              <a:avLst/>
              <a:gdLst>
                <a:gd name="T0" fmla="*/ 1 w 2"/>
                <a:gd name="T1" fmla="*/ 0 h 31"/>
                <a:gd name="T2" fmla="*/ 0 w 2"/>
                <a:gd name="T3" fmla="*/ 2 h 31"/>
                <a:gd name="T4" fmla="*/ 0 w 2"/>
                <a:gd name="T5" fmla="*/ 30 h 31"/>
                <a:gd name="T6" fmla="*/ 1 w 2"/>
                <a:gd name="T7" fmla="*/ 31 h 31"/>
                <a:gd name="T8" fmla="*/ 2 w 2"/>
                <a:gd name="T9" fmla="*/ 30 h 31"/>
                <a:gd name="T10" fmla="*/ 2 w 2"/>
                <a:gd name="T11" fmla="*/ 2 h 31"/>
                <a:gd name="T12" fmla="*/ 1 w 2"/>
                <a:gd name="T13" fmla="*/ 0 h 31"/>
                <a:gd name="T14" fmla="*/ 1 w 2"/>
                <a:gd name="T15" fmla="*/ 30 h 31"/>
                <a:gd name="T16" fmla="*/ 1 w 2"/>
                <a:gd name="T17" fmla="*/ 30 h 31"/>
                <a:gd name="T18" fmla="*/ 1 w 2"/>
                <a:gd name="T19" fmla="*/ 2 h 31"/>
                <a:gd name="T20" fmla="*/ 1 w 2"/>
                <a:gd name="T21" fmla="*/ 1 h 31"/>
                <a:gd name="T22" fmla="*/ 1 w 2"/>
                <a:gd name="T23" fmla="*/ 2 h 31"/>
                <a:gd name="T24" fmla="*/ 1 w 2"/>
                <a:gd name="T25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31">
                  <a:moveTo>
                    <a:pt x="1" y="0"/>
                  </a:moveTo>
                  <a:cubicBezTo>
                    <a:pt x="1" y="0"/>
                    <a:pt x="0" y="1"/>
                    <a:pt x="0" y="2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1"/>
                    <a:pt x="1" y="31"/>
                    <a:pt x="1" y="31"/>
                  </a:cubicBezTo>
                  <a:cubicBezTo>
                    <a:pt x="2" y="31"/>
                    <a:pt x="2" y="31"/>
                    <a:pt x="2" y="30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0"/>
                    <a:pt x="1" y="0"/>
                  </a:cubicBezTo>
                  <a:close/>
                  <a:moveTo>
                    <a:pt x="1" y="30"/>
                  </a:moveTo>
                  <a:cubicBezTo>
                    <a:pt x="1" y="30"/>
                    <a:pt x="1" y="30"/>
                    <a:pt x="1" y="3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2"/>
                  </a:cubicBezTo>
                  <a:lnTo>
                    <a:pt x="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9" name="Freeform 296"/>
            <p:cNvSpPr>
              <a:spLocks noEditPoints="1"/>
            </p:cNvSpPr>
            <p:nvPr userDrawn="1"/>
          </p:nvSpPr>
          <p:spPr bwMode="auto">
            <a:xfrm>
              <a:off x="11064875" y="4799013"/>
              <a:ext cx="560388" cy="22225"/>
            </a:xfrm>
            <a:custGeom>
              <a:avLst/>
              <a:gdLst>
                <a:gd name="T0" fmla="*/ 80 w 81"/>
                <a:gd name="T1" fmla="*/ 0 h 3"/>
                <a:gd name="T2" fmla="*/ 1 w 81"/>
                <a:gd name="T3" fmla="*/ 0 h 3"/>
                <a:gd name="T4" fmla="*/ 0 w 81"/>
                <a:gd name="T5" fmla="*/ 0 h 3"/>
                <a:gd name="T6" fmla="*/ 0 w 81"/>
                <a:gd name="T7" fmla="*/ 3 h 3"/>
                <a:gd name="T8" fmla="*/ 1 w 81"/>
                <a:gd name="T9" fmla="*/ 3 h 3"/>
                <a:gd name="T10" fmla="*/ 80 w 81"/>
                <a:gd name="T11" fmla="*/ 3 h 3"/>
                <a:gd name="T12" fmla="*/ 81 w 81"/>
                <a:gd name="T13" fmla="*/ 3 h 3"/>
                <a:gd name="T14" fmla="*/ 81 w 81"/>
                <a:gd name="T15" fmla="*/ 0 h 3"/>
                <a:gd name="T16" fmla="*/ 80 w 81"/>
                <a:gd name="T17" fmla="*/ 0 h 3"/>
                <a:gd name="T18" fmla="*/ 80 w 81"/>
                <a:gd name="T19" fmla="*/ 2 h 3"/>
                <a:gd name="T20" fmla="*/ 1 w 81"/>
                <a:gd name="T21" fmla="*/ 2 h 3"/>
                <a:gd name="T22" fmla="*/ 1 w 81"/>
                <a:gd name="T23" fmla="*/ 1 h 3"/>
                <a:gd name="T24" fmla="*/ 80 w 81"/>
                <a:gd name="T25" fmla="*/ 1 h 3"/>
                <a:gd name="T26" fmla="*/ 80 w 81"/>
                <a:gd name="T2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1" h="3">
                  <a:moveTo>
                    <a:pt x="80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1" y="3"/>
                  </a:cubicBezTo>
                  <a:cubicBezTo>
                    <a:pt x="80" y="3"/>
                    <a:pt x="80" y="3"/>
                    <a:pt x="80" y="3"/>
                  </a:cubicBezTo>
                  <a:cubicBezTo>
                    <a:pt x="81" y="3"/>
                    <a:pt x="81" y="3"/>
                    <a:pt x="81" y="3"/>
                  </a:cubicBez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81" y="0"/>
                    <a:pt x="80" y="0"/>
                  </a:cubicBezTo>
                  <a:close/>
                  <a:moveTo>
                    <a:pt x="80" y="2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80" y="1"/>
                    <a:pt x="80" y="1"/>
                    <a:pt x="80" y="1"/>
                  </a:cubicBezTo>
                  <a:lnTo>
                    <a:pt x="80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0" name="Freeform 297"/>
            <p:cNvSpPr>
              <a:spLocks noEditPoints="1"/>
            </p:cNvSpPr>
            <p:nvPr userDrawn="1"/>
          </p:nvSpPr>
          <p:spPr bwMode="auto">
            <a:xfrm>
              <a:off x="11639550" y="4568825"/>
              <a:ext cx="12700" cy="133350"/>
            </a:xfrm>
            <a:custGeom>
              <a:avLst/>
              <a:gdLst>
                <a:gd name="T0" fmla="*/ 1 w 2"/>
                <a:gd name="T1" fmla="*/ 0 h 19"/>
                <a:gd name="T2" fmla="*/ 0 w 2"/>
                <a:gd name="T3" fmla="*/ 1 h 19"/>
                <a:gd name="T4" fmla="*/ 0 w 2"/>
                <a:gd name="T5" fmla="*/ 18 h 19"/>
                <a:gd name="T6" fmla="*/ 1 w 2"/>
                <a:gd name="T7" fmla="*/ 19 h 19"/>
                <a:gd name="T8" fmla="*/ 2 w 2"/>
                <a:gd name="T9" fmla="*/ 18 h 19"/>
                <a:gd name="T10" fmla="*/ 2 w 2"/>
                <a:gd name="T11" fmla="*/ 1 h 19"/>
                <a:gd name="T12" fmla="*/ 1 w 2"/>
                <a:gd name="T13" fmla="*/ 0 h 19"/>
                <a:gd name="T14" fmla="*/ 1 w 2"/>
                <a:gd name="T15" fmla="*/ 18 h 19"/>
                <a:gd name="T16" fmla="*/ 1 w 2"/>
                <a:gd name="T17" fmla="*/ 18 h 19"/>
                <a:gd name="T18" fmla="*/ 1 w 2"/>
                <a:gd name="T19" fmla="*/ 1 h 19"/>
                <a:gd name="T20" fmla="*/ 1 w 2"/>
                <a:gd name="T21" fmla="*/ 1 h 19"/>
                <a:gd name="T22" fmla="*/ 1 w 2"/>
                <a:gd name="T23" fmla="*/ 1 h 19"/>
                <a:gd name="T24" fmla="*/ 1 w 2"/>
                <a:gd name="T25" fmla="*/ 1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19">
                  <a:moveTo>
                    <a:pt x="1" y="0"/>
                  </a:move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9"/>
                    <a:pt x="1" y="19"/>
                    <a:pt x="1" y="19"/>
                  </a:cubicBezTo>
                  <a:cubicBezTo>
                    <a:pt x="2" y="19"/>
                    <a:pt x="2" y="19"/>
                    <a:pt x="2" y="18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1" y="0"/>
                  </a:cubicBezTo>
                  <a:close/>
                  <a:moveTo>
                    <a:pt x="1" y="18"/>
                  </a:moveTo>
                  <a:cubicBezTo>
                    <a:pt x="1" y="18"/>
                    <a:pt x="1" y="18"/>
                    <a:pt x="1" y="18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lnTo>
                    <a:pt x="1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1" name="Freeform 298"/>
            <p:cNvSpPr>
              <a:spLocks noEditPoints="1"/>
            </p:cNvSpPr>
            <p:nvPr userDrawn="1"/>
          </p:nvSpPr>
          <p:spPr bwMode="auto">
            <a:xfrm>
              <a:off x="11064875" y="4743450"/>
              <a:ext cx="484188" cy="28575"/>
            </a:xfrm>
            <a:custGeom>
              <a:avLst/>
              <a:gdLst>
                <a:gd name="T0" fmla="*/ 1 w 70"/>
                <a:gd name="T1" fmla="*/ 4 h 4"/>
                <a:gd name="T2" fmla="*/ 70 w 70"/>
                <a:gd name="T3" fmla="*/ 4 h 4"/>
                <a:gd name="T4" fmla="*/ 70 w 70"/>
                <a:gd name="T5" fmla="*/ 4 h 4"/>
                <a:gd name="T6" fmla="*/ 70 w 70"/>
                <a:gd name="T7" fmla="*/ 1 h 4"/>
                <a:gd name="T8" fmla="*/ 70 w 70"/>
                <a:gd name="T9" fmla="*/ 0 h 4"/>
                <a:gd name="T10" fmla="*/ 1 w 70"/>
                <a:gd name="T11" fmla="*/ 0 h 4"/>
                <a:gd name="T12" fmla="*/ 0 w 70"/>
                <a:gd name="T13" fmla="*/ 1 h 4"/>
                <a:gd name="T14" fmla="*/ 0 w 70"/>
                <a:gd name="T15" fmla="*/ 4 h 4"/>
                <a:gd name="T16" fmla="*/ 1 w 70"/>
                <a:gd name="T17" fmla="*/ 4 h 4"/>
                <a:gd name="T18" fmla="*/ 1 w 70"/>
                <a:gd name="T19" fmla="*/ 1 h 4"/>
                <a:gd name="T20" fmla="*/ 69 w 70"/>
                <a:gd name="T21" fmla="*/ 1 h 4"/>
                <a:gd name="T22" fmla="*/ 69 w 70"/>
                <a:gd name="T23" fmla="*/ 3 h 4"/>
                <a:gd name="T24" fmla="*/ 1 w 70"/>
                <a:gd name="T25" fmla="*/ 3 h 4"/>
                <a:gd name="T26" fmla="*/ 1 w 70"/>
                <a:gd name="T2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4">
                  <a:moveTo>
                    <a:pt x="1" y="4"/>
                  </a:moveTo>
                  <a:cubicBezTo>
                    <a:pt x="70" y="4"/>
                    <a:pt x="70" y="4"/>
                    <a:pt x="70" y="4"/>
                  </a:cubicBezTo>
                  <a:cubicBezTo>
                    <a:pt x="70" y="4"/>
                    <a:pt x="70" y="4"/>
                    <a:pt x="70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0" y="1"/>
                    <a:pt x="70" y="0"/>
                    <a:pt x="7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1" y="4"/>
                  </a:cubicBezTo>
                  <a:close/>
                  <a:moveTo>
                    <a:pt x="1" y="1"/>
                  </a:moveTo>
                  <a:cubicBezTo>
                    <a:pt x="69" y="1"/>
                    <a:pt x="69" y="1"/>
                    <a:pt x="69" y="1"/>
                  </a:cubicBezTo>
                  <a:cubicBezTo>
                    <a:pt x="69" y="3"/>
                    <a:pt x="69" y="3"/>
                    <a:pt x="69" y="3"/>
                  </a:cubicBezTo>
                  <a:cubicBezTo>
                    <a:pt x="1" y="3"/>
                    <a:pt x="1" y="3"/>
                    <a:pt x="1" y="3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2" name="Freeform 299"/>
            <p:cNvSpPr>
              <a:spLocks noEditPoints="1"/>
            </p:cNvSpPr>
            <p:nvPr userDrawn="1"/>
          </p:nvSpPr>
          <p:spPr bwMode="auto">
            <a:xfrm>
              <a:off x="12026900" y="4275138"/>
              <a:ext cx="12700" cy="160338"/>
            </a:xfrm>
            <a:custGeom>
              <a:avLst/>
              <a:gdLst>
                <a:gd name="T0" fmla="*/ 1 w 2"/>
                <a:gd name="T1" fmla="*/ 23 h 23"/>
                <a:gd name="T2" fmla="*/ 2 w 2"/>
                <a:gd name="T3" fmla="*/ 22 h 23"/>
                <a:gd name="T4" fmla="*/ 2 w 2"/>
                <a:gd name="T5" fmla="*/ 1 h 23"/>
                <a:gd name="T6" fmla="*/ 1 w 2"/>
                <a:gd name="T7" fmla="*/ 0 h 23"/>
                <a:gd name="T8" fmla="*/ 0 w 2"/>
                <a:gd name="T9" fmla="*/ 1 h 23"/>
                <a:gd name="T10" fmla="*/ 0 w 2"/>
                <a:gd name="T11" fmla="*/ 22 h 23"/>
                <a:gd name="T12" fmla="*/ 1 w 2"/>
                <a:gd name="T13" fmla="*/ 23 h 23"/>
                <a:gd name="T14" fmla="*/ 1 w 2"/>
                <a:gd name="T15" fmla="*/ 1 h 23"/>
                <a:gd name="T16" fmla="*/ 1 w 2"/>
                <a:gd name="T17" fmla="*/ 1 h 23"/>
                <a:gd name="T18" fmla="*/ 1 w 2"/>
                <a:gd name="T19" fmla="*/ 1 h 23"/>
                <a:gd name="T20" fmla="*/ 1 w 2"/>
                <a:gd name="T21" fmla="*/ 22 h 23"/>
                <a:gd name="T22" fmla="*/ 1 w 2"/>
                <a:gd name="T23" fmla="*/ 22 h 23"/>
                <a:gd name="T24" fmla="*/ 1 w 2"/>
                <a:gd name="T25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23">
                  <a:moveTo>
                    <a:pt x="1" y="23"/>
                  </a:moveTo>
                  <a:cubicBezTo>
                    <a:pt x="1" y="23"/>
                    <a:pt x="2" y="23"/>
                    <a:pt x="2" y="2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3"/>
                    <a:pt x="0" y="23"/>
                    <a:pt x="1" y="23"/>
                  </a:cubicBezTo>
                  <a:close/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22"/>
                    <a:pt x="1" y="22"/>
                    <a:pt x="1" y="22"/>
                  </a:cubicBezTo>
                  <a:cubicBezTo>
                    <a:pt x="1" y="22"/>
                    <a:pt x="1" y="22"/>
                    <a:pt x="1" y="22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3" name="Freeform 300"/>
            <p:cNvSpPr>
              <a:spLocks noEditPoints="1"/>
            </p:cNvSpPr>
            <p:nvPr userDrawn="1"/>
          </p:nvSpPr>
          <p:spPr bwMode="auto">
            <a:xfrm>
              <a:off x="11293475" y="4589463"/>
              <a:ext cx="61913" cy="112713"/>
            </a:xfrm>
            <a:custGeom>
              <a:avLst/>
              <a:gdLst>
                <a:gd name="T0" fmla="*/ 1 w 9"/>
                <a:gd name="T1" fmla="*/ 16 h 16"/>
                <a:gd name="T2" fmla="*/ 8 w 9"/>
                <a:gd name="T3" fmla="*/ 16 h 16"/>
                <a:gd name="T4" fmla="*/ 9 w 9"/>
                <a:gd name="T5" fmla="*/ 15 h 16"/>
                <a:gd name="T6" fmla="*/ 9 w 9"/>
                <a:gd name="T7" fmla="*/ 1 h 16"/>
                <a:gd name="T8" fmla="*/ 8 w 9"/>
                <a:gd name="T9" fmla="*/ 0 h 16"/>
                <a:gd name="T10" fmla="*/ 1 w 9"/>
                <a:gd name="T11" fmla="*/ 0 h 16"/>
                <a:gd name="T12" fmla="*/ 0 w 9"/>
                <a:gd name="T13" fmla="*/ 1 h 16"/>
                <a:gd name="T14" fmla="*/ 0 w 9"/>
                <a:gd name="T15" fmla="*/ 15 h 16"/>
                <a:gd name="T16" fmla="*/ 1 w 9"/>
                <a:gd name="T17" fmla="*/ 16 h 16"/>
                <a:gd name="T18" fmla="*/ 1 w 9"/>
                <a:gd name="T19" fmla="*/ 1 h 16"/>
                <a:gd name="T20" fmla="*/ 8 w 9"/>
                <a:gd name="T21" fmla="*/ 1 h 16"/>
                <a:gd name="T22" fmla="*/ 8 w 9"/>
                <a:gd name="T23" fmla="*/ 15 h 16"/>
                <a:gd name="T24" fmla="*/ 1 w 9"/>
                <a:gd name="T25" fmla="*/ 15 h 16"/>
                <a:gd name="T26" fmla="*/ 1 w 9"/>
                <a:gd name="T27" fmla="*/ 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" h="16">
                  <a:moveTo>
                    <a:pt x="1" y="16"/>
                  </a:moveTo>
                  <a:cubicBezTo>
                    <a:pt x="8" y="16"/>
                    <a:pt x="8" y="16"/>
                    <a:pt x="8" y="16"/>
                  </a:cubicBezTo>
                  <a:cubicBezTo>
                    <a:pt x="9" y="16"/>
                    <a:pt x="9" y="15"/>
                    <a:pt x="9" y="15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5"/>
                    <a:pt x="1" y="16"/>
                    <a:pt x="1" y="16"/>
                  </a:cubicBezTo>
                  <a:close/>
                  <a:moveTo>
                    <a:pt x="1" y="1"/>
                  </a:moveTo>
                  <a:cubicBezTo>
                    <a:pt x="8" y="1"/>
                    <a:pt x="8" y="1"/>
                    <a:pt x="8" y="1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1" y="15"/>
                    <a:pt x="1" y="15"/>
                    <a:pt x="1" y="15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4" name="Freeform 301"/>
            <p:cNvSpPr>
              <a:spLocks noEditPoints="1"/>
            </p:cNvSpPr>
            <p:nvPr userDrawn="1"/>
          </p:nvSpPr>
          <p:spPr bwMode="auto">
            <a:xfrm>
              <a:off x="11363325" y="4589463"/>
              <a:ext cx="53975" cy="112713"/>
            </a:xfrm>
            <a:custGeom>
              <a:avLst/>
              <a:gdLst>
                <a:gd name="T0" fmla="*/ 0 w 8"/>
                <a:gd name="T1" fmla="*/ 16 h 16"/>
                <a:gd name="T2" fmla="*/ 8 w 8"/>
                <a:gd name="T3" fmla="*/ 16 h 16"/>
                <a:gd name="T4" fmla="*/ 8 w 8"/>
                <a:gd name="T5" fmla="*/ 15 h 16"/>
                <a:gd name="T6" fmla="*/ 8 w 8"/>
                <a:gd name="T7" fmla="*/ 1 h 16"/>
                <a:gd name="T8" fmla="*/ 8 w 8"/>
                <a:gd name="T9" fmla="*/ 0 h 16"/>
                <a:gd name="T10" fmla="*/ 0 w 8"/>
                <a:gd name="T11" fmla="*/ 0 h 16"/>
                <a:gd name="T12" fmla="*/ 0 w 8"/>
                <a:gd name="T13" fmla="*/ 1 h 16"/>
                <a:gd name="T14" fmla="*/ 0 w 8"/>
                <a:gd name="T15" fmla="*/ 15 h 16"/>
                <a:gd name="T16" fmla="*/ 0 w 8"/>
                <a:gd name="T17" fmla="*/ 16 h 16"/>
                <a:gd name="T18" fmla="*/ 1 w 8"/>
                <a:gd name="T19" fmla="*/ 1 h 16"/>
                <a:gd name="T20" fmla="*/ 7 w 8"/>
                <a:gd name="T21" fmla="*/ 1 h 16"/>
                <a:gd name="T22" fmla="*/ 7 w 8"/>
                <a:gd name="T23" fmla="*/ 15 h 16"/>
                <a:gd name="T24" fmla="*/ 1 w 8"/>
                <a:gd name="T25" fmla="*/ 15 h 16"/>
                <a:gd name="T26" fmla="*/ 1 w 8"/>
                <a:gd name="T27" fmla="*/ 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" h="16">
                  <a:moveTo>
                    <a:pt x="0" y="16"/>
                  </a:moveTo>
                  <a:cubicBezTo>
                    <a:pt x="8" y="16"/>
                    <a:pt x="8" y="16"/>
                    <a:pt x="8" y="16"/>
                  </a:cubicBezTo>
                  <a:cubicBezTo>
                    <a:pt x="8" y="16"/>
                    <a:pt x="8" y="15"/>
                    <a:pt x="8" y="15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5"/>
                    <a:pt x="0" y="16"/>
                    <a:pt x="0" y="16"/>
                  </a:cubicBezTo>
                  <a:close/>
                  <a:moveTo>
                    <a:pt x="1" y="1"/>
                  </a:moveTo>
                  <a:cubicBezTo>
                    <a:pt x="7" y="1"/>
                    <a:pt x="7" y="1"/>
                    <a:pt x="7" y="1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1" y="15"/>
                    <a:pt x="1" y="15"/>
                    <a:pt x="1" y="15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5" name="Freeform 302"/>
            <p:cNvSpPr>
              <a:spLocks noEditPoints="1"/>
            </p:cNvSpPr>
            <p:nvPr userDrawn="1"/>
          </p:nvSpPr>
          <p:spPr bwMode="auto">
            <a:xfrm>
              <a:off x="11120438" y="4568825"/>
              <a:ext cx="14288" cy="133350"/>
            </a:xfrm>
            <a:custGeom>
              <a:avLst/>
              <a:gdLst>
                <a:gd name="T0" fmla="*/ 1 w 2"/>
                <a:gd name="T1" fmla="*/ 19 h 19"/>
                <a:gd name="T2" fmla="*/ 2 w 2"/>
                <a:gd name="T3" fmla="*/ 18 h 19"/>
                <a:gd name="T4" fmla="*/ 2 w 2"/>
                <a:gd name="T5" fmla="*/ 1 h 19"/>
                <a:gd name="T6" fmla="*/ 1 w 2"/>
                <a:gd name="T7" fmla="*/ 0 h 19"/>
                <a:gd name="T8" fmla="*/ 0 w 2"/>
                <a:gd name="T9" fmla="*/ 1 h 19"/>
                <a:gd name="T10" fmla="*/ 0 w 2"/>
                <a:gd name="T11" fmla="*/ 18 h 19"/>
                <a:gd name="T12" fmla="*/ 1 w 2"/>
                <a:gd name="T13" fmla="*/ 19 h 19"/>
                <a:gd name="T14" fmla="*/ 1 w 2"/>
                <a:gd name="T15" fmla="*/ 1 h 19"/>
                <a:gd name="T16" fmla="*/ 1 w 2"/>
                <a:gd name="T17" fmla="*/ 1 h 19"/>
                <a:gd name="T18" fmla="*/ 1 w 2"/>
                <a:gd name="T19" fmla="*/ 1 h 19"/>
                <a:gd name="T20" fmla="*/ 1 w 2"/>
                <a:gd name="T21" fmla="*/ 18 h 19"/>
                <a:gd name="T22" fmla="*/ 1 w 2"/>
                <a:gd name="T23" fmla="*/ 18 h 19"/>
                <a:gd name="T24" fmla="*/ 1 w 2"/>
                <a:gd name="T25" fmla="*/ 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19">
                  <a:moveTo>
                    <a:pt x="1" y="19"/>
                  </a:moveTo>
                  <a:cubicBezTo>
                    <a:pt x="1" y="19"/>
                    <a:pt x="2" y="19"/>
                    <a:pt x="2" y="18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9"/>
                    <a:pt x="0" y="19"/>
                    <a:pt x="1" y="19"/>
                  </a:cubicBezTo>
                  <a:close/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1" y="18"/>
                    <a:pt x="1" y="18"/>
                    <a:pt x="1" y="18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6" name="Freeform 303"/>
            <p:cNvSpPr>
              <a:spLocks noEditPoints="1"/>
            </p:cNvSpPr>
            <p:nvPr userDrawn="1"/>
          </p:nvSpPr>
          <p:spPr bwMode="auto">
            <a:xfrm>
              <a:off x="11217275" y="4568825"/>
              <a:ext cx="14288" cy="133350"/>
            </a:xfrm>
            <a:custGeom>
              <a:avLst/>
              <a:gdLst>
                <a:gd name="T0" fmla="*/ 1 w 2"/>
                <a:gd name="T1" fmla="*/ 19 h 19"/>
                <a:gd name="T2" fmla="*/ 2 w 2"/>
                <a:gd name="T3" fmla="*/ 18 h 19"/>
                <a:gd name="T4" fmla="*/ 2 w 2"/>
                <a:gd name="T5" fmla="*/ 1 h 19"/>
                <a:gd name="T6" fmla="*/ 1 w 2"/>
                <a:gd name="T7" fmla="*/ 0 h 19"/>
                <a:gd name="T8" fmla="*/ 0 w 2"/>
                <a:gd name="T9" fmla="*/ 1 h 19"/>
                <a:gd name="T10" fmla="*/ 0 w 2"/>
                <a:gd name="T11" fmla="*/ 18 h 19"/>
                <a:gd name="T12" fmla="*/ 1 w 2"/>
                <a:gd name="T13" fmla="*/ 19 h 19"/>
                <a:gd name="T14" fmla="*/ 0 w 2"/>
                <a:gd name="T15" fmla="*/ 1 h 19"/>
                <a:gd name="T16" fmla="*/ 1 w 2"/>
                <a:gd name="T17" fmla="*/ 1 h 19"/>
                <a:gd name="T18" fmla="*/ 1 w 2"/>
                <a:gd name="T19" fmla="*/ 1 h 19"/>
                <a:gd name="T20" fmla="*/ 1 w 2"/>
                <a:gd name="T21" fmla="*/ 18 h 19"/>
                <a:gd name="T22" fmla="*/ 0 w 2"/>
                <a:gd name="T23" fmla="*/ 18 h 19"/>
                <a:gd name="T24" fmla="*/ 0 w 2"/>
                <a:gd name="T25" fmla="*/ 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19">
                  <a:moveTo>
                    <a:pt x="1" y="19"/>
                  </a:moveTo>
                  <a:cubicBezTo>
                    <a:pt x="1" y="19"/>
                    <a:pt x="2" y="19"/>
                    <a:pt x="2" y="18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9"/>
                    <a:pt x="0" y="19"/>
                    <a:pt x="1" y="19"/>
                  </a:cubicBezTo>
                  <a:close/>
                  <a:moveTo>
                    <a:pt x="0" y="1"/>
                  </a:moveTo>
                  <a:cubicBezTo>
                    <a:pt x="0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1" y="18"/>
                    <a:pt x="0" y="18"/>
                    <a:pt x="0" y="18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7" name="Freeform 304"/>
            <p:cNvSpPr>
              <a:spLocks noEditPoints="1"/>
            </p:cNvSpPr>
            <p:nvPr userDrawn="1"/>
          </p:nvSpPr>
          <p:spPr bwMode="auto">
            <a:xfrm>
              <a:off x="12012613" y="4729163"/>
              <a:ext cx="26988" cy="34925"/>
            </a:xfrm>
            <a:custGeom>
              <a:avLst/>
              <a:gdLst>
                <a:gd name="T0" fmla="*/ 2 w 4"/>
                <a:gd name="T1" fmla="*/ 5 h 5"/>
                <a:gd name="T2" fmla="*/ 3 w 4"/>
                <a:gd name="T3" fmla="*/ 4 h 5"/>
                <a:gd name="T4" fmla="*/ 3 w 4"/>
                <a:gd name="T5" fmla="*/ 0 h 5"/>
                <a:gd name="T6" fmla="*/ 1 w 4"/>
                <a:gd name="T7" fmla="*/ 0 h 5"/>
                <a:gd name="T8" fmla="*/ 0 w 4"/>
                <a:gd name="T9" fmla="*/ 3 h 5"/>
                <a:gd name="T10" fmla="*/ 2 w 4"/>
                <a:gd name="T11" fmla="*/ 5 h 5"/>
                <a:gd name="T12" fmla="*/ 2 w 4"/>
                <a:gd name="T13" fmla="*/ 5 h 5"/>
                <a:gd name="T14" fmla="*/ 1 w 4"/>
                <a:gd name="T15" fmla="*/ 2 h 5"/>
                <a:gd name="T16" fmla="*/ 2 w 4"/>
                <a:gd name="T17" fmla="*/ 1 h 5"/>
                <a:gd name="T18" fmla="*/ 2 w 4"/>
                <a:gd name="T19" fmla="*/ 1 h 5"/>
                <a:gd name="T20" fmla="*/ 2 w 4"/>
                <a:gd name="T21" fmla="*/ 3 h 5"/>
                <a:gd name="T22" fmla="*/ 2 w 4"/>
                <a:gd name="T23" fmla="*/ 4 h 5"/>
                <a:gd name="T24" fmla="*/ 1 w 4"/>
                <a:gd name="T25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" h="5">
                  <a:moveTo>
                    <a:pt x="2" y="5"/>
                  </a:moveTo>
                  <a:cubicBezTo>
                    <a:pt x="2" y="5"/>
                    <a:pt x="3" y="4"/>
                    <a:pt x="3" y="4"/>
                  </a:cubicBezTo>
                  <a:cubicBezTo>
                    <a:pt x="4" y="3"/>
                    <a:pt x="4" y="1"/>
                    <a:pt x="3" y="0"/>
                  </a:cubicBezTo>
                  <a:cubicBezTo>
                    <a:pt x="3" y="0"/>
                    <a:pt x="2" y="0"/>
                    <a:pt x="1" y="0"/>
                  </a:cubicBezTo>
                  <a:cubicBezTo>
                    <a:pt x="0" y="0"/>
                    <a:pt x="0" y="1"/>
                    <a:pt x="0" y="3"/>
                  </a:cubicBezTo>
                  <a:cubicBezTo>
                    <a:pt x="0" y="4"/>
                    <a:pt x="1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lose/>
                  <a:moveTo>
                    <a:pt x="1" y="2"/>
                  </a:moveTo>
                  <a:cubicBezTo>
                    <a:pt x="1" y="2"/>
                    <a:pt x="1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2"/>
                    <a:pt x="3" y="3"/>
                    <a:pt x="2" y="3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1" y="3"/>
                    <a:pt x="1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8" name="Freeform 305"/>
            <p:cNvSpPr>
              <a:spLocks noEditPoints="1"/>
            </p:cNvSpPr>
            <p:nvPr userDrawn="1"/>
          </p:nvSpPr>
          <p:spPr bwMode="auto">
            <a:xfrm>
              <a:off x="11936413" y="4743450"/>
              <a:ext cx="20638" cy="34925"/>
            </a:xfrm>
            <a:custGeom>
              <a:avLst/>
              <a:gdLst>
                <a:gd name="T0" fmla="*/ 2 w 3"/>
                <a:gd name="T1" fmla="*/ 5 h 5"/>
                <a:gd name="T2" fmla="*/ 3 w 3"/>
                <a:gd name="T3" fmla="*/ 4 h 5"/>
                <a:gd name="T4" fmla="*/ 3 w 3"/>
                <a:gd name="T5" fmla="*/ 4 h 5"/>
                <a:gd name="T6" fmla="*/ 3 w 3"/>
                <a:gd name="T7" fmla="*/ 3 h 5"/>
                <a:gd name="T8" fmla="*/ 3 w 3"/>
                <a:gd name="T9" fmla="*/ 1 h 5"/>
                <a:gd name="T10" fmla="*/ 2 w 3"/>
                <a:gd name="T11" fmla="*/ 0 h 5"/>
                <a:gd name="T12" fmla="*/ 2 w 3"/>
                <a:gd name="T13" fmla="*/ 0 h 5"/>
                <a:gd name="T14" fmla="*/ 0 w 3"/>
                <a:gd name="T15" fmla="*/ 1 h 5"/>
                <a:gd name="T16" fmla="*/ 0 w 3"/>
                <a:gd name="T17" fmla="*/ 4 h 5"/>
                <a:gd name="T18" fmla="*/ 2 w 3"/>
                <a:gd name="T19" fmla="*/ 5 h 5"/>
                <a:gd name="T20" fmla="*/ 2 w 3"/>
                <a:gd name="T21" fmla="*/ 5 h 5"/>
                <a:gd name="T22" fmla="*/ 1 w 3"/>
                <a:gd name="T23" fmla="*/ 1 h 5"/>
                <a:gd name="T24" fmla="*/ 2 w 3"/>
                <a:gd name="T25" fmla="*/ 1 h 5"/>
                <a:gd name="T26" fmla="*/ 2 w 3"/>
                <a:gd name="T27" fmla="*/ 1 h 5"/>
                <a:gd name="T28" fmla="*/ 2 w 3"/>
                <a:gd name="T29" fmla="*/ 1 h 5"/>
                <a:gd name="T30" fmla="*/ 2 w 3"/>
                <a:gd name="T31" fmla="*/ 2 h 5"/>
                <a:gd name="T32" fmla="*/ 2 w 3"/>
                <a:gd name="T33" fmla="*/ 4 h 5"/>
                <a:gd name="T34" fmla="*/ 2 w 3"/>
                <a:gd name="T35" fmla="*/ 4 h 5"/>
                <a:gd name="T36" fmla="*/ 1 w 3"/>
                <a:gd name="T37" fmla="*/ 4 h 5"/>
                <a:gd name="T38" fmla="*/ 1 w 3"/>
                <a:gd name="T39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" h="5">
                  <a:moveTo>
                    <a:pt x="2" y="5"/>
                  </a:moveTo>
                  <a:cubicBezTo>
                    <a:pt x="2" y="5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2"/>
                    <a:pt x="3" y="2"/>
                    <a:pt x="3" y="1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0" y="2"/>
                    <a:pt x="0" y="4"/>
                    <a:pt x="0" y="4"/>
                  </a:cubicBezTo>
                  <a:cubicBezTo>
                    <a:pt x="1" y="5"/>
                    <a:pt x="1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lose/>
                  <a:moveTo>
                    <a:pt x="1" y="1"/>
                  </a:moveTo>
                  <a:cubicBezTo>
                    <a:pt x="1" y="1"/>
                    <a:pt x="1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3"/>
                    <a:pt x="2" y="3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2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  <p:custDataLst>
      <p:tags r:id="rId7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9525" y="1756229"/>
            <a:ext cx="12201525" cy="3264898"/>
          </a:xfrm>
          <a:prstGeom prst="rect">
            <a:avLst/>
          </a:prstGeom>
          <a:solidFill>
            <a:srgbClr val="4E75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Box 2"/>
          <p:cNvSpPr txBox="1"/>
          <p:nvPr>
            <p:custDataLst>
              <p:tags r:id="rId1"/>
            </p:custDataLst>
          </p:nvPr>
        </p:nvSpPr>
        <p:spPr>
          <a:xfrm>
            <a:off x="4653280" y="2826068"/>
            <a:ext cx="1487170" cy="1240790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7200" b="1" spc="200" dirty="0">
                <a:solidFill>
                  <a:srgbClr val="B88F4D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lt"/>
              </a:rPr>
              <a:t>01</a:t>
            </a:r>
            <a:endParaRPr lang="en-US" altLang="zh-CN" sz="7200" b="1" spc="200" dirty="0">
              <a:solidFill>
                <a:srgbClr val="B88F4D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13" name="标题 1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169024" y="2977833"/>
            <a:ext cx="4914265" cy="83566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pPr algn="l"/>
            <a:r>
              <a:rPr lang="zh-CN" altLang="en-US" sz="3200" dirty="0">
                <a:solidFill>
                  <a:schemeClr val="bg1"/>
                </a:solidFill>
                <a:ea typeface="微软雅黑" panose="020B0503020204020204" pitchFamily="34" charset="-122"/>
              </a:rPr>
              <a:t>单击此处添加标题</a:t>
            </a:r>
            <a:endParaRPr lang="zh-CN" altLang="en-US" sz="3200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903980" y="2765425"/>
            <a:ext cx="0" cy="1451610"/>
          </a:xfrm>
          <a:prstGeom prst="line">
            <a:avLst/>
          </a:prstGeom>
          <a:ln w="9525">
            <a:solidFill>
              <a:srgbClr val="B88F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G:\2021\校庆\PPT\logo-08.pnglogo-0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502775" y="-1289050"/>
            <a:ext cx="4442460" cy="4091940"/>
          </a:xfrm>
          <a:prstGeom prst="rect">
            <a:avLst/>
          </a:prstGeom>
        </p:spPr>
      </p:pic>
      <p:pic>
        <p:nvPicPr>
          <p:cNvPr id="10" name="图片 9" descr="G:\2021\校庆\PPT\logo-09.pnglogo-09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-951230" y="3764598"/>
            <a:ext cx="3503930" cy="3227070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-6350" y="5576887"/>
            <a:ext cx="12192000" cy="1281113"/>
            <a:chOff x="-6350" y="3575050"/>
            <a:chExt cx="12192000" cy="1281113"/>
          </a:xfrm>
          <a:gradFill>
            <a:gsLst>
              <a:gs pos="0">
                <a:srgbClr val="BD934E">
                  <a:alpha val="0"/>
                </a:srgbClr>
              </a:gs>
              <a:gs pos="100000">
                <a:srgbClr val="BD934E">
                  <a:alpha val="50000"/>
                </a:srgbClr>
              </a:gs>
            </a:gsLst>
            <a:lin ang="5400000" scaled="0"/>
          </a:gradFill>
        </p:grpSpPr>
        <p:grpSp>
          <p:nvGrpSpPr>
            <p:cNvPr id="12" name="Group 205"/>
            <p:cNvGrpSpPr/>
            <p:nvPr userDrawn="1"/>
          </p:nvGrpSpPr>
          <p:grpSpPr bwMode="auto">
            <a:xfrm>
              <a:off x="4810125" y="4400550"/>
              <a:ext cx="4105275" cy="433388"/>
              <a:chOff x="3030" y="2772"/>
              <a:chExt cx="2586" cy="273"/>
            </a:xfrm>
            <a:grpFill/>
          </p:grpSpPr>
          <p:sp>
            <p:nvSpPr>
              <p:cNvPr id="117" name="Line 5"/>
              <p:cNvSpPr>
                <a:spLocks noChangeShapeType="1"/>
              </p:cNvSpPr>
              <p:nvPr userDrawn="1"/>
            </p:nvSpPr>
            <p:spPr bwMode="auto">
              <a:xfrm>
                <a:off x="5616" y="2860"/>
                <a:ext cx="0" cy="0"/>
              </a:xfrm>
              <a:prstGeom prst="line">
                <a:avLst/>
              </a:prstGeom>
              <a:grpFill/>
              <a:ln w="12700" cap="rnd">
                <a:solidFill>
                  <a:srgbClr val="BF9C50"/>
                </a:solidFill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8" name="Freeform 6"/>
              <p:cNvSpPr/>
              <p:nvPr userDrawn="1"/>
            </p:nvSpPr>
            <p:spPr bwMode="auto">
              <a:xfrm>
                <a:off x="3657" y="2794"/>
                <a:ext cx="39" cy="9"/>
              </a:xfrm>
              <a:custGeom>
                <a:avLst/>
                <a:gdLst>
                  <a:gd name="T0" fmla="*/ 8 w 9"/>
                  <a:gd name="T1" fmla="*/ 2 h 2"/>
                  <a:gd name="T2" fmla="*/ 1 w 9"/>
                  <a:gd name="T3" fmla="*/ 2 h 2"/>
                  <a:gd name="T4" fmla="*/ 0 w 9"/>
                  <a:gd name="T5" fmla="*/ 1 h 2"/>
                  <a:gd name="T6" fmla="*/ 1 w 9"/>
                  <a:gd name="T7" fmla="*/ 0 h 2"/>
                  <a:gd name="T8" fmla="*/ 8 w 9"/>
                  <a:gd name="T9" fmla="*/ 0 h 2"/>
                  <a:gd name="T10" fmla="*/ 9 w 9"/>
                  <a:gd name="T11" fmla="*/ 1 h 2"/>
                  <a:gd name="T12" fmla="*/ 8 w 9"/>
                  <a:gd name="T13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" h="2">
                    <a:moveTo>
                      <a:pt x="8" y="2"/>
                    </a:moveTo>
                    <a:cubicBezTo>
                      <a:pt x="1" y="2"/>
                      <a:pt x="1" y="2"/>
                      <a:pt x="1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0"/>
                      <a:pt x="9" y="0"/>
                      <a:pt x="9" y="1"/>
                    </a:cubicBezTo>
                    <a:cubicBezTo>
                      <a:pt x="9" y="1"/>
                      <a:pt x="8" y="2"/>
                      <a:pt x="8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9" name="Freeform 7"/>
              <p:cNvSpPr/>
              <p:nvPr userDrawn="1"/>
            </p:nvSpPr>
            <p:spPr bwMode="auto">
              <a:xfrm>
                <a:off x="303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0" name="Freeform 8"/>
              <p:cNvSpPr/>
              <p:nvPr userDrawn="1"/>
            </p:nvSpPr>
            <p:spPr bwMode="auto">
              <a:xfrm>
                <a:off x="304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1" name="Freeform 9"/>
              <p:cNvSpPr/>
              <p:nvPr userDrawn="1"/>
            </p:nvSpPr>
            <p:spPr bwMode="auto">
              <a:xfrm>
                <a:off x="306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2" name="Freeform 10"/>
              <p:cNvSpPr/>
              <p:nvPr userDrawn="1"/>
            </p:nvSpPr>
            <p:spPr bwMode="auto">
              <a:xfrm>
                <a:off x="307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3" name="Freeform 11"/>
              <p:cNvSpPr/>
              <p:nvPr userDrawn="1"/>
            </p:nvSpPr>
            <p:spPr bwMode="auto">
              <a:xfrm>
                <a:off x="308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4" name="Freeform 12"/>
              <p:cNvSpPr/>
              <p:nvPr userDrawn="1"/>
            </p:nvSpPr>
            <p:spPr bwMode="auto">
              <a:xfrm>
                <a:off x="310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5" name="Freeform 13"/>
              <p:cNvSpPr/>
              <p:nvPr userDrawn="1"/>
            </p:nvSpPr>
            <p:spPr bwMode="auto">
              <a:xfrm>
                <a:off x="311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6" name="Freeform 14"/>
              <p:cNvSpPr/>
              <p:nvPr userDrawn="1"/>
            </p:nvSpPr>
            <p:spPr bwMode="auto">
              <a:xfrm>
                <a:off x="312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7" name="Freeform 15"/>
              <p:cNvSpPr/>
              <p:nvPr userDrawn="1"/>
            </p:nvSpPr>
            <p:spPr bwMode="auto">
              <a:xfrm>
                <a:off x="314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8" name="Freeform 16"/>
              <p:cNvSpPr/>
              <p:nvPr userDrawn="1"/>
            </p:nvSpPr>
            <p:spPr bwMode="auto">
              <a:xfrm>
                <a:off x="315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9" name="Freeform 17"/>
              <p:cNvSpPr/>
              <p:nvPr userDrawn="1"/>
            </p:nvSpPr>
            <p:spPr bwMode="auto">
              <a:xfrm>
                <a:off x="317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0" name="Freeform 18"/>
              <p:cNvSpPr/>
              <p:nvPr userDrawn="1"/>
            </p:nvSpPr>
            <p:spPr bwMode="auto">
              <a:xfrm>
                <a:off x="318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1" name="Freeform 19"/>
              <p:cNvSpPr/>
              <p:nvPr userDrawn="1"/>
            </p:nvSpPr>
            <p:spPr bwMode="auto">
              <a:xfrm>
                <a:off x="319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2" name="Freeform 20"/>
              <p:cNvSpPr/>
              <p:nvPr userDrawn="1"/>
            </p:nvSpPr>
            <p:spPr bwMode="auto">
              <a:xfrm>
                <a:off x="3209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3" name="Freeform 21"/>
              <p:cNvSpPr/>
              <p:nvPr userDrawn="1"/>
            </p:nvSpPr>
            <p:spPr bwMode="auto">
              <a:xfrm>
                <a:off x="3222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4" name="Freeform 22"/>
              <p:cNvSpPr/>
              <p:nvPr userDrawn="1"/>
            </p:nvSpPr>
            <p:spPr bwMode="auto">
              <a:xfrm>
                <a:off x="323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5" name="Freeform 23"/>
              <p:cNvSpPr/>
              <p:nvPr userDrawn="1"/>
            </p:nvSpPr>
            <p:spPr bwMode="auto">
              <a:xfrm>
                <a:off x="3252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6" name="Freeform 24"/>
              <p:cNvSpPr/>
              <p:nvPr userDrawn="1"/>
            </p:nvSpPr>
            <p:spPr bwMode="auto">
              <a:xfrm>
                <a:off x="326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7" name="Freeform 25"/>
              <p:cNvSpPr/>
              <p:nvPr userDrawn="1"/>
            </p:nvSpPr>
            <p:spPr bwMode="auto">
              <a:xfrm>
                <a:off x="327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8" name="Freeform 26"/>
              <p:cNvSpPr/>
              <p:nvPr userDrawn="1"/>
            </p:nvSpPr>
            <p:spPr bwMode="auto">
              <a:xfrm>
                <a:off x="329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9" name="Freeform 27"/>
              <p:cNvSpPr/>
              <p:nvPr userDrawn="1"/>
            </p:nvSpPr>
            <p:spPr bwMode="auto">
              <a:xfrm>
                <a:off x="330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0" name="Freeform 28"/>
              <p:cNvSpPr/>
              <p:nvPr userDrawn="1"/>
            </p:nvSpPr>
            <p:spPr bwMode="auto">
              <a:xfrm>
                <a:off x="331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1" name="Freeform 29"/>
              <p:cNvSpPr/>
              <p:nvPr userDrawn="1"/>
            </p:nvSpPr>
            <p:spPr bwMode="auto">
              <a:xfrm>
                <a:off x="333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2" name="Freeform 30"/>
              <p:cNvSpPr/>
              <p:nvPr userDrawn="1"/>
            </p:nvSpPr>
            <p:spPr bwMode="auto">
              <a:xfrm>
                <a:off x="334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3" name="Freeform 31"/>
              <p:cNvSpPr/>
              <p:nvPr userDrawn="1"/>
            </p:nvSpPr>
            <p:spPr bwMode="auto">
              <a:xfrm>
                <a:off x="336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4" name="Freeform 32"/>
              <p:cNvSpPr/>
              <p:nvPr userDrawn="1"/>
            </p:nvSpPr>
            <p:spPr bwMode="auto">
              <a:xfrm>
                <a:off x="337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5" name="Freeform 33"/>
              <p:cNvSpPr/>
              <p:nvPr userDrawn="1"/>
            </p:nvSpPr>
            <p:spPr bwMode="auto">
              <a:xfrm>
                <a:off x="338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6" name="Freeform 34"/>
              <p:cNvSpPr/>
              <p:nvPr userDrawn="1"/>
            </p:nvSpPr>
            <p:spPr bwMode="auto">
              <a:xfrm>
                <a:off x="340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7" name="Freeform 35"/>
              <p:cNvSpPr/>
              <p:nvPr userDrawn="1"/>
            </p:nvSpPr>
            <p:spPr bwMode="auto">
              <a:xfrm>
                <a:off x="341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8" name="Freeform 36"/>
              <p:cNvSpPr/>
              <p:nvPr userDrawn="1"/>
            </p:nvSpPr>
            <p:spPr bwMode="auto">
              <a:xfrm>
                <a:off x="342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9" name="Freeform 37"/>
              <p:cNvSpPr/>
              <p:nvPr userDrawn="1"/>
            </p:nvSpPr>
            <p:spPr bwMode="auto">
              <a:xfrm>
                <a:off x="344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0" name="Freeform 38"/>
              <p:cNvSpPr/>
              <p:nvPr userDrawn="1"/>
            </p:nvSpPr>
            <p:spPr bwMode="auto">
              <a:xfrm>
                <a:off x="345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1" name="Freeform 39"/>
              <p:cNvSpPr/>
              <p:nvPr userDrawn="1"/>
            </p:nvSpPr>
            <p:spPr bwMode="auto">
              <a:xfrm>
                <a:off x="347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2" name="Freeform 40"/>
              <p:cNvSpPr/>
              <p:nvPr userDrawn="1"/>
            </p:nvSpPr>
            <p:spPr bwMode="auto">
              <a:xfrm>
                <a:off x="348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3" name="Freeform 41"/>
              <p:cNvSpPr/>
              <p:nvPr userDrawn="1"/>
            </p:nvSpPr>
            <p:spPr bwMode="auto">
              <a:xfrm>
                <a:off x="349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4" name="Freeform 42"/>
              <p:cNvSpPr/>
              <p:nvPr userDrawn="1"/>
            </p:nvSpPr>
            <p:spPr bwMode="auto">
              <a:xfrm>
                <a:off x="3509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5" name="Freeform 43"/>
              <p:cNvSpPr/>
              <p:nvPr userDrawn="1"/>
            </p:nvSpPr>
            <p:spPr bwMode="auto">
              <a:xfrm>
                <a:off x="3522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6" name="Freeform 44"/>
              <p:cNvSpPr/>
              <p:nvPr userDrawn="1"/>
            </p:nvSpPr>
            <p:spPr bwMode="auto">
              <a:xfrm>
                <a:off x="353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7" name="Freeform 45"/>
              <p:cNvSpPr/>
              <p:nvPr userDrawn="1"/>
            </p:nvSpPr>
            <p:spPr bwMode="auto">
              <a:xfrm>
                <a:off x="355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8" name="Freeform 46"/>
              <p:cNvSpPr/>
              <p:nvPr userDrawn="1"/>
            </p:nvSpPr>
            <p:spPr bwMode="auto">
              <a:xfrm>
                <a:off x="356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9" name="Freeform 47"/>
              <p:cNvSpPr/>
              <p:nvPr userDrawn="1"/>
            </p:nvSpPr>
            <p:spPr bwMode="auto">
              <a:xfrm>
                <a:off x="3579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0" name="Freeform 48"/>
              <p:cNvSpPr/>
              <p:nvPr userDrawn="1"/>
            </p:nvSpPr>
            <p:spPr bwMode="auto">
              <a:xfrm>
                <a:off x="3592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1" name="Freeform 49"/>
              <p:cNvSpPr/>
              <p:nvPr userDrawn="1"/>
            </p:nvSpPr>
            <p:spPr bwMode="auto">
              <a:xfrm>
                <a:off x="360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2" name="Freeform 50"/>
              <p:cNvSpPr/>
              <p:nvPr userDrawn="1"/>
            </p:nvSpPr>
            <p:spPr bwMode="auto">
              <a:xfrm>
                <a:off x="361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3" name="Freeform 51"/>
              <p:cNvSpPr/>
              <p:nvPr userDrawn="1"/>
            </p:nvSpPr>
            <p:spPr bwMode="auto">
              <a:xfrm>
                <a:off x="363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4" name="Freeform 52"/>
              <p:cNvSpPr/>
              <p:nvPr userDrawn="1"/>
            </p:nvSpPr>
            <p:spPr bwMode="auto">
              <a:xfrm>
                <a:off x="364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5" name="Freeform 53"/>
              <p:cNvSpPr/>
              <p:nvPr userDrawn="1"/>
            </p:nvSpPr>
            <p:spPr bwMode="auto">
              <a:xfrm>
                <a:off x="366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6" name="Freeform 54"/>
              <p:cNvSpPr/>
              <p:nvPr userDrawn="1"/>
            </p:nvSpPr>
            <p:spPr bwMode="auto">
              <a:xfrm>
                <a:off x="367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7" name="Freeform 55"/>
              <p:cNvSpPr/>
              <p:nvPr userDrawn="1"/>
            </p:nvSpPr>
            <p:spPr bwMode="auto">
              <a:xfrm>
                <a:off x="368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8" name="Freeform 56"/>
              <p:cNvSpPr/>
              <p:nvPr userDrawn="1"/>
            </p:nvSpPr>
            <p:spPr bwMode="auto">
              <a:xfrm>
                <a:off x="370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9" name="Freeform 57"/>
              <p:cNvSpPr/>
              <p:nvPr userDrawn="1"/>
            </p:nvSpPr>
            <p:spPr bwMode="auto">
              <a:xfrm>
                <a:off x="371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0" name="Freeform 58"/>
              <p:cNvSpPr/>
              <p:nvPr userDrawn="1"/>
            </p:nvSpPr>
            <p:spPr bwMode="auto">
              <a:xfrm>
                <a:off x="372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1" name="Freeform 59"/>
              <p:cNvSpPr/>
              <p:nvPr userDrawn="1"/>
            </p:nvSpPr>
            <p:spPr bwMode="auto">
              <a:xfrm>
                <a:off x="372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2" name="Freeform 60"/>
              <p:cNvSpPr/>
              <p:nvPr userDrawn="1"/>
            </p:nvSpPr>
            <p:spPr bwMode="auto">
              <a:xfrm>
                <a:off x="393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3" name="Freeform 61"/>
              <p:cNvSpPr/>
              <p:nvPr userDrawn="1"/>
            </p:nvSpPr>
            <p:spPr bwMode="auto">
              <a:xfrm>
                <a:off x="394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4" name="Freeform 62"/>
              <p:cNvSpPr/>
              <p:nvPr userDrawn="1"/>
            </p:nvSpPr>
            <p:spPr bwMode="auto">
              <a:xfrm>
                <a:off x="395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5" name="Freeform 63"/>
              <p:cNvSpPr/>
              <p:nvPr userDrawn="1"/>
            </p:nvSpPr>
            <p:spPr bwMode="auto">
              <a:xfrm>
                <a:off x="397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6" name="Freeform 64"/>
              <p:cNvSpPr/>
              <p:nvPr userDrawn="1"/>
            </p:nvSpPr>
            <p:spPr bwMode="auto">
              <a:xfrm>
                <a:off x="398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7" name="Freeform 65"/>
              <p:cNvSpPr/>
              <p:nvPr userDrawn="1"/>
            </p:nvSpPr>
            <p:spPr bwMode="auto">
              <a:xfrm>
                <a:off x="400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8" name="Freeform 66"/>
              <p:cNvSpPr/>
              <p:nvPr userDrawn="1"/>
            </p:nvSpPr>
            <p:spPr bwMode="auto">
              <a:xfrm>
                <a:off x="401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9" name="Freeform 67"/>
              <p:cNvSpPr/>
              <p:nvPr userDrawn="1"/>
            </p:nvSpPr>
            <p:spPr bwMode="auto">
              <a:xfrm>
                <a:off x="402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0" name="Freeform 68"/>
              <p:cNvSpPr/>
              <p:nvPr userDrawn="1"/>
            </p:nvSpPr>
            <p:spPr bwMode="auto">
              <a:xfrm>
                <a:off x="404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1" name="Freeform 69"/>
              <p:cNvSpPr/>
              <p:nvPr userDrawn="1"/>
            </p:nvSpPr>
            <p:spPr bwMode="auto">
              <a:xfrm>
                <a:off x="405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2" name="Freeform 70"/>
              <p:cNvSpPr/>
              <p:nvPr userDrawn="1"/>
            </p:nvSpPr>
            <p:spPr bwMode="auto">
              <a:xfrm>
                <a:off x="406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3" name="Freeform 71"/>
              <p:cNvSpPr/>
              <p:nvPr userDrawn="1"/>
            </p:nvSpPr>
            <p:spPr bwMode="auto">
              <a:xfrm>
                <a:off x="4079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4" name="Freeform 72"/>
              <p:cNvSpPr/>
              <p:nvPr userDrawn="1"/>
            </p:nvSpPr>
            <p:spPr bwMode="auto">
              <a:xfrm>
                <a:off x="409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5" name="Freeform 73"/>
              <p:cNvSpPr/>
              <p:nvPr userDrawn="1"/>
            </p:nvSpPr>
            <p:spPr bwMode="auto">
              <a:xfrm>
                <a:off x="411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6" name="Freeform 74"/>
              <p:cNvSpPr/>
              <p:nvPr userDrawn="1"/>
            </p:nvSpPr>
            <p:spPr bwMode="auto">
              <a:xfrm>
                <a:off x="412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7" name="Freeform 75"/>
              <p:cNvSpPr/>
              <p:nvPr userDrawn="1"/>
            </p:nvSpPr>
            <p:spPr bwMode="auto">
              <a:xfrm>
                <a:off x="413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8" name="Freeform 76"/>
              <p:cNvSpPr/>
              <p:nvPr userDrawn="1"/>
            </p:nvSpPr>
            <p:spPr bwMode="auto">
              <a:xfrm>
                <a:off x="4149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9" name="Freeform 77"/>
              <p:cNvSpPr/>
              <p:nvPr userDrawn="1"/>
            </p:nvSpPr>
            <p:spPr bwMode="auto">
              <a:xfrm>
                <a:off x="4162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0" name="Freeform 78"/>
              <p:cNvSpPr/>
              <p:nvPr userDrawn="1"/>
            </p:nvSpPr>
            <p:spPr bwMode="auto">
              <a:xfrm>
                <a:off x="417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1" name="Freeform 79"/>
              <p:cNvSpPr/>
              <p:nvPr userDrawn="1"/>
            </p:nvSpPr>
            <p:spPr bwMode="auto">
              <a:xfrm>
                <a:off x="418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2" name="Freeform 80"/>
              <p:cNvSpPr/>
              <p:nvPr userDrawn="1"/>
            </p:nvSpPr>
            <p:spPr bwMode="auto">
              <a:xfrm>
                <a:off x="420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3" name="Freeform 81"/>
              <p:cNvSpPr/>
              <p:nvPr userDrawn="1"/>
            </p:nvSpPr>
            <p:spPr bwMode="auto">
              <a:xfrm>
                <a:off x="421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4" name="Freeform 82"/>
              <p:cNvSpPr/>
              <p:nvPr userDrawn="1"/>
            </p:nvSpPr>
            <p:spPr bwMode="auto">
              <a:xfrm>
                <a:off x="4232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5" name="Freeform 83"/>
              <p:cNvSpPr/>
              <p:nvPr userDrawn="1"/>
            </p:nvSpPr>
            <p:spPr bwMode="auto">
              <a:xfrm>
                <a:off x="424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6" name="Freeform 84"/>
              <p:cNvSpPr/>
              <p:nvPr userDrawn="1"/>
            </p:nvSpPr>
            <p:spPr bwMode="auto">
              <a:xfrm>
                <a:off x="425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7" name="Freeform 85"/>
              <p:cNvSpPr/>
              <p:nvPr userDrawn="1"/>
            </p:nvSpPr>
            <p:spPr bwMode="auto">
              <a:xfrm>
                <a:off x="427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8" name="Freeform 86"/>
              <p:cNvSpPr/>
              <p:nvPr userDrawn="1"/>
            </p:nvSpPr>
            <p:spPr bwMode="auto">
              <a:xfrm>
                <a:off x="428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9" name="Freeform 87"/>
              <p:cNvSpPr/>
              <p:nvPr userDrawn="1"/>
            </p:nvSpPr>
            <p:spPr bwMode="auto">
              <a:xfrm>
                <a:off x="429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0" name="Freeform 88"/>
              <p:cNvSpPr/>
              <p:nvPr userDrawn="1"/>
            </p:nvSpPr>
            <p:spPr bwMode="auto">
              <a:xfrm>
                <a:off x="431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1" name="Freeform 89"/>
              <p:cNvSpPr/>
              <p:nvPr userDrawn="1"/>
            </p:nvSpPr>
            <p:spPr bwMode="auto">
              <a:xfrm>
                <a:off x="432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2" name="Freeform 90"/>
              <p:cNvSpPr/>
              <p:nvPr userDrawn="1"/>
            </p:nvSpPr>
            <p:spPr bwMode="auto">
              <a:xfrm>
                <a:off x="433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3" name="Freeform 91"/>
              <p:cNvSpPr/>
              <p:nvPr userDrawn="1"/>
            </p:nvSpPr>
            <p:spPr bwMode="auto">
              <a:xfrm>
                <a:off x="4349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4" name="Freeform 92"/>
              <p:cNvSpPr/>
              <p:nvPr userDrawn="1"/>
            </p:nvSpPr>
            <p:spPr bwMode="auto">
              <a:xfrm>
                <a:off x="436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5" name="Freeform 93"/>
              <p:cNvSpPr/>
              <p:nvPr userDrawn="1"/>
            </p:nvSpPr>
            <p:spPr bwMode="auto">
              <a:xfrm>
                <a:off x="438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6" name="Freeform 94"/>
              <p:cNvSpPr/>
              <p:nvPr userDrawn="1"/>
            </p:nvSpPr>
            <p:spPr bwMode="auto">
              <a:xfrm>
                <a:off x="439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7" name="Freeform 95"/>
              <p:cNvSpPr/>
              <p:nvPr userDrawn="1"/>
            </p:nvSpPr>
            <p:spPr bwMode="auto">
              <a:xfrm>
                <a:off x="440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8" name="Freeform 96"/>
              <p:cNvSpPr/>
              <p:nvPr userDrawn="1"/>
            </p:nvSpPr>
            <p:spPr bwMode="auto">
              <a:xfrm>
                <a:off x="4419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9" name="Freeform 97"/>
              <p:cNvSpPr/>
              <p:nvPr userDrawn="1"/>
            </p:nvSpPr>
            <p:spPr bwMode="auto">
              <a:xfrm>
                <a:off x="4432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0" name="Freeform 98"/>
              <p:cNvSpPr/>
              <p:nvPr userDrawn="1"/>
            </p:nvSpPr>
            <p:spPr bwMode="auto">
              <a:xfrm>
                <a:off x="444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1" name="Freeform 99"/>
              <p:cNvSpPr/>
              <p:nvPr userDrawn="1"/>
            </p:nvSpPr>
            <p:spPr bwMode="auto">
              <a:xfrm>
                <a:off x="445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2" name="Freeform 100"/>
              <p:cNvSpPr/>
              <p:nvPr userDrawn="1"/>
            </p:nvSpPr>
            <p:spPr bwMode="auto">
              <a:xfrm>
                <a:off x="447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3" name="Freeform 101"/>
              <p:cNvSpPr/>
              <p:nvPr userDrawn="1"/>
            </p:nvSpPr>
            <p:spPr bwMode="auto">
              <a:xfrm>
                <a:off x="4489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4" name="Freeform 102"/>
              <p:cNvSpPr/>
              <p:nvPr userDrawn="1"/>
            </p:nvSpPr>
            <p:spPr bwMode="auto">
              <a:xfrm>
                <a:off x="4502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5" name="Freeform 103"/>
              <p:cNvSpPr/>
              <p:nvPr userDrawn="1"/>
            </p:nvSpPr>
            <p:spPr bwMode="auto">
              <a:xfrm>
                <a:off x="451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6" name="Freeform 104"/>
              <p:cNvSpPr/>
              <p:nvPr userDrawn="1"/>
            </p:nvSpPr>
            <p:spPr bwMode="auto">
              <a:xfrm>
                <a:off x="452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7" name="Freeform 105"/>
              <p:cNvSpPr/>
              <p:nvPr userDrawn="1"/>
            </p:nvSpPr>
            <p:spPr bwMode="auto">
              <a:xfrm>
                <a:off x="454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8" name="Freeform 106"/>
              <p:cNvSpPr/>
              <p:nvPr userDrawn="1"/>
            </p:nvSpPr>
            <p:spPr bwMode="auto">
              <a:xfrm>
                <a:off x="455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9" name="Freeform 107"/>
              <p:cNvSpPr/>
              <p:nvPr userDrawn="1"/>
            </p:nvSpPr>
            <p:spPr bwMode="auto">
              <a:xfrm>
                <a:off x="456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0" name="Freeform 108"/>
              <p:cNvSpPr/>
              <p:nvPr userDrawn="1"/>
            </p:nvSpPr>
            <p:spPr bwMode="auto">
              <a:xfrm>
                <a:off x="458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1" name="Freeform 109"/>
              <p:cNvSpPr/>
              <p:nvPr userDrawn="1"/>
            </p:nvSpPr>
            <p:spPr bwMode="auto">
              <a:xfrm>
                <a:off x="459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2" name="Freeform 110"/>
              <p:cNvSpPr/>
              <p:nvPr userDrawn="1"/>
            </p:nvSpPr>
            <p:spPr bwMode="auto">
              <a:xfrm>
                <a:off x="461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3" name="Freeform 111"/>
              <p:cNvSpPr/>
              <p:nvPr userDrawn="1"/>
            </p:nvSpPr>
            <p:spPr bwMode="auto">
              <a:xfrm>
                <a:off x="462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4" name="Freeform 112"/>
              <p:cNvSpPr/>
              <p:nvPr userDrawn="1"/>
            </p:nvSpPr>
            <p:spPr bwMode="auto">
              <a:xfrm>
                <a:off x="462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5" name="Freeform 113"/>
              <p:cNvSpPr/>
              <p:nvPr userDrawn="1"/>
            </p:nvSpPr>
            <p:spPr bwMode="auto">
              <a:xfrm>
                <a:off x="3043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6" name="Freeform 114"/>
              <p:cNvSpPr/>
              <p:nvPr userDrawn="1"/>
            </p:nvSpPr>
            <p:spPr bwMode="auto">
              <a:xfrm>
                <a:off x="305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7" name="Freeform 115"/>
              <p:cNvSpPr/>
              <p:nvPr userDrawn="1"/>
            </p:nvSpPr>
            <p:spPr bwMode="auto">
              <a:xfrm>
                <a:off x="306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8" name="Freeform 116"/>
              <p:cNvSpPr/>
              <p:nvPr userDrawn="1"/>
            </p:nvSpPr>
            <p:spPr bwMode="auto">
              <a:xfrm>
                <a:off x="308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9" name="Freeform 117"/>
              <p:cNvSpPr/>
              <p:nvPr userDrawn="1"/>
            </p:nvSpPr>
            <p:spPr bwMode="auto">
              <a:xfrm>
                <a:off x="309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0" name="Freeform 118"/>
              <p:cNvSpPr/>
              <p:nvPr userDrawn="1"/>
            </p:nvSpPr>
            <p:spPr bwMode="auto">
              <a:xfrm>
                <a:off x="310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1" name="Freeform 119"/>
              <p:cNvSpPr/>
              <p:nvPr userDrawn="1"/>
            </p:nvSpPr>
            <p:spPr bwMode="auto">
              <a:xfrm>
                <a:off x="312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2" name="Freeform 120"/>
              <p:cNvSpPr/>
              <p:nvPr userDrawn="1"/>
            </p:nvSpPr>
            <p:spPr bwMode="auto">
              <a:xfrm>
                <a:off x="313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3" name="Freeform 121"/>
              <p:cNvSpPr/>
              <p:nvPr userDrawn="1"/>
            </p:nvSpPr>
            <p:spPr bwMode="auto">
              <a:xfrm>
                <a:off x="315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4" name="Freeform 122"/>
              <p:cNvSpPr/>
              <p:nvPr userDrawn="1"/>
            </p:nvSpPr>
            <p:spPr bwMode="auto">
              <a:xfrm>
                <a:off x="3165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5" name="Freeform 123"/>
              <p:cNvSpPr/>
              <p:nvPr userDrawn="1"/>
            </p:nvSpPr>
            <p:spPr bwMode="auto">
              <a:xfrm>
                <a:off x="3178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6" name="Freeform 124"/>
              <p:cNvSpPr/>
              <p:nvPr userDrawn="1"/>
            </p:nvSpPr>
            <p:spPr bwMode="auto">
              <a:xfrm>
                <a:off x="3191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7" name="Freeform 125"/>
              <p:cNvSpPr/>
              <p:nvPr userDrawn="1"/>
            </p:nvSpPr>
            <p:spPr bwMode="auto">
              <a:xfrm>
                <a:off x="320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8" name="Freeform 126"/>
              <p:cNvSpPr/>
              <p:nvPr userDrawn="1"/>
            </p:nvSpPr>
            <p:spPr bwMode="auto">
              <a:xfrm>
                <a:off x="3217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9" name="Freeform 127"/>
              <p:cNvSpPr/>
              <p:nvPr userDrawn="1"/>
            </p:nvSpPr>
            <p:spPr bwMode="auto">
              <a:xfrm>
                <a:off x="3230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0" name="Freeform 128"/>
              <p:cNvSpPr/>
              <p:nvPr userDrawn="1"/>
            </p:nvSpPr>
            <p:spPr bwMode="auto">
              <a:xfrm>
                <a:off x="324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1" name="Freeform 129"/>
              <p:cNvSpPr/>
              <p:nvPr userDrawn="1"/>
            </p:nvSpPr>
            <p:spPr bwMode="auto">
              <a:xfrm>
                <a:off x="3257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2" name="Freeform 130"/>
              <p:cNvSpPr/>
              <p:nvPr userDrawn="1"/>
            </p:nvSpPr>
            <p:spPr bwMode="auto">
              <a:xfrm>
                <a:off x="3270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3" name="Freeform 131"/>
              <p:cNvSpPr/>
              <p:nvPr userDrawn="1"/>
            </p:nvSpPr>
            <p:spPr bwMode="auto">
              <a:xfrm>
                <a:off x="3283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4" name="Freeform 132"/>
              <p:cNvSpPr/>
              <p:nvPr userDrawn="1"/>
            </p:nvSpPr>
            <p:spPr bwMode="auto">
              <a:xfrm>
                <a:off x="329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5" name="Freeform 133"/>
              <p:cNvSpPr/>
              <p:nvPr userDrawn="1"/>
            </p:nvSpPr>
            <p:spPr bwMode="auto">
              <a:xfrm>
                <a:off x="330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6" name="Freeform 134"/>
              <p:cNvSpPr/>
              <p:nvPr userDrawn="1"/>
            </p:nvSpPr>
            <p:spPr bwMode="auto">
              <a:xfrm>
                <a:off x="332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7" name="Freeform 135"/>
              <p:cNvSpPr/>
              <p:nvPr userDrawn="1"/>
            </p:nvSpPr>
            <p:spPr bwMode="auto">
              <a:xfrm>
                <a:off x="333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8" name="Freeform 136"/>
              <p:cNvSpPr/>
              <p:nvPr userDrawn="1"/>
            </p:nvSpPr>
            <p:spPr bwMode="auto">
              <a:xfrm>
                <a:off x="335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9" name="Freeform 137"/>
              <p:cNvSpPr/>
              <p:nvPr userDrawn="1"/>
            </p:nvSpPr>
            <p:spPr bwMode="auto">
              <a:xfrm>
                <a:off x="3365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0" name="Freeform 138"/>
              <p:cNvSpPr/>
              <p:nvPr userDrawn="1"/>
            </p:nvSpPr>
            <p:spPr bwMode="auto">
              <a:xfrm>
                <a:off x="3378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1" name="Freeform 139"/>
              <p:cNvSpPr/>
              <p:nvPr userDrawn="1"/>
            </p:nvSpPr>
            <p:spPr bwMode="auto">
              <a:xfrm>
                <a:off x="339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2" name="Freeform 140"/>
              <p:cNvSpPr/>
              <p:nvPr userDrawn="1"/>
            </p:nvSpPr>
            <p:spPr bwMode="auto">
              <a:xfrm>
                <a:off x="3405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3" name="Freeform 141"/>
              <p:cNvSpPr/>
              <p:nvPr userDrawn="1"/>
            </p:nvSpPr>
            <p:spPr bwMode="auto">
              <a:xfrm>
                <a:off x="3418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4" name="Freeform 142"/>
              <p:cNvSpPr/>
              <p:nvPr userDrawn="1"/>
            </p:nvSpPr>
            <p:spPr bwMode="auto">
              <a:xfrm>
                <a:off x="3431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5" name="Freeform 143"/>
              <p:cNvSpPr/>
              <p:nvPr userDrawn="1"/>
            </p:nvSpPr>
            <p:spPr bwMode="auto">
              <a:xfrm>
                <a:off x="344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6" name="Freeform 144"/>
              <p:cNvSpPr/>
              <p:nvPr userDrawn="1"/>
            </p:nvSpPr>
            <p:spPr bwMode="auto">
              <a:xfrm>
                <a:off x="3457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7" name="Freeform 145"/>
              <p:cNvSpPr/>
              <p:nvPr userDrawn="1"/>
            </p:nvSpPr>
            <p:spPr bwMode="auto">
              <a:xfrm>
                <a:off x="3470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8" name="Freeform 146"/>
              <p:cNvSpPr/>
              <p:nvPr userDrawn="1"/>
            </p:nvSpPr>
            <p:spPr bwMode="auto">
              <a:xfrm>
                <a:off x="3483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9" name="Freeform 147"/>
              <p:cNvSpPr/>
              <p:nvPr userDrawn="1"/>
            </p:nvSpPr>
            <p:spPr bwMode="auto">
              <a:xfrm>
                <a:off x="349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0" name="Freeform 148"/>
              <p:cNvSpPr/>
              <p:nvPr userDrawn="1"/>
            </p:nvSpPr>
            <p:spPr bwMode="auto">
              <a:xfrm>
                <a:off x="350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1" name="Freeform 149"/>
              <p:cNvSpPr/>
              <p:nvPr userDrawn="1"/>
            </p:nvSpPr>
            <p:spPr bwMode="auto">
              <a:xfrm>
                <a:off x="3527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2" name="Freeform 150"/>
              <p:cNvSpPr/>
              <p:nvPr userDrawn="1"/>
            </p:nvSpPr>
            <p:spPr bwMode="auto">
              <a:xfrm>
                <a:off x="3540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3" name="Freeform 151"/>
              <p:cNvSpPr/>
              <p:nvPr userDrawn="1"/>
            </p:nvSpPr>
            <p:spPr bwMode="auto">
              <a:xfrm>
                <a:off x="3553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4" name="Freeform 152"/>
              <p:cNvSpPr/>
              <p:nvPr userDrawn="1"/>
            </p:nvSpPr>
            <p:spPr bwMode="auto">
              <a:xfrm>
                <a:off x="356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5" name="Freeform 153"/>
              <p:cNvSpPr/>
              <p:nvPr userDrawn="1"/>
            </p:nvSpPr>
            <p:spPr bwMode="auto">
              <a:xfrm>
                <a:off x="357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6" name="Freeform 154"/>
              <p:cNvSpPr/>
              <p:nvPr userDrawn="1"/>
            </p:nvSpPr>
            <p:spPr bwMode="auto">
              <a:xfrm>
                <a:off x="359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7" name="Freeform 155"/>
              <p:cNvSpPr/>
              <p:nvPr userDrawn="1"/>
            </p:nvSpPr>
            <p:spPr bwMode="auto">
              <a:xfrm>
                <a:off x="3605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8" name="Freeform 156"/>
              <p:cNvSpPr/>
              <p:nvPr userDrawn="1"/>
            </p:nvSpPr>
            <p:spPr bwMode="auto">
              <a:xfrm>
                <a:off x="3618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9" name="Freeform 157"/>
              <p:cNvSpPr/>
              <p:nvPr userDrawn="1"/>
            </p:nvSpPr>
            <p:spPr bwMode="auto">
              <a:xfrm>
                <a:off x="3631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0" name="Freeform 158"/>
              <p:cNvSpPr/>
              <p:nvPr userDrawn="1"/>
            </p:nvSpPr>
            <p:spPr bwMode="auto">
              <a:xfrm>
                <a:off x="364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1" name="Freeform 159"/>
              <p:cNvSpPr/>
              <p:nvPr userDrawn="1"/>
            </p:nvSpPr>
            <p:spPr bwMode="auto">
              <a:xfrm>
                <a:off x="3657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2" name="Freeform 160"/>
              <p:cNvSpPr/>
              <p:nvPr userDrawn="1"/>
            </p:nvSpPr>
            <p:spPr bwMode="auto">
              <a:xfrm>
                <a:off x="3670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3" name="Freeform 161"/>
              <p:cNvSpPr/>
              <p:nvPr userDrawn="1"/>
            </p:nvSpPr>
            <p:spPr bwMode="auto">
              <a:xfrm>
                <a:off x="3683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4" name="Freeform 162"/>
              <p:cNvSpPr/>
              <p:nvPr userDrawn="1"/>
            </p:nvSpPr>
            <p:spPr bwMode="auto">
              <a:xfrm>
                <a:off x="369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5" name="Freeform 163"/>
              <p:cNvSpPr/>
              <p:nvPr userDrawn="1"/>
            </p:nvSpPr>
            <p:spPr bwMode="auto">
              <a:xfrm>
                <a:off x="370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6" name="Freeform 164"/>
              <p:cNvSpPr/>
              <p:nvPr userDrawn="1"/>
            </p:nvSpPr>
            <p:spPr bwMode="auto">
              <a:xfrm>
                <a:off x="370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7" name="Freeform 165"/>
              <p:cNvSpPr/>
              <p:nvPr userDrawn="1"/>
            </p:nvSpPr>
            <p:spPr bwMode="auto">
              <a:xfrm>
                <a:off x="3931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8" name="Freeform 166"/>
              <p:cNvSpPr/>
              <p:nvPr userDrawn="1"/>
            </p:nvSpPr>
            <p:spPr bwMode="auto">
              <a:xfrm>
                <a:off x="394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9" name="Freeform 167"/>
              <p:cNvSpPr/>
              <p:nvPr userDrawn="1"/>
            </p:nvSpPr>
            <p:spPr bwMode="auto">
              <a:xfrm>
                <a:off x="396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0" name="Freeform 168"/>
              <p:cNvSpPr/>
              <p:nvPr userDrawn="1"/>
            </p:nvSpPr>
            <p:spPr bwMode="auto">
              <a:xfrm>
                <a:off x="3975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1" name="Freeform 169"/>
              <p:cNvSpPr/>
              <p:nvPr userDrawn="1"/>
            </p:nvSpPr>
            <p:spPr bwMode="auto">
              <a:xfrm>
                <a:off x="3988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2" name="Freeform 170"/>
              <p:cNvSpPr/>
              <p:nvPr userDrawn="1"/>
            </p:nvSpPr>
            <p:spPr bwMode="auto">
              <a:xfrm>
                <a:off x="4001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3" name="Freeform 171"/>
              <p:cNvSpPr/>
              <p:nvPr userDrawn="1"/>
            </p:nvSpPr>
            <p:spPr bwMode="auto">
              <a:xfrm>
                <a:off x="401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4" name="Freeform 172"/>
              <p:cNvSpPr/>
              <p:nvPr userDrawn="1"/>
            </p:nvSpPr>
            <p:spPr bwMode="auto">
              <a:xfrm>
                <a:off x="4027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5" name="Freeform 173"/>
              <p:cNvSpPr/>
              <p:nvPr userDrawn="1"/>
            </p:nvSpPr>
            <p:spPr bwMode="auto">
              <a:xfrm>
                <a:off x="4040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6" name="Freeform 174"/>
              <p:cNvSpPr/>
              <p:nvPr userDrawn="1"/>
            </p:nvSpPr>
            <p:spPr bwMode="auto">
              <a:xfrm>
                <a:off x="4053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7" name="Freeform 175"/>
              <p:cNvSpPr/>
              <p:nvPr userDrawn="1"/>
            </p:nvSpPr>
            <p:spPr bwMode="auto">
              <a:xfrm>
                <a:off x="406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8" name="Freeform 176"/>
              <p:cNvSpPr/>
              <p:nvPr userDrawn="1"/>
            </p:nvSpPr>
            <p:spPr bwMode="auto">
              <a:xfrm>
                <a:off x="407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9" name="Freeform 177"/>
              <p:cNvSpPr/>
              <p:nvPr userDrawn="1"/>
            </p:nvSpPr>
            <p:spPr bwMode="auto">
              <a:xfrm>
                <a:off x="4093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0" name="Freeform 178"/>
              <p:cNvSpPr/>
              <p:nvPr userDrawn="1"/>
            </p:nvSpPr>
            <p:spPr bwMode="auto">
              <a:xfrm>
                <a:off x="410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1" name="Freeform 179"/>
              <p:cNvSpPr/>
              <p:nvPr userDrawn="1"/>
            </p:nvSpPr>
            <p:spPr bwMode="auto">
              <a:xfrm>
                <a:off x="411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2" name="Freeform 180"/>
              <p:cNvSpPr/>
              <p:nvPr userDrawn="1"/>
            </p:nvSpPr>
            <p:spPr bwMode="auto">
              <a:xfrm>
                <a:off x="413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3" name="Freeform 181"/>
              <p:cNvSpPr/>
              <p:nvPr userDrawn="1"/>
            </p:nvSpPr>
            <p:spPr bwMode="auto">
              <a:xfrm>
                <a:off x="414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4" name="Freeform 182"/>
              <p:cNvSpPr/>
              <p:nvPr userDrawn="1"/>
            </p:nvSpPr>
            <p:spPr bwMode="auto">
              <a:xfrm>
                <a:off x="416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5" name="Freeform 183"/>
              <p:cNvSpPr/>
              <p:nvPr userDrawn="1"/>
            </p:nvSpPr>
            <p:spPr bwMode="auto">
              <a:xfrm>
                <a:off x="4175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6" name="Freeform 184"/>
              <p:cNvSpPr/>
              <p:nvPr userDrawn="1"/>
            </p:nvSpPr>
            <p:spPr bwMode="auto">
              <a:xfrm>
                <a:off x="4188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7" name="Freeform 185"/>
              <p:cNvSpPr/>
              <p:nvPr userDrawn="1"/>
            </p:nvSpPr>
            <p:spPr bwMode="auto">
              <a:xfrm>
                <a:off x="4201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8" name="Freeform 186"/>
              <p:cNvSpPr/>
              <p:nvPr userDrawn="1"/>
            </p:nvSpPr>
            <p:spPr bwMode="auto">
              <a:xfrm>
                <a:off x="421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9" name="Freeform 187"/>
              <p:cNvSpPr/>
              <p:nvPr userDrawn="1"/>
            </p:nvSpPr>
            <p:spPr bwMode="auto">
              <a:xfrm>
                <a:off x="4227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0" name="Freeform 188"/>
              <p:cNvSpPr/>
              <p:nvPr userDrawn="1"/>
            </p:nvSpPr>
            <p:spPr bwMode="auto">
              <a:xfrm>
                <a:off x="4241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1" name="Freeform 189"/>
              <p:cNvSpPr/>
              <p:nvPr userDrawn="1"/>
            </p:nvSpPr>
            <p:spPr bwMode="auto">
              <a:xfrm>
                <a:off x="425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2" name="Freeform 190"/>
              <p:cNvSpPr/>
              <p:nvPr userDrawn="1"/>
            </p:nvSpPr>
            <p:spPr bwMode="auto">
              <a:xfrm>
                <a:off x="4267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3" name="Freeform 191"/>
              <p:cNvSpPr/>
              <p:nvPr userDrawn="1"/>
            </p:nvSpPr>
            <p:spPr bwMode="auto">
              <a:xfrm>
                <a:off x="4280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4" name="Freeform 192"/>
              <p:cNvSpPr/>
              <p:nvPr userDrawn="1"/>
            </p:nvSpPr>
            <p:spPr bwMode="auto">
              <a:xfrm>
                <a:off x="4293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5" name="Freeform 193"/>
              <p:cNvSpPr/>
              <p:nvPr userDrawn="1"/>
            </p:nvSpPr>
            <p:spPr bwMode="auto">
              <a:xfrm>
                <a:off x="430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6" name="Freeform 194"/>
              <p:cNvSpPr/>
              <p:nvPr userDrawn="1"/>
            </p:nvSpPr>
            <p:spPr bwMode="auto">
              <a:xfrm>
                <a:off x="431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7" name="Freeform 195"/>
              <p:cNvSpPr/>
              <p:nvPr userDrawn="1"/>
            </p:nvSpPr>
            <p:spPr bwMode="auto">
              <a:xfrm>
                <a:off x="433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8" name="Freeform 196"/>
              <p:cNvSpPr/>
              <p:nvPr userDrawn="1"/>
            </p:nvSpPr>
            <p:spPr bwMode="auto">
              <a:xfrm>
                <a:off x="434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9" name="Freeform 197"/>
              <p:cNvSpPr/>
              <p:nvPr userDrawn="1"/>
            </p:nvSpPr>
            <p:spPr bwMode="auto">
              <a:xfrm>
                <a:off x="436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0" name="Freeform 198"/>
              <p:cNvSpPr/>
              <p:nvPr userDrawn="1"/>
            </p:nvSpPr>
            <p:spPr bwMode="auto">
              <a:xfrm>
                <a:off x="437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1" name="Freeform 199"/>
              <p:cNvSpPr/>
              <p:nvPr userDrawn="1"/>
            </p:nvSpPr>
            <p:spPr bwMode="auto">
              <a:xfrm>
                <a:off x="438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2" name="Freeform 200"/>
              <p:cNvSpPr/>
              <p:nvPr userDrawn="1"/>
            </p:nvSpPr>
            <p:spPr bwMode="auto">
              <a:xfrm>
                <a:off x="440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3" name="Freeform 201"/>
              <p:cNvSpPr/>
              <p:nvPr userDrawn="1"/>
            </p:nvSpPr>
            <p:spPr bwMode="auto">
              <a:xfrm>
                <a:off x="4415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4" name="Freeform 202"/>
              <p:cNvSpPr/>
              <p:nvPr userDrawn="1"/>
            </p:nvSpPr>
            <p:spPr bwMode="auto">
              <a:xfrm>
                <a:off x="4428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5" name="Freeform 203"/>
              <p:cNvSpPr/>
              <p:nvPr userDrawn="1"/>
            </p:nvSpPr>
            <p:spPr bwMode="auto">
              <a:xfrm>
                <a:off x="4441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6" name="Freeform 204"/>
              <p:cNvSpPr/>
              <p:nvPr userDrawn="1"/>
            </p:nvSpPr>
            <p:spPr bwMode="auto">
              <a:xfrm>
                <a:off x="445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15" name="Freeform 206"/>
            <p:cNvSpPr/>
            <p:nvPr userDrawn="1"/>
          </p:nvSpPr>
          <p:spPr bwMode="auto">
            <a:xfrm>
              <a:off x="7091363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Freeform 207"/>
            <p:cNvSpPr/>
            <p:nvPr userDrawn="1"/>
          </p:nvSpPr>
          <p:spPr bwMode="auto">
            <a:xfrm>
              <a:off x="7112000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208"/>
            <p:cNvSpPr/>
            <p:nvPr userDrawn="1"/>
          </p:nvSpPr>
          <p:spPr bwMode="auto">
            <a:xfrm>
              <a:off x="7132638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209"/>
            <p:cNvSpPr/>
            <p:nvPr userDrawn="1"/>
          </p:nvSpPr>
          <p:spPr bwMode="auto">
            <a:xfrm>
              <a:off x="7153275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Freeform 210"/>
            <p:cNvSpPr/>
            <p:nvPr userDrawn="1"/>
          </p:nvSpPr>
          <p:spPr bwMode="auto">
            <a:xfrm>
              <a:off x="7173913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211"/>
            <p:cNvSpPr/>
            <p:nvPr userDrawn="1"/>
          </p:nvSpPr>
          <p:spPr bwMode="auto">
            <a:xfrm>
              <a:off x="7194550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212"/>
            <p:cNvSpPr/>
            <p:nvPr userDrawn="1"/>
          </p:nvSpPr>
          <p:spPr bwMode="auto">
            <a:xfrm>
              <a:off x="7223125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213"/>
            <p:cNvSpPr/>
            <p:nvPr userDrawn="1"/>
          </p:nvSpPr>
          <p:spPr bwMode="auto">
            <a:xfrm>
              <a:off x="7243763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Freeform 214"/>
            <p:cNvSpPr/>
            <p:nvPr userDrawn="1"/>
          </p:nvSpPr>
          <p:spPr bwMode="auto">
            <a:xfrm>
              <a:off x="7264400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Freeform 215"/>
            <p:cNvSpPr/>
            <p:nvPr userDrawn="1"/>
          </p:nvSpPr>
          <p:spPr bwMode="auto">
            <a:xfrm>
              <a:off x="7285038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Freeform 216"/>
            <p:cNvSpPr/>
            <p:nvPr userDrawn="1"/>
          </p:nvSpPr>
          <p:spPr bwMode="auto">
            <a:xfrm>
              <a:off x="7305675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" name="Freeform 217"/>
            <p:cNvSpPr/>
            <p:nvPr userDrawn="1"/>
          </p:nvSpPr>
          <p:spPr bwMode="auto">
            <a:xfrm>
              <a:off x="7326313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Freeform 218"/>
            <p:cNvSpPr/>
            <p:nvPr userDrawn="1"/>
          </p:nvSpPr>
          <p:spPr bwMode="auto">
            <a:xfrm>
              <a:off x="7326313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Freeform 219"/>
            <p:cNvSpPr>
              <a:spLocks noEditPoints="1"/>
            </p:cNvSpPr>
            <p:nvPr userDrawn="1"/>
          </p:nvSpPr>
          <p:spPr bwMode="auto">
            <a:xfrm>
              <a:off x="10160000" y="4513263"/>
              <a:ext cx="636588" cy="342900"/>
            </a:xfrm>
            <a:custGeom>
              <a:avLst/>
              <a:gdLst>
                <a:gd name="T0" fmla="*/ 344 w 401"/>
                <a:gd name="T1" fmla="*/ 57 h 216"/>
                <a:gd name="T2" fmla="*/ 318 w 401"/>
                <a:gd name="T3" fmla="*/ 0 h 216"/>
                <a:gd name="T4" fmla="*/ 287 w 401"/>
                <a:gd name="T5" fmla="*/ 57 h 216"/>
                <a:gd name="T6" fmla="*/ 287 w 401"/>
                <a:gd name="T7" fmla="*/ 79 h 216"/>
                <a:gd name="T8" fmla="*/ 235 w 401"/>
                <a:gd name="T9" fmla="*/ 79 h 216"/>
                <a:gd name="T10" fmla="*/ 235 w 401"/>
                <a:gd name="T11" fmla="*/ 57 h 216"/>
                <a:gd name="T12" fmla="*/ 205 w 401"/>
                <a:gd name="T13" fmla="*/ 0 h 216"/>
                <a:gd name="T14" fmla="*/ 174 w 401"/>
                <a:gd name="T15" fmla="*/ 57 h 216"/>
                <a:gd name="T16" fmla="*/ 174 w 401"/>
                <a:gd name="T17" fmla="*/ 79 h 216"/>
                <a:gd name="T18" fmla="*/ 118 w 401"/>
                <a:gd name="T19" fmla="*/ 79 h 216"/>
                <a:gd name="T20" fmla="*/ 118 w 401"/>
                <a:gd name="T21" fmla="*/ 57 h 216"/>
                <a:gd name="T22" fmla="*/ 87 w 401"/>
                <a:gd name="T23" fmla="*/ 0 h 216"/>
                <a:gd name="T24" fmla="*/ 57 w 401"/>
                <a:gd name="T25" fmla="*/ 57 h 216"/>
                <a:gd name="T26" fmla="*/ 57 w 401"/>
                <a:gd name="T27" fmla="*/ 79 h 216"/>
                <a:gd name="T28" fmla="*/ 74 w 401"/>
                <a:gd name="T29" fmla="*/ 136 h 216"/>
                <a:gd name="T30" fmla="*/ 104 w 401"/>
                <a:gd name="T31" fmla="*/ 216 h 216"/>
                <a:gd name="T32" fmla="*/ 118 w 401"/>
                <a:gd name="T33" fmla="*/ 136 h 216"/>
                <a:gd name="T34" fmla="*/ 192 w 401"/>
                <a:gd name="T35" fmla="*/ 136 h 216"/>
                <a:gd name="T36" fmla="*/ 218 w 401"/>
                <a:gd name="T37" fmla="*/ 216 h 216"/>
                <a:gd name="T38" fmla="*/ 226 w 401"/>
                <a:gd name="T39" fmla="*/ 136 h 216"/>
                <a:gd name="T40" fmla="*/ 300 w 401"/>
                <a:gd name="T41" fmla="*/ 136 h 216"/>
                <a:gd name="T42" fmla="*/ 331 w 401"/>
                <a:gd name="T43" fmla="*/ 216 h 216"/>
                <a:gd name="T44" fmla="*/ 401 w 401"/>
                <a:gd name="T45" fmla="*/ 136 h 216"/>
                <a:gd name="T46" fmla="*/ 370 w 401"/>
                <a:gd name="T47" fmla="*/ 79 h 216"/>
                <a:gd name="T48" fmla="*/ 96 w 401"/>
                <a:gd name="T49" fmla="*/ 207 h 216"/>
                <a:gd name="T50" fmla="*/ 83 w 401"/>
                <a:gd name="T51" fmla="*/ 132 h 216"/>
                <a:gd name="T52" fmla="*/ 78 w 401"/>
                <a:gd name="T53" fmla="*/ 70 h 216"/>
                <a:gd name="T54" fmla="*/ 78 w 401"/>
                <a:gd name="T55" fmla="*/ 48 h 216"/>
                <a:gd name="T56" fmla="*/ 87 w 401"/>
                <a:gd name="T57" fmla="*/ 13 h 216"/>
                <a:gd name="T58" fmla="*/ 100 w 401"/>
                <a:gd name="T59" fmla="*/ 48 h 216"/>
                <a:gd name="T60" fmla="*/ 100 w 401"/>
                <a:gd name="T61" fmla="*/ 70 h 216"/>
                <a:gd name="T62" fmla="*/ 126 w 401"/>
                <a:gd name="T63" fmla="*/ 132 h 216"/>
                <a:gd name="T64" fmla="*/ 135 w 401"/>
                <a:gd name="T65" fmla="*/ 132 h 216"/>
                <a:gd name="T66" fmla="*/ 157 w 401"/>
                <a:gd name="T67" fmla="*/ 132 h 216"/>
                <a:gd name="T68" fmla="*/ 213 w 401"/>
                <a:gd name="T69" fmla="*/ 132 h 216"/>
                <a:gd name="T70" fmla="*/ 196 w 401"/>
                <a:gd name="T71" fmla="*/ 207 h 216"/>
                <a:gd name="T72" fmla="*/ 165 w 401"/>
                <a:gd name="T73" fmla="*/ 132 h 216"/>
                <a:gd name="T74" fmla="*/ 196 w 401"/>
                <a:gd name="T75" fmla="*/ 70 h 216"/>
                <a:gd name="T76" fmla="*/ 192 w 401"/>
                <a:gd name="T77" fmla="*/ 48 h 216"/>
                <a:gd name="T78" fmla="*/ 205 w 401"/>
                <a:gd name="T79" fmla="*/ 13 h 216"/>
                <a:gd name="T80" fmla="*/ 218 w 401"/>
                <a:gd name="T81" fmla="*/ 48 h 216"/>
                <a:gd name="T82" fmla="*/ 218 w 401"/>
                <a:gd name="T83" fmla="*/ 70 h 216"/>
                <a:gd name="T84" fmla="*/ 235 w 401"/>
                <a:gd name="T85" fmla="*/ 132 h 216"/>
                <a:gd name="T86" fmla="*/ 248 w 401"/>
                <a:gd name="T87" fmla="*/ 132 h 216"/>
                <a:gd name="T88" fmla="*/ 274 w 401"/>
                <a:gd name="T89" fmla="*/ 132 h 216"/>
                <a:gd name="T90" fmla="*/ 383 w 401"/>
                <a:gd name="T91" fmla="*/ 132 h 216"/>
                <a:gd name="T92" fmla="*/ 322 w 401"/>
                <a:gd name="T93" fmla="*/ 207 h 216"/>
                <a:gd name="T94" fmla="*/ 309 w 401"/>
                <a:gd name="T95" fmla="*/ 132 h 216"/>
                <a:gd name="T96" fmla="*/ 266 w 401"/>
                <a:gd name="T97" fmla="*/ 110 h 216"/>
                <a:gd name="T98" fmla="*/ 283 w 401"/>
                <a:gd name="T99" fmla="*/ 70 h 216"/>
                <a:gd name="T100" fmla="*/ 283 w 401"/>
                <a:gd name="T101" fmla="*/ 48 h 216"/>
                <a:gd name="T102" fmla="*/ 348 w 401"/>
                <a:gd name="T103" fmla="*/ 48 h 216"/>
                <a:gd name="T104" fmla="*/ 348 w 401"/>
                <a:gd name="T105" fmla="*/ 70 h 216"/>
                <a:gd name="T106" fmla="*/ 383 w 401"/>
                <a:gd name="T107" fmla="*/ 132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01" h="216">
                  <a:moveTo>
                    <a:pt x="370" y="79"/>
                  </a:moveTo>
                  <a:lnTo>
                    <a:pt x="344" y="57"/>
                  </a:lnTo>
                  <a:lnTo>
                    <a:pt x="370" y="57"/>
                  </a:lnTo>
                  <a:lnTo>
                    <a:pt x="318" y="0"/>
                  </a:lnTo>
                  <a:lnTo>
                    <a:pt x="261" y="57"/>
                  </a:lnTo>
                  <a:lnTo>
                    <a:pt x="287" y="57"/>
                  </a:lnTo>
                  <a:lnTo>
                    <a:pt x="261" y="79"/>
                  </a:lnTo>
                  <a:lnTo>
                    <a:pt x="287" y="79"/>
                  </a:lnTo>
                  <a:lnTo>
                    <a:pt x="261" y="105"/>
                  </a:lnTo>
                  <a:lnTo>
                    <a:pt x="235" y="79"/>
                  </a:lnTo>
                  <a:lnTo>
                    <a:pt x="257" y="79"/>
                  </a:lnTo>
                  <a:lnTo>
                    <a:pt x="235" y="57"/>
                  </a:lnTo>
                  <a:lnTo>
                    <a:pt x="257" y="57"/>
                  </a:lnTo>
                  <a:lnTo>
                    <a:pt x="205" y="0"/>
                  </a:lnTo>
                  <a:lnTo>
                    <a:pt x="152" y="57"/>
                  </a:lnTo>
                  <a:lnTo>
                    <a:pt x="174" y="57"/>
                  </a:lnTo>
                  <a:lnTo>
                    <a:pt x="152" y="79"/>
                  </a:lnTo>
                  <a:lnTo>
                    <a:pt x="174" y="79"/>
                  </a:lnTo>
                  <a:lnTo>
                    <a:pt x="148" y="110"/>
                  </a:lnTo>
                  <a:lnTo>
                    <a:pt x="118" y="79"/>
                  </a:lnTo>
                  <a:lnTo>
                    <a:pt x="139" y="79"/>
                  </a:lnTo>
                  <a:lnTo>
                    <a:pt x="118" y="57"/>
                  </a:lnTo>
                  <a:lnTo>
                    <a:pt x="139" y="57"/>
                  </a:lnTo>
                  <a:lnTo>
                    <a:pt x="87" y="0"/>
                  </a:lnTo>
                  <a:lnTo>
                    <a:pt x="35" y="57"/>
                  </a:lnTo>
                  <a:lnTo>
                    <a:pt x="57" y="57"/>
                  </a:lnTo>
                  <a:lnTo>
                    <a:pt x="35" y="79"/>
                  </a:lnTo>
                  <a:lnTo>
                    <a:pt x="57" y="79"/>
                  </a:lnTo>
                  <a:lnTo>
                    <a:pt x="0" y="136"/>
                  </a:lnTo>
                  <a:lnTo>
                    <a:pt x="74" y="136"/>
                  </a:lnTo>
                  <a:lnTo>
                    <a:pt x="74" y="216"/>
                  </a:lnTo>
                  <a:lnTo>
                    <a:pt x="104" y="216"/>
                  </a:lnTo>
                  <a:lnTo>
                    <a:pt x="104" y="136"/>
                  </a:lnTo>
                  <a:lnTo>
                    <a:pt x="118" y="136"/>
                  </a:lnTo>
                  <a:lnTo>
                    <a:pt x="174" y="136"/>
                  </a:lnTo>
                  <a:lnTo>
                    <a:pt x="192" y="136"/>
                  </a:lnTo>
                  <a:lnTo>
                    <a:pt x="192" y="216"/>
                  </a:lnTo>
                  <a:lnTo>
                    <a:pt x="218" y="216"/>
                  </a:lnTo>
                  <a:lnTo>
                    <a:pt x="218" y="136"/>
                  </a:lnTo>
                  <a:lnTo>
                    <a:pt x="226" y="136"/>
                  </a:lnTo>
                  <a:lnTo>
                    <a:pt x="292" y="136"/>
                  </a:lnTo>
                  <a:lnTo>
                    <a:pt x="300" y="136"/>
                  </a:lnTo>
                  <a:lnTo>
                    <a:pt x="300" y="216"/>
                  </a:lnTo>
                  <a:lnTo>
                    <a:pt x="331" y="216"/>
                  </a:lnTo>
                  <a:lnTo>
                    <a:pt x="331" y="136"/>
                  </a:lnTo>
                  <a:lnTo>
                    <a:pt x="401" y="136"/>
                  </a:lnTo>
                  <a:lnTo>
                    <a:pt x="344" y="79"/>
                  </a:lnTo>
                  <a:lnTo>
                    <a:pt x="370" y="79"/>
                  </a:lnTo>
                  <a:close/>
                  <a:moveTo>
                    <a:pt x="96" y="132"/>
                  </a:moveTo>
                  <a:lnTo>
                    <a:pt x="96" y="207"/>
                  </a:lnTo>
                  <a:lnTo>
                    <a:pt x="83" y="207"/>
                  </a:lnTo>
                  <a:lnTo>
                    <a:pt x="83" y="132"/>
                  </a:lnTo>
                  <a:lnTo>
                    <a:pt x="17" y="132"/>
                  </a:lnTo>
                  <a:lnTo>
                    <a:pt x="78" y="70"/>
                  </a:lnTo>
                  <a:lnTo>
                    <a:pt x="52" y="70"/>
                  </a:lnTo>
                  <a:lnTo>
                    <a:pt x="78" y="48"/>
                  </a:lnTo>
                  <a:lnTo>
                    <a:pt x="52" y="48"/>
                  </a:lnTo>
                  <a:lnTo>
                    <a:pt x="87" y="13"/>
                  </a:lnTo>
                  <a:lnTo>
                    <a:pt x="122" y="48"/>
                  </a:lnTo>
                  <a:lnTo>
                    <a:pt x="100" y="48"/>
                  </a:lnTo>
                  <a:lnTo>
                    <a:pt x="122" y="70"/>
                  </a:lnTo>
                  <a:lnTo>
                    <a:pt x="100" y="70"/>
                  </a:lnTo>
                  <a:lnTo>
                    <a:pt x="139" y="114"/>
                  </a:lnTo>
                  <a:lnTo>
                    <a:pt x="126" y="132"/>
                  </a:lnTo>
                  <a:lnTo>
                    <a:pt x="96" y="132"/>
                  </a:lnTo>
                  <a:close/>
                  <a:moveTo>
                    <a:pt x="135" y="132"/>
                  </a:moveTo>
                  <a:lnTo>
                    <a:pt x="148" y="119"/>
                  </a:lnTo>
                  <a:lnTo>
                    <a:pt x="157" y="132"/>
                  </a:lnTo>
                  <a:lnTo>
                    <a:pt x="135" y="132"/>
                  </a:lnTo>
                  <a:close/>
                  <a:moveTo>
                    <a:pt x="213" y="132"/>
                  </a:moveTo>
                  <a:lnTo>
                    <a:pt x="213" y="207"/>
                  </a:lnTo>
                  <a:lnTo>
                    <a:pt x="196" y="207"/>
                  </a:lnTo>
                  <a:lnTo>
                    <a:pt x="196" y="132"/>
                  </a:lnTo>
                  <a:lnTo>
                    <a:pt x="165" y="132"/>
                  </a:lnTo>
                  <a:lnTo>
                    <a:pt x="152" y="114"/>
                  </a:lnTo>
                  <a:lnTo>
                    <a:pt x="196" y="70"/>
                  </a:lnTo>
                  <a:lnTo>
                    <a:pt x="170" y="70"/>
                  </a:lnTo>
                  <a:lnTo>
                    <a:pt x="192" y="48"/>
                  </a:lnTo>
                  <a:lnTo>
                    <a:pt x="170" y="48"/>
                  </a:lnTo>
                  <a:lnTo>
                    <a:pt x="205" y="13"/>
                  </a:lnTo>
                  <a:lnTo>
                    <a:pt x="239" y="48"/>
                  </a:lnTo>
                  <a:lnTo>
                    <a:pt x="218" y="48"/>
                  </a:lnTo>
                  <a:lnTo>
                    <a:pt x="239" y="70"/>
                  </a:lnTo>
                  <a:lnTo>
                    <a:pt x="218" y="70"/>
                  </a:lnTo>
                  <a:lnTo>
                    <a:pt x="253" y="110"/>
                  </a:lnTo>
                  <a:lnTo>
                    <a:pt x="235" y="132"/>
                  </a:lnTo>
                  <a:lnTo>
                    <a:pt x="213" y="132"/>
                  </a:lnTo>
                  <a:close/>
                  <a:moveTo>
                    <a:pt x="248" y="132"/>
                  </a:moveTo>
                  <a:lnTo>
                    <a:pt x="261" y="119"/>
                  </a:lnTo>
                  <a:lnTo>
                    <a:pt x="274" y="132"/>
                  </a:lnTo>
                  <a:lnTo>
                    <a:pt x="248" y="132"/>
                  </a:lnTo>
                  <a:close/>
                  <a:moveTo>
                    <a:pt x="383" y="132"/>
                  </a:moveTo>
                  <a:lnTo>
                    <a:pt x="322" y="132"/>
                  </a:lnTo>
                  <a:lnTo>
                    <a:pt x="322" y="207"/>
                  </a:lnTo>
                  <a:lnTo>
                    <a:pt x="309" y="207"/>
                  </a:lnTo>
                  <a:lnTo>
                    <a:pt x="309" y="132"/>
                  </a:lnTo>
                  <a:lnTo>
                    <a:pt x="283" y="132"/>
                  </a:lnTo>
                  <a:lnTo>
                    <a:pt x="266" y="110"/>
                  </a:lnTo>
                  <a:lnTo>
                    <a:pt x="305" y="70"/>
                  </a:lnTo>
                  <a:lnTo>
                    <a:pt x="283" y="70"/>
                  </a:lnTo>
                  <a:lnTo>
                    <a:pt x="305" y="48"/>
                  </a:lnTo>
                  <a:lnTo>
                    <a:pt x="283" y="48"/>
                  </a:lnTo>
                  <a:lnTo>
                    <a:pt x="318" y="13"/>
                  </a:lnTo>
                  <a:lnTo>
                    <a:pt x="348" y="48"/>
                  </a:lnTo>
                  <a:lnTo>
                    <a:pt x="327" y="48"/>
                  </a:lnTo>
                  <a:lnTo>
                    <a:pt x="348" y="70"/>
                  </a:lnTo>
                  <a:lnTo>
                    <a:pt x="327" y="70"/>
                  </a:lnTo>
                  <a:lnTo>
                    <a:pt x="383" y="1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" name="Freeform 220"/>
            <p:cNvSpPr>
              <a:spLocks noEditPoints="1"/>
            </p:cNvSpPr>
            <p:nvPr userDrawn="1"/>
          </p:nvSpPr>
          <p:spPr bwMode="auto">
            <a:xfrm>
              <a:off x="7843838" y="4400550"/>
              <a:ext cx="2268538" cy="447675"/>
            </a:xfrm>
            <a:custGeom>
              <a:avLst/>
              <a:gdLst>
                <a:gd name="T0" fmla="*/ 91 w 328"/>
                <a:gd name="T1" fmla="*/ 0 h 64"/>
                <a:gd name="T2" fmla="*/ 124 w 328"/>
                <a:gd name="T3" fmla="*/ 59 h 64"/>
                <a:gd name="T4" fmla="*/ 328 w 328"/>
                <a:gd name="T5" fmla="*/ 63 h 64"/>
                <a:gd name="T6" fmla="*/ 327 w 328"/>
                <a:gd name="T7" fmla="*/ 2 h 64"/>
                <a:gd name="T8" fmla="*/ 193 w 328"/>
                <a:gd name="T9" fmla="*/ 21 h 64"/>
                <a:gd name="T10" fmla="*/ 123 w 328"/>
                <a:gd name="T11" fmla="*/ 57 h 64"/>
                <a:gd name="T12" fmla="*/ 113 w 328"/>
                <a:gd name="T13" fmla="*/ 5 h 64"/>
                <a:gd name="T14" fmla="*/ 150 w 328"/>
                <a:gd name="T15" fmla="*/ 19 h 64"/>
                <a:gd name="T16" fmla="*/ 140 w 328"/>
                <a:gd name="T17" fmla="*/ 20 h 64"/>
                <a:gd name="T18" fmla="*/ 132 w 328"/>
                <a:gd name="T19" fmla="*/ 10 h 64"/>
                <a:gd name="T20" fmla="*/ 188 w 328"/>
                <a:gd name="T21" fmla="*/ 15 h 64"/>
                <a:gd name="T22" fmla="*/ 191 w 328"/>
                <a:gd name="T23" fmla="*/ 49 h 64"/>
                <a:gd name="T24" fmla="*/ 134 w 328"/>
                <a:gd name="T25" fmla="*/ 38 h 64"/>
                <a:gd name="T26" fmla="*/ 139 w 328"/>
                <a:gd name="T27" fmla="*/ 40 h 64"/>
                <a:gd name="T28" fmla="*/ 155 w 328"/>
                <a:gd name="T29" fmla="*/ 38 h 64"/>
                <a:gd name="T30" fmla="*/ 156 w 328"/>
                <a:gd name="T31" fmla="*/ 38 h 64"/>
                <a:gd name="T32" fmla="*/ 172 w 328"/>
                <a:gd name="T33" fmla="*/ 40 h 64"/>
                <a:gd name="T34" fmla="*/ 179 w 328"/>
                <a:gd name="T35" fmla="*/ 38 h 64"/>
                <a:gd name="T36" fmla="*/ 185 w 328"/>
                <a:gd name="T37" fmla="*/ 40 h 64"/>
                <a:gd name="T38" fmla="*/ 180 w 328"/>
                <a:gd name="T39" fmla="*/ 36 h 64"/>
                <a:gd name="T40" fmla="*/ 178 w 328"/>
                <a:gd name="T41" fmla="*/ 36 h 64"/>
                <a:gd name="T42" fmla="*/ 162 w 328"/>
                <a:gd name="T43" fmla="*/ 33 h 64"/>
                <a:gd name="T44" fmla="*/ 155 w 328"/>
                <a:gd name="T45" fmla="*/ 36 h 64"/>
                <a:gd name="T46" fmla="*/ 149 w 328"/>
                <a:gd name="T47" fmla="*/ 33 h 64"/>
                <a:gd name="T48" fmla="*/ 134 w 328"/>
                <a:gd name="T49" fmla="*/ 36 h 64"/>
                <a:gd name="T50" fmla="*/ 138 w 328"/>
                <a:gd name="T51" fmla="*/ 42 h 64"/>
                <a:gd name="T52" fmla="*/ 149 w 328"/>
                <a:gd name="T53" fmla="*/ 42 h 64"/>
                <a:gd name="T54" fmla="*/ 157 w 328"/>
                <a:gd name="T55" fmla="*/ 45 h 64"/>
                <a:gd name="T56" fmla="*/ 162 w 328"/>
                <a:gd name="T57" fmla="*/ 45 h 64"/>
                <a:gd name="T58" fmla="*/ 177 w 328"/>
                <a:gd name="T59" fmla="*/ 42 h 64"/>
                <a:gd name="T60" fmla="*/ 179 w 328"/>
                <a:gd name="T61" fmla="*/ 42 h 64"/>
                <a:gd name="T62" fmla="*/ 180 w 328"/>
                <a:gd name="T63" fmla="*/ 29 h 64"/>
                <a:gd name="T64" fmla="*/ 172 w 328"/>
                <a:gd name="T65" fmla="*/ 31 h 64"/>
                <a:gd name="T66" fmla="*/ 166 w 328"/>
                <a:gd name="T67" fmla="*/ 29 h 64"/>
                <a:gd name="T68" fmla="*/ 154 w 328"/>
                <a:gd name="T69" fmla="*/ 31 h 64"/>
                <a:gd name="T70" fmla="*/ 148 w 328"/>
                <a:gd name="T71" fmla="*/ 29 h 64"/>
                <a:gd name="T72" fmla="*/ 133 w 328"/>
                <a:gd name="T73" fmla="*/ 31 h 64"/>
                <a:gd name="T74" fmla="*/ 123 w 328"/>
                <a:gd name="T75" fmla="*/ 7 h 64"/>
                <a:gd name="T76" fmla="*/ 135 w 328"/>
                <a:gd name="T77" fmla="*/ 50 h 64"/>
                <a:gd name="T78" fmla="*/ 198 w 328"/>
                <a:gd name="T79" fmla="*/ 56 h 64"/>
                <a:gd name="T80" fmla="*/ 203 w 328"/>
                <a:gd name="T81" fmla="*/ 62 h 64"/>
                <a:gd name="T82" fmla="*/ 215 w 328"/>
                <a:gd name="T83" fmla="*/ 6 h 64"/>
                <a:gd name="T84" fmla="*/ 217 w 328"/>
                <a:gd name="T85" fmla="*/ 5 h 64"/>
                <a:gd name="T86" fmla="*/ 230 w 328"/>
                <a:gd name="T87" fmla="*/ 62 h 64"/>
                <a:gd name="T88" fmla="*/ 236 w 328"/>
                <a:gd name="T89" fmla="*/ 2 h 64"/>
                <a:gd name="T90" fmla="*/ 241 w 328"/>
                <a:gd name="T91" fmla="*/ 62 h 64"/>
                <a:gd name="T92" fmla="*/ 254 w 328"/>
                <a:gd name="T93" fmla="*/ 2 h 64"/>
                <a:gd name="T94" fmla="*/ 256 w 328"/>
                <a:gd name="T95" fmla="*/ 2 h 64"/>
                <a:gd name="T96" fmla="*/ 268 w 328"/>
                <a:gd name="T97" fmla="*/ 62 h 64"/>
                <a:gd name="T98" fmla="*/ 275 w 328"/>
                <a:gd name="T99" fmla="*/ 2 h 64"/>
                <a:gd name="T100" fmla="*/ 280 w 328"/>
                <a:gd name="T101" fmla="*/ 62 h 64"/>
                <a:gd name="T102" fmla="*/ 292 w 328"/>
                <a:gd name="T103" fmla="*/ 2 h 64"/>
                <a:gd name="T104" fmla="*/ 294 w 328"/>
                <a:gd name="T105" fmla="*/ 2 h 64"/>
                <a:gd name="T106" fmla="*/ 307 w 328"/>
                <a:gd name="T107" fmla="*/ 62 h 64"/>
                <a:gd name="T108" fmla="*/ 313 w 328"/>
                <a:gd name="T109" fmla="*/ 2 h 64"/>
                <a:gd name="T110" fmla="*/ 318 w 328"/>
                <a:gd name="T111" fmla="*/ 62 h 64"/>
                <a:gd name="T112" fmla="*/ 132 w 328"/>
                <a:gd name="T113" fmla="*/ 27 h 64"/>
                <a:gd name="T114" fmla="*/ 113 w 328"/>
                <a:gd name="T115" fmla="*/ 62 h 64"/>
                <a:gd name="T116" fmla="*/ 2 w 328"/>
                <a:gd name="T117" fmla="*/ 2 h 64"/>
                <a:gd name="T118" fmla="*/ 129 w 328"/>
                <a:gd name="T119" fmla="*/ 55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28" h="64">
                  <a:moveTo>
                    <a:pt x="328" y="0"/>
                  </a:moveTo>
                  <a:cubicBezTo>
                    <a:pt x="240" y="0"/>
                    <a:pt x="240" y="0"/>
                    <a:pt x="240" y="0"/>
                  </a:cubicBezTo>
                  <a:cubicBezTo>
                    <a:pt x="239" y="0"/>
                    <a:pt x="201" y="3"/>
                    <a:pt x="177" y="19"/>
                  </a:cubicBezTo>
                  <a:cubicBezTo>
                    <a:pt x="177" y="19"/>
                    <a:pt x="177" y="19"/>
                    <a:pt x="177" y="19"/>
                  </a:cubicBezTo>
                  <a:cubicBezTo>
                    <a:pt x="169" y="19"/>
                    <a:pt x="162" y="19"/>
                    <a:pt x="155" y="19"/>
                  </a:cubicBezTo>
                  <a:cubicBezTo>
                    <a:pt x="150" y="15"/>
                    <a:pt x="145" y="13"/>
                    <a:pt x="139" y="10"/>
                  </a:cubicBezTo>
                  <a:cubicBezTo>
                    <a:pt x="139" y="10"/>
                    <a:pt x="139" y="10"/>
                    <a:pt x="139" y="10"/>
                  </a:cubicBezTo>
                  <a:cubicBezTo>
                    <a:pt x="116" y="2"/>
                    <a:pt x="91" y="0"/>
                    <a:pt x="9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0" y="63"/>
                    <a:pt x="0" y="64"/>
                    <a:pt x="1" y="64"/>
                  </a:cubicBezTo>
                  <a:cubicBezTo>
                    <a:pt x="118" y="64"/>
                    <a:pt x="118" y="64"/>
                    <a:pt x="118" y="64"/>
                  </a:cubicBezTo>
                  <a:cubicBezTo>
                    <a:pt x="118" y="64"/>
                    <a:pt x="118" y="64"/>
                    <a:pt x="119" y="64"/>
                  </a:cubicBezTo>
                  <a:cubicBezTo>
                    <a:pt x="124" y="59"/>
                    <a:pt x="124" y="59"/>
                    <a:pt x="124" y="59"/>
                  </a:cubicBezTo>
                  <a:cubicBezTo>
                    <a:pt x="124" y="59"/>
                    <a:pt x="124" y="59"/>
                    <a:pt x="124" y="59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8" y="59"/>
                    <a:pt x="198" y="59"/>
                    <a:pt x="198" y="59"/>
                  </a:cubicBezTo>
                  <a:cubicBezTo>
                    <a:pt x="201" y="63"/>
                    <a:pt x="201" y="63"/>
                    <a:pt x="201" y="63"/>
                  </a:cubicBezTo>
                  <a:cubicBezTo>
                    <a:pt x="202" y="63"/>
                    <a:pt x="202" y="64"/>
                    <a:pt x="202" y="64"/>
                  </a:cubicBezTo>
                  <a:cubicBezTo>
                    <a:pt x="328" y="64"/>
                    <a:pt x="328" y="64"/>
                    <a:pt x="328" y="64"/>
                  </a:cubicBezTo>
                  <a:cubicBezTo>
                    <a:pt x="328" y="64"/>
                    <a:pt x="328" y="64"/>
                    <a:pt x="328" y="64"/>
                  </a:cubicBezTo>
                  <a:cubicBezTo>
                    <a:pt x="328" y="64"/>
                    <a:pt x="328" y="64"/>
                    <a:pt x="328" y="63"/>
                  </a:cubicBezTo>
                  <a:cubicBezTo>
                    <a:pt x="328" y="63"/>
                    <a:pt x="328" y="63"/>
                    <a:pt x="328" y="63"/>
                  </a:cubicBezTo>
                  <a:cubicBezTo>
                    <a:pt x="328" y="63"/>
                    <a:pt x="328" y="63"/>
                    <a:pt x="328" y="63"/>
                  </a:cubicBezTo>
                  <a:cubicBezTo>
                    <a:pt x="328" y="63"/>
                    <a:pt x="328" y="63"/>
                    <a:pt x="328" y="63"/>
                  </a:cubicBezTo>
                  <a:cubicBezTo>
                    <a:pt x="328" y="1"/>
                    <a:pt x="328" y="1"/>
                    <a:pt x="328" y="1"/>
                  </a:cubicBezTo>
                  <a:cubicBezTo>
                    <a:pt x="328" y="0"/>
                    <a:pt x="328" y="0"/>
                    <a:pt x="328" y="0"/>
                  </a:cubicBezTo>
                  <a:close/>
                  <a:moveTo>
                    <a:pt x="327" y="62"/>
                  </a:moveTo>
                  <a:cubicBezTo>
                    <a:pt x="323" y="62"/>
                    <a:pt x="323" y="62"/>
                    <a:pt x="323" y="62"/>
                  </a:cubicBezTo>
                  <a:cubicBezTo>
                    <a:pt x="323" y="2"/>
                    <a:pt x="323" y="2"/>
                    <a:pt x="323" y="2"/>
                  </a:cubicBezTo>
                  <a:cubicBezTo>
                    <a:pt x="327" y="2"/>
                    <a:pt x="327" y="2"/>
                    <a:pt x="327" y="2"/>
                  </a:cubicBezTo>
                  <a:lnTo>
                    <a:pt x="327" y="62"/>
                  </a:lnTo>
                  <a:close/>
                  <a:moveTo>
                    <a:pt x="193" y="51"/>
                  </a:moveTo>
                  <a:cubicBezTo>
                    <a:pt x="193" y="51"/>
                    <a:pt x="193" y="51"/>
                    <a:pt x="193" y="51"/>
                  </a:cubicBezTo>
                  <a:cubicBezTo>
                    <a:pt x="193" y="25"/>
                    <a:pt x="193" y="25"/>
                    <a:pt x="193" y="25"/>
                  </a:cubicBezTo>
                  <a:cubicBezTo>
                    <a:pt x="193" y="25"/>
                    <a:pt x="193" y="25"/>
                    <a:pt x="193" y="25"/>
                  </a:cubicBezTo>
                  <a:cubicBezTo>
                    <a:pt x="194" y="22"/>
                    <a:pt x="194" y="22"/>
                    <a:pt x="194" y="22"/>
                  </a:cubicBezTo>
                  <a:cubicBezTo>
                    <a:pt x="194" y="22"/>
                    <a:pt x="194" y="21"/>
                    <a:pt x="193" y="21"/>
                  </a:cubicBezTo>
                  <a:cubicBezTo>
                    <a:pt x="193" y="21"/>
                    <a:pt x="193" y="21"/>
                    <a:pt x="193" y="21"/>
                  </a:cubicBezTo>
                  <a:cubicBezTo>
                    <a:pt x="193" y="12"/>
                    <a:pt x="193" y="12"/>
                    <a:pt x="193" y="12"/>
                  </a:cubicBezTo>
                  <a:cubicBezTo>
                    <a:pt x="194" y="12"/>
                    <a:pt x="195" y="12"/>
                    <a:pt x="196" y="11"/>
                  </a:cubicBezTo>
                  <a:cubicBezTo>
                    <a:pt x="196" y="54"/>
                    <a:pt x="196" y="54"/>
                    <a:pt x="196" y="54"/>
                  </a:cubicBezTo>
                  <a:lnTo>
                    <a:pt x="193" y="51"/>
                  </a:lnTo>
                  <a:close/>
                  <a:moveTo>
                    <a:pt x="107" y="4"/>
                  </a:moveTo>
                  <a:cubicBezTo>
                    <a:pt x="108" y="4"/>
                    <a:pt x="110" y="4"/>
                    <a:pt x="111" y="4"/>
                  </a:cubicBezTo>
                  <a:cubicBezTo>
                    <a:pt x="126" y="55"/>
                    <a:pt x="126" y="55"/>
                    <a:pt x="126" y="55"/>
                  </a:cubicBezTo>
                  <a:cubicBezTo>
                    <a:pt x="123" y="57"/>
                    <a:pt x="123" y="57"/>
                    <a:pt x="123" y="57"/>
                  </a:cubicBezTo>
                  <a:lnTo>
                    <a:pt x="107" y="4"/>
                  </a:lnTo>
                  <a:close/>
                  <a:moveTo>
                    <a:pt x="122" y="59"/>
                  </a:moveTo>
                  <a:cubicBezTo>
                    <a:pt x="119" y="61"/>
                    <a:pt x="119" y="61"/>
                    <a:pt x="119" y="61"/>
                  </a:cubicBezTo>
                  <a:cubicBezTo>
                    <a:pt x="102" y="3"/>
                    <a:pt x="102" y="3"/>
                    <a:pt x="102" y="3"/>
                  </a:cubicBezTo>
                  <a:cubicBezTo>
                    <a:pt x="103" y="3"/>
                    <a:pt x="104" y="3"/>
                    <a:pt x="105" y="3"/>
                  </a:cubicBezTo>
                  <a:lnTo>
                    <a:pt x="122" y="59"/>
                  </a:lnTo>
                  <a:close/>
                  <a:moveTo>
                    <a:pt x="127" y="54"/>
                  </a:moveTo>
                  <a:cubicBezTo>
                    <a:pt x="113" y="5"/>
                    <a:pt x="113" y="5"/>
                    <a:pt x="113" y="5"/>
                  </a:cubicBezTo>
                  <a:cubicBezTo>
                    <a:pt x="114" y="5"/>
                    <a:pt x="115" y="5"/>
                    <a:pt x="116" y="5"/>
                  </a:cubicBezTo>
                  <a:cubicBezTo>
                    <a:pt x="130" y="52"/>
                    <a:pt x="130" y="52"/>
                    <a:pt x="130" y="52"/>
                  </a:cubicBezTo>
                  <a:lnTo>
                    <a:pt x="127" y="54"/>
                  </a:lnTo>
                  <a:close/>
                  <a:moveTo>
                    <a:pt x="147" y="19"/>
                  </a:moveTo>
                  <a:cubicBezTo>
                    <a:pt x="145" y="15"/>
                    <a:pt x="145" y="15"/>
                    <a:pt x="145" y="15"/>
                  </a:cubicBezTo>
                  <a:cubicBezTo>
                    <a:pt x="147" y="16"/>
                    <a:pt x="148" y="16"/>
                    <a:pt x="149" y="17"/>
                  </a:cubicBezTo>
                  <a:cubicBezTo>
                    <a:pt x="149" y="17"/>
                    <a:pt x="149" y="17"/>
                    <a:pt x="149" y="17"/>
                  </a:cubicBezTo>
                  <a:cubicBezTo>
                    <a:pt x="150" y="19"/>
                    <a:pt x="150" y="19"/>
                    <a:pt x="150" y="19"/>
                  </a:cubicBezTo>
                  <a:cubicBezTo>
                    <a:pt x="149" y="19"/>
                    <a:pt x="148" y="19"/>
                    <a:pt x="147" y="19"/>
                  </a:cubicBezTo>
                  <a:close/>
                  <a:moveTo>
                    <a:pt x="145" y="19"/>
                  </a:moveTo>
                  <a:cubicBezTo>
                    <a:pt x="144" y="19"/>
                    <a:pt x="143" y="20"/>
                    <a:pt x="142" y="20"/>
                  </a:cubicBezTo>
                  <a:cubicBezTo>
                    <a:pt x="140" y="13"/>
                    <a:pt x="140" y="13"/>
                    <a:pt x="140" y="13"/>
                  </a:cubicBezTo>
                  <a:cubicBezTo>
                    <a:pt x="141" y="13"/>
                    <a:pt x="142" y="14"/>
                    <a:pt x="143" y="14"/>
                  </a:cubicBezTo>
                  <a:cubicBezTo>
                    <a:pt x="143" y="14"/>
                    <a:pt x="143" y="15"/>
                    <a:pt x="143" y="15"/>
                  </a:cubicBezTo>
                  <a:lnTo>
                    <a:pt x="145" y="19"/>
                  </a:lnTo>
                  <a:close/>
                  <a:moveTo>
                    <a:pt x="140" y="20"/>
                  </a:moveTo>
                  <a:cubicBezTo>
                    <a:pt x="139" y="20"/>
                    <a:pt x="138" y="20"/>
                    <a:pt x="137" y="20"/>
                  </a:cubicBezTo>
                  <a:cubicBezTo>
                    <a:pt x="134" y="11"/>
                    <a:pt x="134" y="11"/>
                    <a:pt x="134" y="11"/>
                  </a:cubicBezTo>
                  <a:cubicBezTo>
                    <a:pt x="135" y="11"/>
                    <a:pt x="136" y="11"/>
                    <a:pt x="138" y="12"/>
                  </a:cubicBezTo>
                  <a:lnTo>
                    <a:pt x="140" y="20"/>
                  </a:lnTo>
                  <a:close/>
                  <a:moveTo>
                    <a:pt x="135" y="20"/>
                  </a:moveTo>
                  <a:cubicBezTo>
                    <a:pt x="134" y="20"/>
                    <a:pt x="133" y="20"/>
                    <a:pt x="132" y="21"/>
                  </a:cubicBezTo>
                  <a:cubicBezTo>
                    <a:pt x="129" y="9"/>
                    <a:pt x="129" y="9"/>
                    <a:pt x="129" y="9"/>
                  </a:cubicBezTo>
                  <a:cubicBezTo>
                    <a:pt x="130" y="9"/>
                    <a:pt x="131" y="10"/>
                    <a:pt x="132" y="10"/>
                  </a:cubicBezTo>
                  <a:lnTo>
                    <a:pt x="135" y="20"/>
                  </a:lnTo>
                  <a:close/>
                  <a:moveTo>
                    <a:pt x="183" y="20"/>
                  </a:moveTo>
                  <a:cubicBezTo>
                    <a:pt x="183" y="17"/>
                    <a:pt x="183" y="17"/>
                    <a:pt x="183" y="17"/>
                  </a:cubicBezTo>
                  <a:cubicBezTo>
                    <a:pt x="183" y="17"/>
                    <a:pt x="183" y="17"/>
                    <a:pt x="183" y="17"/>
                  </a:cubicBezTo>
                  <a:cubicBezTo>
                    <a:pt x="184" y="16"/>
                    <a:pt x="185" y="16"/>
                    <a:pt x="186" y="15"/>
                  </a:cubicBezTo>
                  <a:cubicBezTo>
                    <a:pt x="186" y="20"/>
                    <a:pt x="186" y="20"/>
                    <a:pt x="186" y="20"/>
                  </a:cubicBezTo>
                  <a:cubicBezTo>
                    <a:pt x="185" y="20"/>
                    <a:pt x="184" y="20"/>
                    <a:pt x="183" y="20"/>
                  </a:cubicBezTo>
                  <a:close/>
                  <a:moveTo>
                    <a:pt x="188" y="15"/>
                  </a:moveTo>
                  <a:cubicBezTo>
                    <a:pt x="189" y="14"/>
                    <a:pt x="190" y="14"/>
                    <a:pt x="191" y="13"/>
                  </a:cubicBezTo>
                  <a:cubicBezTo>
                    <a:pt x="191" y="21"/>
                    <a:pt x="191" y="21"/>
                    <a:pt x="191" y="21"/>
                  </a:cubicBezTo>
                  <a:cubicBezTo>
                    <a:pt x="190" y="20"/>
                    <a:pt x="189" y="20"/>
                    <a:pt x="188" y="20"/>
                  </a:cubicBezTo>
                  <a:lnTo>
                    <a:pt x="188" y="15"/>
                  </a:lnTo>
                  <a:close/>
                  <a:moveTo>
                    <a:pt x="189" y="46"/>
                  </a:moveTo>
                  <a:cubicBezTo>
                    <a:pt x="189" y="46"/>
                    <a:pt x="189" y="46"/>
                    <a:pt x="189" y="46"/>
                  </a:cubicBezTo>
                  <a:cubicBezTo>
                    <a:pt x="191" y="34"/>
                    <a:pt x="191" y="34"/>
                    <a:pt x="191" y="34"/>
                  </a:cubicBezTo>
                  <a:cubicBezTo>
                    <a:pt x="191" y="49"/>
                    <a:pt x="191" y="49"/>
                    <a:pt x="191" y="49"/>
                  </a:cubicBezTo>
                  <a:lnTo>
                    <a:pt x="189" y="46"/>
                  </a:lnTo>
                  <a:close/>
                  <a:moveTo>
                    <a:pt x="184" y="45"/>
                  </a:moveTo>
                  <a:cubicBezTo>
                    <a:pt x="185" y="42"/>
                    <a:pt x="185" y="42"/>
                    <a:pt x="185" y="42"/>
                  </a:cubicBezTo>
                  <a:cubicBezTo>
                    <a:pt x="188" y="42"/>
                    <a:pt x="188" y="42"/>
                    <a:pt x="188" y="42"/>
                  </a:cubicBezTo>
                  <a:cubicBezTo>
                    <a:pt x="187" y="45"/>
                    <a:pt x="187" y="45"/>
                    <a:pt x="187" y="45"/>
                  </a:cubicBezTo>
                  <a:cubicBezTo>
                    <a:pt x="187" y="45"/>
                    <a:pt x="187" y="45"/>
                    <a:pt x="187" y="45"/>
                  </a:cubicBezTo>
                  <a:lnTo>
                    <a:pt x="184" y="45"/>
                  </a:lnTo>
                  <a:close/>
                  <a:moveTo>
                    <a:pt x="134" y="38"/>
                  </a:moveTo>
                  <a:cubicBezTo>
                    <a:pt x="137" y="38"/>
                    <a:pt x="137" y="38"/>
                    <a:pt x="137" y="38"/>
                  </a:cubicBezTo>
                  <a:cubicBezTo>
                    <a:pt x="138" y="40"/>
                    <a:pt x="138" y="40"/>
                    <a:pt x="138" y="40"/>
                  </a:cubicBezTo>
                  <a:cubicBezTo>
                    <a:pt x="135" y="40"/>
                    <a:pt x="135" y="40"/>
                    <a:pt x="135" y="40"/>
                  </a:cubicBezTo>
                  <a:lnTo>
                    <a:pt x="134" y="38"/>
                  </a:lnTo>
                  <a:close/>
                  <a:moveTo>
                    <a:pt x="139" y="38"/>
                  </a:moveTo>
                  <a:cubicBezTo>
                    <a:pt x="143" y="38"/>
                    <a:pt x="143" y="38"/>
                    <a:pt x="143" y="38"/>
                  </a:cubicBezTo>
                  <a:cubicBezTo>
                    <a:pt x="143" y="40"/>
                    <a:pt x="143" y="40"/>
                    <a:pt x="143" y="40"/>
                  </a:cubicBezTo>
                  <a:cubicBezTo>
                    <a:pt x="139" y="40"/>
                    <a:pt x="139" y="40"/>
                    <a:pt x="139" y="40"/>
                  </a:cubicBezTo>
                  <a:lnTo>
                    <a:pt x="139" y="38"/>
                  </a:lnTo>
                  <a:close/>
                  <a:moveTo>
                    <a:pt x="145" y="38"/>
                  </a:moveTo>
                  <a:cubicBezTo>
                    <a:pt x="149" y="38"/>
                    <a:pt x="149" y="38"/>
                    <a:pt x="149" y="38"/>
                  </a:cubicBezTo>
                  <a:cubicBezTo>
                    <a:pt x="149" y="40"/>
                    <a:pt x="149" y="40"/>
                    <a:pt x="149" y="40"/>
                  </a:cubicBezTo>
                  <a:cubicBezTo>
                    <a:pt x="145" y="40"/>
                    <a:pt x="145" y="40"/>
                    <a:pt x="145" y="40"/>
                  </a:cubicBezTo>
                  <a:lnTo>
                    <a:pt x="145" y="38"/>
                  </a:lnTo>
                  <a:close/>
                  <a:moveTo>
                    <a:pt x="151" y="38"/>
                  </a:moveTo>
                  <a:cubicBezTo>
                    <a:pt x="155" y="38"/>
                    <a:pt x="155" y="38"/>
                    <a:pt x="155" y="38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1" y="40"/>
                    <a:pt x="151" y="40"/>
                    <a:pt x="151" y="40"/>
                  </a:cubicBezTo>
                  <a:lnTo>
                    <a:pt x="151" y="38"/>
                  </a:lnTo>
                  <a:close/>
                  <a:moveTo>
                    <a:pt x="156" y="38"/>
                  </a:moveTo>
                  <a:cubicBezTo>
                    <a:pt x="160" y="38"/>
                    <a:pt x="160" y="38"/>
                    <a:pt x="160" y="38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56" y="40"/>
                    <a:pt x="156" y="40"/>
                    <a:pt x="156" y="40"/>
                  </a:cubicBezTo>
                  <a:lnTo>
                    <a:pt x="156" y="38"/>
                  </a:lnTo>
                  <a:close/>
                  <a:moveTo>
                    <a:pt x="162" y="38"/>
                  </a:moveTo>
                  <a:cubicBezTo>
                    <a:pt x="166" y="38"/>
                    <a:pt x="166" y="38"/>
                    <a:pt x="166" y="38"/>
                  </a:cubicBezTo>
                  <a:cubicBezTo>
                    <a:pt x="166" y="40"/>
                    <a:pt x="166" y="40"/>
                    <a:pt x="166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38"/>
                  </a:lnTo>
                  <a:close/>
                  <a:moveTo>
                    <a:pt x="168" y="38"/>
                  </a:moveTo>
                  <a:cubicBezTo>
                    <a:pt x="172" y="38"/>
                    <a:pt x="172" y="38"/>
                    <a:pt x="172" y="38"/>
                  </a:cubicBezTo>
                  <a:cubicBezTo>
                    <a:pt x="172" y="40"/>
                    <a:pt x="172" y="40"/>
                    <a:pt x="172" y="40"/>
                  </a:cubicBezTo>
                  <a:cubicBezTo>
                    <a:pt x="168" y="40"/>
                    <a:pt x="168" y="40"/>
                    <a:pt x="168" y="40"/>
                  </a:cubicBezTo>
                  <a:lnTo>
                    <a:pt x="168" y="38"/>
                  </a:lnTo>
                  <a:close/>
                  <a:moveTo>
                    <a:pt x="174" y="38"/>
                  </a:moveTo>
                  <a:cubicBezTo>
                    <a:pt x="178" y="38"/>
                    <a:pt x="178" y="38"/>
                    <a:pt x="178" y="38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4" y="40"/>
                    <a:pt x="174" y="40"/>
                    <a:pt x="174" y="40"/>
                  </a:cubicBezTo>
                  <a:lnTo>
                    <a:pt x="174" y="38"/>
                  </a:lnTo>
                  <a:close/>
                  <a:moveTo>
                    <a:pt x="179" y="38"/>
                  </a:moveTo>
                  <a:cubicBezTo>
                    <a:pt x="183" y="38"/>
                    <a:pt x="183" y="38"/>
                    <a:pt x="183" y="38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79" y="40"/>
                    <a:pt x="179" y="40"/>
                    <a:pt x="179" y="40"/>
                  </a:cubicBezTo>
                  <a:lnTo>
                    <a:pt x="179" y="38"/>
                  </a:lnTo>
                  <a:close/>
                  <a:moveTo>
                    <a:pt x="185" y="38"/>
                  </a:moveTo>
                  <a:cubicBezTo>
                    <a:pt x="189" y="38"/>
                    <a:pt x="189" y="38"/>
                    <a:pt x="189" y="38"/>
                  </a:cubicBezTo>
                  <a:cubicBezTo>
                    <a:pt x="188" y="40"/>
                    <a:pt x="188" y="40"/>
                    <a:pt x="188" y="40"/>
                  </a:cubicBezTo>
                  <a:cubicBezTo>
                    <a:pt x="185" y="40"/>
                    <a:pt x="185" y="40"/>
                    <a:pt x="185" y="40"/>
                  </a:cubicBezTo>
                  <a:lnTo>
                    <a:pt x="185" y="38"/>
                  </a:lnTo>
                  <a:close/>
                  <a:moveTo>
                    <a:pt x="189" y="36"/>
                  </a:moveTo>
                  <a:cubicBezTo>
                    <a:pt x="185" y="36"/>
                    <a:pt x="185" y="36"/>
                    <a:pt x="185" y="36"/>
                  </a:cubicBezTo>
                  <a:cubicBezTo>
                    <a:pt x="186" y="33"/>
                    <a:pt x="186" y="33"/>
                    <a:pt x="186" y="33"/>
                  </a:cubicBezTo>
                  <a:cubicBezTo>
                    <a:pt x="189" y="33"/>
                    <a:pt x="189" y="33"/>
                    <a:pt x="189" y="33"/>
                  </a:cubicBezTo>
                  <a:lnTo>
                    <a:pt x="189" y="36"/>
                  </a:lnTo>
                  <a:close/>
                  <a:moveTo>
                    <a:pt x="184" y="36"/>
                  </a:moveTo>
                  <a:cubicBezTo>
                    <a:pt x="180" y="36"/>
                    <a:pt x="180" y="36"/>
                    <a:pt x="180" y="36"/>
                  </a:cubicBezTo>
                  <a:cubicBezTo>
                    <a:pt x="180" y="33"/>
                    <a:pt x="180" y="33"/>
                    <a:pt x="180" y="33"/>
                  </a:cubicBezTo>
                  <a:cubicBezTo>
                    <a:pt x="184" y="33"/>
                    <a:pt x="184" y="33"/>
                    <a:pt x="184" y="33"/>
                  </a:cubicBezTo>
                  <a:lnTo>
                    <a:pt x="184" y="36"/>
                  </a:lnTo>
                  <a:close/>
                  <a:moveTo>
                    <a:pt x="178" y="36"/>
                  </a:moveTo>
                  <a:cubicBezTo>
                    <a:pt x="174" y="36"/>
                    <a:pt x="174" y="36"/>
                    <a:pt x="174" y="36"/>
                  </a:cubicBezTo>
                  <a:cubicBezTo>
                    <a:pt x="174" y="33"/>
                    <a:pt x="174" y="33"/>
                    <a:pt x="174" y="33"/>
                  </a:cubicBezTo>
                  <a:cubicBezTo>
                    <a:pt x="178" y="33"/>
                    <a:pt x="178" y="33"/>
                    <a:pt x="178" y="33"/>
                  </a:cubicBezTo>
                  <a:lnTo>
                    <a:pt x="178" y="36"/>
                  </a:lnTo>
                  <a:close/>
                  <a:moveTo>
                    <a:pt x="172" y="36"/>
                  </a:moveTo>
                  <a:cubicBezTo>
                    <a:pt x="168" y="36"/>
                    <a:pt x="168" y="36"/>
                    <a:pt x="168" y="36"/>
                  </a:cubicBezTo>
                  <a:cubicBezTo>
                    <a:pt x="168" y="33"/>
                    <a:pt x="168" y="33"/>
                    <a:pt x="168" y="33"/>
                  </a:cubicBezTo>
                  <a:cubicBezTo>
                    <a:pt x="172" y="33"/>
                    <a:pt x="172" y="33"/>
                    <a:pt x="172" y="33"/>
                  </a:cubicBezTo>
                  <a:lnTo>
                    <a:pt x="172" y="36"/>
                  </a:lnTo>
                  <a:close/>
                  <a:moveTo>
                    <a:pt x="166" y="36"/>
                  </a:moveTo>
                  <a:cubicBezTo>
                    <a:pt x="162" y="36"/>
                    <a:pt x="162" y="36"/>
                    <a:pt x="162" y="36"/>
                  </a:cubicBezTo>
                  <a:cubicBezTo>
                    <a:pt x="162" y="33"/>
                    <a:pt x="162" y="33"/>
                    <a:pt x="162" y="33"/>
                  </a:cubicBezTo>
                  <a:cubicBezTo>
                    <a:pt x="166" y="33"/>
                    <a:pt x="166" y="33"/>
                    <a:pt x="166" y="33"/>
                  </a:cubicBezTo>
                  <a:lnTo>
                    <a:pt x="166" y="36"/>
                  </a:lnTo>
                  <a:close/>
                  <a:moveTo>
                    <a:pt x="160" y="36"/>
                  </a:moveTo>
                  <a:cubicBezTo>
                    <a:pt x="156" y="36"/>
                    <a:pt x="156" y="36"/>
                    <a:pt x="156" y="36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60" y="33"/>
                    <a:pt x="160" y="33"/>
                    <a:pt x="160" y="33"/>
                  </a:cubicBezTo>
                  <a:lnTo>
                    <a:pt x="160" y="36"/>
                  </a:lnTo>
                  <a:close/>
                  <a:moveTo>
                    <a:pt x="155" y="36"/>
                  </a:moveTo>
                  <a:cubicBezTo>
                    <a:pt x="151" y="36"/>
                    <a:pt x="151" y="36"/>
                    <a:pt x="151" y="36"/>
                  </a:cubicBezTo>
                  <a:cubicBezTo>
                    <a:pt x="150" y="33"/>
                    <a:pt x="150" y="33"/>
                    <a:pt x="150" y="33"/>
                  </a:cubicBezTo>
                  <a:cubicBezTo>
                    <a:pt x="154" y="33"/>
                    <a:pt x="154" y="33"/>
                    <a:pt x="154" y="33"/>
                  </a:cubicBezTo>
                  <a:lnTo>
                    <a:pt x="155" y="36"/>
                  </a:lnTo>
                  <a:close/>
                  <a:moveTo>
                    <a:pt x="149" y="36"/>
                  </a:moveTo>
                  <a:cubicBezTo>
                    <a:pt x="145" y="36"/>
                    <a:pt x="145" y="36"/>
                    <a:pt x="145" y="36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9" y="33"/>
                    <a:pt x="149" y="33"/>
                    <a:pt x="149" y="33"/>
                  </a:cubicBezTo>
                  <a:lnTo>
                    <a:pt x="149" y="36"/>
                  </a:lnTo>
                  <a:close/>
                  <a:moveTo>
                    <a:pt x="143" y="36"/>
                  </a:moveTo>
                  <a:cubicBezTo>
                    <a:pt x="139" y="36"/>
                    <a:pt x="139" y="36"/>
                    <a:pt x="139" y="36"/>
                  </a:cubicBezTo>
                  <a:cubicBezTo>
                    <a:pt x="139" y="33"/>
                    <a:pt x="139" y="33"/>
                    <a:pt x="139" y="33"/>
                  </a:cubicBezTo>
                  <a:cubicBezTo>
                    <a:pt x="143" y="33"/>
                    <a:pt x="143" y="33"/>
                    <a:pt x="143" y="33"/>
                  </a:cubicBezTo>
                  <a:lnTo>
                    <a:pt x="143" y="36"/>
                  </a:lnTo>
                  <a:close/>
                  <a:moveTo>
                    <a:pt x="137" y="36"/>
                  </a:moveTo>
                  <a:cubicBezTo>
                    <a:pt x="134" y="36"/>
                    <a:pt x="134" y="36"/>
                    <a:pt x="134" y="36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7" y="33"/>
                    <a:pt x="137" y="33"/>
                    <a:pt x="137" y="33"/>
                  </a:cubicBezTo>
                  <a:lnTo>
                    <a:pt x="137" y="36"/>
                  </a:lnTo>
                  <a:close/>
                  <a:moveTo>
                    <a:pt x="138" y="42"/>
                  </a:moveTo>
                  <a:cubicBezTo>
                    <a:pt x="138" y="45"/>
                    <a:pt x="138" y="45"/>
                    <a:pt x="138" y="45"/>
                  </a:cubicBezTo>
                  <a:cubicBezTo>
                    <a:pt x="136" y="45"/>
                    <a:pt x="136" y="45"/>
                    <a:pt x="136" y="45"/>
                  </a:cubicBezTo>
                  <a:cubicBezTo>
                    <a:pt x="135" y="42"/>
                    <a:pt x="135" y="42"/>
                    <a:pt x="135" y="42"/>
                  </a:cubicBezTo>
                  <a:lnTo>
                    <a:pt x="138" y="42"/>
                  </a:lnTo>
                  <a:close/>
                  <a:moveTo>
                    <a:pt x="140" y="45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43" y="42"/>
                    <a:pt x="143" y="42"/>
                    <a:pt x="143" y="42"/>
                  </a:cubicBezTo>
                  <a:cubicBezTo>
                    <a:pt x="144" y="45"/>
                    <a:pt x="144" y="45"/>
                    <a:pt x="144" y="45"/>
                  </a:cubicBezTo>
                  <a:lnTo>
                    <a:pt x="140" y="45"/>
                  </a:lnTo>
                  <a:close/>
                  <a:moveTo>
                    <a:pt x="146" y="45"/>
                  </a:moveTo>
                  <a:cubicBezTo>
                    <a:pt x="145" y="42"/>
                    <a:pt x="145" y="42"/>
                    <a:pt x="145" y="42"/>
                  </a:cubicBezTo>
                  <a:cubicBezTo>
                    <a:pt x="149" y="42"/>
                    <a:pt x="149" y="42"/>
                    <a:pt x="149" y="42"/>
                  </a:cubicBezTo>
                  <a:cubicBezTo>
                    <a:pt x="149" y="45"/>
                    <a:pt x="149" y="45"/>
                    <a:pt x="149" y="45"/>
                  </a:cubicBezTo>
                  <a:lnTo>
                    <a:pt x="146" y="45"/>
                  </a:lnTo>
                  <a:close/>
                  <a:moveTo>
                    <a:pt x="151" y="45"/>
                  </a:moveTo>
                  <a:cubicBezTo>
                    <a:pt x="151" y="42"/>
                    <a:pt x="151" y="42"/>
                    <a:pt x="151" y="42"/>
                  </a:cubicBezTo>
                  <a:cubicBezTo>
                    <a:pt x="155" y="42"/>
                    <a:pt x="155" y="42"/>
                    <a:pt x="155" y="42"/>
                  </a:cubicBezTo>
                  <a:cubicBezTo>
                    <a:pt x="155" y="45"/>
                    <a:pt x="155" y="45"/>
                    <a:pt x="155" y="45"/>
                  </a:cubicBezTo>
                  <a:lnTo>
                    <a:pt x="151" y="45"/>
                  </a:lnTo>
                  <a:close/>
                  <a:moveTo>
                    <a:pt x="157" y="45"/>
                  </a:moveTo>
                  <a:cubicBezTo>
                    <a:pt x="157" y="42"/>
                    <a:pt x="157" y="42"/>
                    <a:pt x="157" y="42"/>
                  </a:cubicBezTo>
                  <a:cubicBezTo>
                    <a:pt x="160" y="42"/>
                    <a:pt x="160" y="42"/>
                    <a:pt x="160" y="42"/>
                  </a:cubicBezTo>
                  <a:cubicBezTo>
                    <a:pt x="160" y="45"/>
                    <a:pt x="160" y="45"/>
                    <a:pt x="160" y="45"/>
                  </a:cubicBezTo>
                  <a:lnTo>
                    <a:pt x="157" y="45"/>
                  </a:lnTo>
                  <a:close/>
                  <a:moveTo>
                    <a:pt x="162" y="42"/>
                  </a:moveTo>
                  <a:cubicBezTo>
                    <a:pt x="166" y="42"/>
                    <a:pt x="166" y="42"/>
                    <a:pt x="166" y="42"/>
                  </a:cubicBezTo>
                  <a:cubicBezTo>
                    <a:pt x="166" y="45"/>
                    <a:pt x="166" y="45"/>
                    <a:pt x="166" y="45"/>
                  </a:cubicBezTo>
                  <a:cubicBezTo>
                    <a:pt x="162" y="45"/>
                    <a:pt x="162" y="45"/>
                    <a:pt x="162" y="45"/>
                  </a:cubicBezTo>
                  <a:lnTo>
                    <a:pt x="162" y="42"/>
                  </a:lnTo>
                  <a:close/>
                  <a:moveTo>
                    <a:pt x="168" y="42"/>
                  </a:moveTo>
                  <a:cubicBezTo>
                    <a:pt x="172" y="42"/>
                    <a:pt x="172" y="42"/>
                    <a:pt x="172" y="42"/>
                  </a:cubicBezTo>
                  <a:cubicBezTo>
                    <a:pt x="171" y="45"/>
                    <a:pt x="171" y="45"/>
                    <a:pt x="171" y="45"/>
                  </a:cubicBezTo>
                  <a:cubicBezTo>
                    <a:pt x="168" y="45"/>
                    <a:pt x="168" y="45"/>
                    <a:pt x="168" y="45"/>
                  </a:cubicBezTo>
                  <a:lnTo>
                    <a:pt x="168" y="42"/>
                  </a:lnTo>
                  <a:close/>
                  <a:moveTo>
                    <a:pt x="173" y="42"/>
                  </a:moveTo>
                  <a:cubicBezTo>
                    <a:pt x="177" y="42"/>
                    <a:pt x="177" y="42"/>
                    <a:pt x="177" y="42"/>
                  </a:cubicBezTo>
                  <a:cubicBezTo>
                    <a:pt x="177" y="45"/>
                    <a:pt x="177" y="45"/>
                    <a:pt x="177" y="45"/>
                  </a:cubicBezTo>
                  <a:cubicBezTo>
                    <a:pt x="173" y="45"/>
                    <a:pt x="173" y="45"/>
                    <a:pt x="173" y="45"/>
                  </a:cubicBezTo>
                  <a:lnTo>
                    <a:pt x="173" y="42"/>
                  </a:lnTo>
                  <a:close/>
                  <a:moveTo>
                    <a:pt x="179" y="42"/>
                  </a:moveTo>
                  <a:cubicBezTo>
                    <a:pt x="183" y="42"/>
                    <a:pt x="183" y="42"/>
                    <a:pt x="183" y="42"/>
                  </a:cubicBezTo>
                  <a:cubicBezTo>
                    <a:pt x="183" y="45"/>
                    <a:pt x="183" y="45"/>
                    <a:pt x="183" y="45"/>
                  </a:cubicBezTo>
                  <a:cubicBezTo>
                    <a:pt x="179" y="45"/>
                    <a:pt x="179" y="45"/>
                    <a:pt x="179" y="45"/>
                  </a:cubicBezTo>
                  <a:lnTo>
                    <a:pt x="179" y="42"/>
                  </a:lnTo>
                  <a:close/>
                  <a:moveTo>
                    <a:pt x="190" y="31"/>
                  </a:moveTo>
                  <a:cubicBezTo>
                    <a:pt x="186" y="31"/>
                    <a:pt x="186" y="31"/>
                    <a:pt x="186" y="31"/>
                  </a:cubicBezTo>
                  <a:cubicBezTo>
                    <a:pt x="186" y="29"/>
                    <a:pt x="186" y="29"/>
                    <a:pt x="186" y="29"/>
                  </a:cubicBezTo>
                  <a:cubicBezTo>
                    <a:pt x="190" y="29"/>
                    <a:pt x="190" y="29"/>
                    <a:pt x="190" y="29"/>
                  </a:cubicBezTo>
                  <a:lnTo>
                    <a:pt x="190" y="31"/>
                  </a:lnTo>
                  <a:close/>
                  <a:moveTo>
                    <a:pt x="184" y="31"/>
                  </a:moveTo>
                  <a:cubicBezTo>
                    <a:pt x="180" y="31"/>
                    <a:pt x="180" y="31"/>
                    <a:pt x="180" y="31"/>
                  </a:cubicBezTo>
                  <a:cubicBezTo>
                    <a:pt x="180" y="29"/>
                    <a:pt x="180" y="29"/>
                    <a:pt x="180" y="29"/>
                  </a:cubicBezTo>
                  <a:cubicBezTo>
                    <a:pt x="184" y="29"/>
                    <a:pt x="184" y="29"/>
                    <a:pt x="184" y="29"/>
                  </a:cubicBezTo>
                  <a:lnTo>
                    <a:pt x="184" y="31"/>
                  </a:lnTo>
                  <a:close/>
                  <a:moveTo>
                    <a:pt x="178" y="31"/>
                  </a:moveTo>
                  <a:cubicBezTo>
                    <a:pt x="174" y="31"/>
                    <a:pt x="174" y="31"/>
                    <a:pt x="174" y="31"/>
                  </a:cubicBezTo>
                  <a:cubicBezTo>
                    <a:pt x="174" y="29"/>
                    <a:pt x="174" y="29"/>
                    <a:pt x="174" y="29"/>
                  </a:cubicBezTo>
                  <a:cubicBezTo>
                    <a:pt x="178" y="29"/>
                    <a:pt x="178" y="29"/>
                    <a:pt x="178" y="29"/>
                  </a:cubicBezTo>
                  <a:lnTo>
                    <a:pt x="178" y="31"/>
                  </a:lnTo>
                  <a:close/>
                  <a:moveTo>
                    <a:pt x="172" y="31"/>
                  </a:moveTo>
                  <a:cubicBezTo>
                    <a:pt x="168" y="31"/>
                    <a:pt x="168" y="31"/>
                    <a:pt x="168" y="31"/>
                  </a:cubicBezTo>
                  <a:cubicBezTo>
                    <a:pt x="168" y="29"/>
                    <a:pt x="168" y="29"/>
                    <a:pt x="168" y="29"/>
                  </a:cubicBezTo>
                  <a:cubicBezTo>
                    <a:pt x="172" y="29"/>
                    <a:pt x="172" y="29"/>
                    <a:pt x="172" y="29"/>
                  </a:cubicBezTo>
                  <a:lnTo>
                    <a:pt x="172" y="31"/>
                  </a:lnTo>
                  <a:close/>
                  <a:moveTo>
                    <a:pt x="166" y="31"/>
                  </a:moveTo>
                  <a:cubicBezTo>
                    <a:pt x="162" y="31"/>
                    <a:pt x="162" y="31"/>
                    <a:pt x="162" y="31"/>
                  </a:cubicBezTo>
                  <a:cubicBezTo>
                    <a:pt x="162" y="29"/>
                    <a:pt x="162" y="29"/>
                    <a:pt x="162" y="29"/>
                  </a:cubicBezTo>
                  <a:cubicBezTo>
                    <a:pt x="166" y="29"/>
                    <a:pt x="166" y="29"/>
                    <a:pt x="166" y="29"/>
                  </a:cubicBezTo>
                  <a:lnTo>
                    <a:pt x="166" y="31"/>
                  </a:lnTo>
                  <a:close/>
                  <a:moveTo>
                    <a:pt x="160" y="31"/>
                  </a:moveTo>
                  <a:cubicBezTo>
                    <a:pt x="156" y="31"/>
                    <a:pt x="156" y="31"/>
                    <a:pt x="156" y="31"/>
                  </a:cubicBezTo>
                  <a:cubicBezTo>
                    <a:pt x="156" y="29"/>
                    <a:pt x="156" y="29"/>
                    <a:pt x="156" y="29"/>
                  </a:cubicBezTo>
                  <a:cubicBezTo>
                    <a:pt x="160" y="29"/>
                    <a:pt x="160" y="29"/>
                    <a:pt x="160" y="29"/>
                  </a:cubicBezTo>
                  <a:lnTo>
                    <a:pt x="160" y="31"/>
                  </a:lnTo>
                  <a:close/>
                  <a:moveTo>
                    <a:pt x="154" y="29"/>
                  </a:moveTo>
                  <a:cubicBezTo>
                    <a:pt x="154" y="31"/>
                    <a:pt x="154" y="31"/>
                    <a:pt x="154" y="31"/>
                  </a:cubicBezTo>
                  <a:cubicBezTo>
                    <a:pt x="150" y="31"/>
                    <a:pt x="150" y="31"/>
                    <a:pt x="150" y="31"/>
                  </a:cubicBezTo>
                  <a:cubicBezTo>
                    <a:pt x="150" y="29"/>
                    <a:pt x="150" y="29"/>
                    <a:pt x="150" y="29"/>
                  </a:cubicBezTo>
                  <a:lnTo>
                    <a:pt x="154" y="29"/>
                  </a:lnTo>
                  <a:close/>
                  <a:moveTo>
                    <a:pt x="148" y="29"/>
                  </a:moveTo>
                  <a:cubicBezTo>
                    <a:pt x="148" y="31"/>
                    <a:pt x="148" y="31"/>
                    <a:pt x="148" y="31"/>
                  </a:cubicBezTo>
                  <a:cubicBezTo>
                    <a:pt x="144" y="31"/>
                    <a:pt x="144" y="31"/>
                    <a:pt x="144" y="31"/>
                  </a:cubicBezTo>
                  <a:cubicBezTo>
                    <a:pt x="144" y="29"/>
                    <a:pt x="144" y="29"/>
                    <a:pt x="144" y="29"/>
                  </a:cubicBezTo>
                  <a:lnTo>
                    <a:pt x="148" y="29"/>
                  </a:lnTo>
                  <a:close/>
                  <a:moveTo>
                    <a:pt x="142" y="29"/>
                  </a:moveTo>
                  <a:cubicBezTo>
                    <a:pt x="143" y="31"/>
                    <a:pt x="143" y="31"/>
                    <a:pt x="143" y="31"/>
                  </a:cubicBezTo>
                  <a:cubicBezTo>
                    <a:pt x="138" y="31"/>
                    <a:pt x="138" y="31"/>
                    <a:pt x="138" y="31"/>
                  </a:cubicBezTo>
                  <a:cubicBezTo>
                    <a:pt x="138" y="29"/>
                    <a:pt x="138" y="29"/>
                    <a:pt x="138" y="29"/>
                  </a:cubicBezTo>
                  <a:lnTo>
                    <a:pt x="142" y="29"/>
                  </a:lnTo>
                  <a:close/>
                  <a:moveTo>
                    <a:pt x="136" y="29"/>
                  </a:moveTo>
                  <a:cubicBezTo>
                    <a:pt x="137" y="31"/>
                    <a:pt x="137" y="31"/>
                    <a:pt x="137" y="31"/>
                  </a:cubicBezTo>
                  <a:cubicBezTo>
                    <a:pt x="133" y="31"/>
                    <a:pt x="133" y="31"/>
                    <a:pt x="133" y="31"/>
                  </a:cubicBezTo>
                  <a:cubicBezTo>
                    <a:pt x="132" y="29"/>
                    <a:pt x="132" y="29"/>
                    <a:pt x="132" y="29"/>
                  </a:cubicBezTo>
                  <a:lnTo>
                    <a:pt x="136" y="29"/>
                  </a:lnTo>
                  <a:close/>
                  <a:moveTo>
                    <a:pt x="130" y="21"/>
                  </a:moveTo>
                  <a:cubicBezTo>
                    <a:pt x="130" y="21"/>
                    <a:pt x="130" y="21"/>
                    <a:pt x="130" y="21"/>
                  </a:cubicBezTo>
                  <a:cubicBezTo>
                    <a:pt x="130" y="21"/>
                    <a:pt x="129" y="21"/>
                    <a:pt x="129" y="21"/>
                  </a:cubicBezTo>
                  <a:cubicBezTo>
                    <a:pt x="129" y="21"/>
                    <a:pt x="129" y="22"/>
                    <a:pt x="129" y="22"/>
                  </a:cubicBezTo>
                  <a:cubicBezTo>
                    <a:pt x="132" y="38"/>
                    <a:pt x="132" y="38"/>
                    <a:pt x="132" y="38"/>
                  </a:cubicBezTo>
                  <a:cubicBezTo>
                    <a:pt x="123" y="7"/>
                    <a:pt x="123" y="7"/>
                    <a:pt x="123" y="7"/>
                  </a:cubicBezTo>
                  <a:cubicBezTo>
                    <a:pt x="124" y="8"/>
                    <a:pt x="125" y="8"/>
                    <a:pt x="127" y="8"/>
                  </a:cubicBezTo>
                  <a:lnTo>
                    <a:pt x="130" y="21"/>
                  </a:lnTo>
                  <a:close/>
                  <a:moveTo>
                    <a:pt x="134" y="49"/>
                  </a:moveTo>
                  <a:cubicBezTo>
                    <a:pt x="131" y="51"/>
                    <a:pt x="131" y="51"/>
                    <a:pt x="131" y="51"/>
                  </a:cubicBezTo>
                  <a:cubicBezTo>
                    <a:pt x="118" y="6"/>
                    <a:pt x="118" y="6"/>
                    <a:pt x="118" y="6"/>
                  </a:cubicBezTo>
                  <a:cubicBezTo>
                    <a:pt x="119" y="6"/>
                    <a:pt x="120" y="6"/>
                    <a:pt x="121" y="7"/>
                  </a:cubicBezTo>
                  <a:lnTo>
                    <a:pt x="134" y="49"/>
                  </a:ln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6" y="50"/>
                    <a:pt x="136" y="50"/>
                    <a:pt x="136" y="49"/>
                  </a:cubicBezTo>
                  <a:cubicBezTo>
                    <a:pt x="135" y="47"/>
                    <a:pt x="135" y="47"/>
                    <a:pt x="135" y="47"/>
                  </a:cubicBezTo>
                  <a:cubicBezTo>
                    <a:pt x="187" y="47"/>
                    <a:pt x="187" y="47"/>
                    <a:pt x="187" y="47"/>
                  </a:cubicBezTo>
                  <a:cubicBezTo>
                    <a:pt x="192" y="53"/>
                    <a:pt x="192" y="53"/>
                    <a:pt x="192" y="53"/>
                  </a:cubicBezTo>
                  <a:cubicBezTo>
                    <a:pt x="131" y="53"/>
                    <a:pt x="131" y="53"/>
                    <a:pt x="131" y="53"/>
                  </a:cubicBezTo>
                  <a:lnTo>
                    <a:pt x="135" y="50"/>
                  </a:lnTo>
                  <a:close/>
                  <a:moveTo>
                    <a:pt x="198" y="56"/>
                  </a:moveTo>
                  <a:cubicBezTo>
                    <a:pt x="198" y="11"/>
                    <a:pt x="198" y="11"/>
                    <a:pt x="198" y="11"/>
                  </a:cubicBezTo>
                  <a:cubicBezTo>
                    <a:pt x="199" y="10"/>
                    <a:pt x="200" y="10"/>
                    <a:pt x="201" y="10"/>
                  </a:cubicBezTo>
                  <a:cubicBezTo>
                    <a:pt x="201" y="60"/>
                    <a:pt x="201" y="60"/>
                    <a:pt x="201" y="60"/>
                  </a:cubicBezTo>
                  <a:lnTo>
                    <a:pt x="198" y="56"/>
                  </a:lnTo>
                  <a:close/>
                  <a:moveTo>
                    <a:pt x="203" y="9"/>
                  </a:moveTo>
                  <a:cubicBezTo>
                    <a:pt x="204" y="9"/>
                    <a:pt x="205" y="8"/>
                    <a:pt x="206" y="8"/>
                  </a:cubicBezTo>
                  <a:cubicBezTo>
                    <a:pt x="206" y="62"/>
                    <a:pt x="206" y="62"/>
                    <a:pt x="206" y="62"/>
                  </a:cubicBezTo>
                  <a:cubicBezTo>
                    <a:pt x="203" y="62"/>
                    <a:pt x="203" y="62"/>
                    <a:pt x="203" y="62"/>
                  </a:cubicBezTo>
                  <a:lnTo>
                    <a:pt x="203" y="9"/>
                  </a:lnTo>
                  <a:close/>
                  <a:moveTo>
                    <a:pt x="207" y="7"/>
                  </a:moveTo>
                  <a:cubicBezTo>
                    <a:pt x="208" y="7"/>
                    <a:pt x="209" y="7"/>
                    <a:pt x="210" y="7"/>
                  </a:cubicBezTo>
                  <a:cubicBezTo>
                    <a:pt x="210" y="62"/>
                    <a:pt x="210" y="62"/>
                    <a:pt x="210" y="62"/>
                  </a:cubicBezTo>
                  <a:cubicBezTo>
                    <a:pt x="207" y="62"/>
                    <a:pt x="207" y="62"/>
                    <a:pt x="207" y="62"/>
                  </a:cubicBezTo>
                  <a:lnTo>
                    <a:pt x="207" y="7"/>
                  </a:lnTo>
                  <a:close/>
                  <a:moveTo>
                    <a:pt x="212" y="6"/>
                  </a:moveTo>
                  <a:cubicBezTo>
                    <a:pt x="213" y="6"/>
                    <a:pt x="214" y="6"/>
                    <a:pt x="215" y="6"/>
                  </a:cubicBezTo>
                  <a:cubicBezTo>
                    <a:pt x="215" y="62"/>
                    <a:pt x="215" y="62"/>
                    <a:pt x="215" y="62"/>
                  </a:cubicBezTo>
                  <a:cubicBezTo>
                    <a:pt x="212" y="62"/>
                    <a:pt x="212" y="62"/>
                    <a:pt x="212" y="62"/>
                  </a:cubicBezTo>
                  <a:lnTo>
                    <a:pt x="212" y="6"/>
                  </a:lnTo>
                  <a:close/>
                  <a:moveTo>
                    <a:pt x="217" y="5"/>
                  </a:moveTo>
                  <a:cubicBezTo>
                    <a:pt x="218" y="5"/>
                    <a:pt x="219" y="5"/>
                    <a:pt x="220" y="4"/>
                  </a:cubicBezTo>
                  <a:cubicBezTo>
                    <a:pt x="220" y="62"/>
                    <a:pt x="220" y="62"/>
                    <a:pt x="220" y="62"/>
                  </a:cubicBezTo>
                  <a:cubicBezTo>
                    <a:pt x="217" y="62"/>
                    <a:pt x="217" y="62"/>
                    <a:pt x="217" y="62"/>
                  </a:cubicBezTo>
                  <a:lnTo>
                    <a:pt x="217" y="5"/>
                  </a:lnTo>
                  <a:close/>
                  <a:moveTo>
                    <a:pt x="222" y="4"/>
                  </a:moveTo>
                  <a:cubicBezTo>
                    <a:pt x="223" y="4"/>
                    <a:pt x="224" y="4"/>
                    <a:pt x="225" y="4"/>
                  </a:cubicBezTo>
                  <a:cubicBezTo>
                    <a:pt x="225" y="62"/>
                    <a:pt x="225" y="62"/>
                    <a:pt x="225" y="62"/>
                  </a:cubicBezTo>
                  <a:cubicBezTo>
                    <a:pt x="222" y="62"/>
                    <a:pt x="222" y="62"/>
                    <a:pt x="222" y="62"/>
                  </a:cubicBezTo>
                  <a:lnTo>
                    <a:pt x="222" y="4"/>
                  </a:lnTo>
                  <a:close/>
                  <a:moveTo>
                    <a:pt x="227" y="3"/>
                  </a:moveTo>
                  <a:cubicBezTo>
                    <a:pt x="228" y="3"/>
                    <a:pt x="229" y="3"/>
                    <a:pt x="230" y="3"/>
                  </a:cubicBezTo>
                  <a:cubicBezTo>
                    <a:pt x="230" y="62"/>
                    <a:pt x="230" y="62"/>
                    <a:pt x="230" y="62"/>
                  </a:cubicBezTo>
                  <a:cubicBezTo>
                    <a:pt x="227" y="62"/>
                    <a:pt x="227" y="62"/>
                    <a:pt x="227" y="62"/>
                  </a:cubicBezTo>
                  <a:lnTo>
                    <a:pt x="227" y="3"/>
                  </a:lnTo>
                  <a:close/>
                  <a:moveTo>
                    <a:pt x="232" y="3"/>
                  </a:moveTo>
                  <a:cubicBezTo>
                    <a:pt x="233" y="2"/>
                    <a:pt x="234" y="2"/>
                    <a:pt x="235" y="2"/>
                  </a:cubicBezTo>
                  <a:cubicBezTo>
                    <a:pt x="235" y="62"/>
                    <a:pt x="235" y="62"/>
                    <a:pt x="235" y="62"/>
                  </a:cubicBezTo>
                  <a:cubicBezTo>
                    <a:pt x="232" y="62"/>
                    <a:pt x="232" y="62"/>
                    <a:pt x="232" y="62"/>
                  </a:cubicBezTo>
                  <a:lnTo>
                    <a:pt x="232" y="3"/>
                  </a:lnTo>
                  <a:close/>
                  <a:moveTo>
                    <a:pt x="236" y="2"/>
                  </a:moveTo>
                  <a:cubicBezTo>
                    <a:pt x="238" y="2"/>
                    <a:pt x="239" y="2"/>
                    <a:pt x="239" y="2"/>
                  </a:cubicBezTo>
                  <a:cubicBezTo>
                    <a:pt x="239" y="62"/>
                    <a:pt x="239" y="62"/>
                    <a:pt x="239" y="62"/>
                  </a:cubicBezTo>
                  <a:cubicBezTo>
                    <a:pt x="236" y="62"/>
                    <a:pt x="236" y="62"/>
                    <a:pt x="236" y="62"/>
                  </a:cubicBezTo>
                  <a:lnTo>
                    <a:pt x="236" y="2"/>
                  </a:lnTo>
                  <a:close/>
                  <a:moveTo>
                    <a:pt x="241" y="2"/>
                  </a:moveTo>
                  <a:cubicBezTo>
                    <a:pt x="244" y="2"/>
                    <a:pt x="244" y="2"/>
                    <a:pt x="244" y="2"/>
                  </a:cubicBezTo>
                  <a:cubicBezTo>
                    <a:pt x="244" y="62"/>
                    <a:pt x="244" y="62"/>
                    <a:pt x="244" y="62"/>
                  </a:cubicBezTo>
                  <a:cubicBezTo>
                    <a:pt x="241" y="62"/>
                    <a:pt x="241" y="62"/>
                    <a:pt x="241" y="62"/>
                  </a:cubicBezTo>
                  <a:lnTo>
                    <a:pt x="241" y="2"/>
                  </a:lnTo>
                  <a:close/>
                  <a:moveTo>
                    <a:pt x="246" y="2"/>
                  </a:moveTo>
                  <a:cubicBezTo>
                    <a:pt x="249" y="2"/>
                    <a:pt x="249" y="2"/>
                    <a:pt x="249" y="2"/>
                  </a:cubicBezTo>
                  <a:cubicBezTo>
                    <a:pt x="249" y="62"/>
                    <a:pt x="249" y="62"/>
                    <a:pt x="249" y="62"/>
                  </a:cubicBezTo>
                  <a:cubicBezTo>
                    <a:pt x="246" y="62"/>
                    <a:pt x="246" y="62"/>
                    <a:pt x="246" y="62"/>
                  </a:cubicBezTo>
                  <a:lnTo>
                    <a:pt x="246" y="2"/>
                  </a:lnTo>
                  <a:close/>
                  <a:moveTo>
                    <a:pt x="251" y="2"/>
                  </a:moveTo>
                  <a:cubicBezTo>
                    <a:pt x="254" y="2"/>
                    <a:pt x="254" y="2"/>
                    <a:pt x="254" y="2"/>
                  </a:cubicBezTo>
                  <a:cubicBezTo>
                    <a:pt x="254" y="62"/>
                    <a:pt x="254" y="62"/>
                    <a:pt x="254" y="62"/>
                  </a:cubicBezTo>
                  <a:cubicBezTo>
                    <a:pt x="251" y="62"/>
                    <a:pt x="251" y="62"/>
                    <a:pt x="251" y="62"/>
                  </a:cubicBezTo>
                  <a:lnTo>
                    <a:pt x="251" y="2"/>
                  </a:lnTo>
                  <a:close/>
                  <a:moveTo>
                    <a:pt x="256" y="2"/>
                  </a:moveTo>
                  <a:cubicBezTo>
                    <a:pt x="259" y="2"/>
                    <a:pt x="259" y="2"/>
                    <a:pt x="259" y="2"/>
                  </a:cubicBezTo>
                  <a:cubicBezTo>
                    <a:pt x="259" y="62"/>
                    <a:pt x="259" y="62"/>
                    <a:pt x="259" y="62"/>
                  </a:cubicBezTo>
                  <a:cubicBezTo>
                    <a:pt x="256" y="62"/>
                    <a:pt x="256" y="62"/>
                    <a:pt x="256" y="62"/>
                  </a:cubicBezTo>
                  <a:lnTo>
                    <a:pt x="256" y="2"/>
                  </a:lnTo>
                  <a:close/>
                  <a:moveTo>
                    <a:pt x="260" y="2"/>
                  </a:moveTo>
                  <a:cubicBezTo>
                    <a:pt x="263" y="2"/>
                    <a:pt x="263" y="2"/>
                    <a:pt x="263" y="2"/>
                  </a:cubicBezTo>
                  <a:cubicBezTo>
                    <a:pt x="263" y="62"/>
                    <a:pt x="263" y="62"/>
                    <a:pt x="263" y="62"/>
                  </a:cubicBezTo>
                  <a:cubicBezTo>
                    <a:pt x="260" y="62"/>
                    <a:pt x="260" y="62"/>
                    <a:pt x="260" y="62"/>
                  </a:cubicBezTo>
                  <a:lnTo>
                    <a:pt x="260" y="2"/>
                  </a:lnTo>
                  <a:close/>
                  <a:moveTo>
                    <a:pt x="265" y="2"/>
                  </a:moveTo>
                  <a:cubicBezTo>
                    <a:pt x="268" y="2"/>
                    <a:pt x="268" y="2"/>
                    <a:pt x="268" y="2"/>
                  </a:cubicBezTo>
                  <a:cubicBezTo>
                    <a:pt x="268" y="62"/>
                    <a:pt x="268" y="62"/>
                    <a:pt x="268" y="62"/>
                  </a:cubicBezTo>
                  <a:cubicBezTo>
                    <a:pt x="265" y="62"/>
                    <a:pt x="265" y="62"/>
                    <a:pt x="265" y="62"/>
                  </a:cubicBezTo>
                  <a:lnTo>
                    <a:pt x="265" y="2"/>
                  </a:lnTo>
                  <a:close/>
                  <a:moveTo>
                    <a:pt x="270" y="2"/>
                  </a:moveTo>
                  <a:cubicBezTo>
                    <a:pt x="273" y="2"/>
                    <a:pt x="273" y="2"/>
                    <a:pt x="273" y="2"/>
                  </a:cubicBezTo>
                  <a:cubicBezTo>
                    <a:pt x="273" y="62"/>
                    <a:pt x="273" y="62"/>
                    <a:pt x="273" y="62"/>
                  </a:cubicBezTo>
                  <a:cubicBezTo>
                    <a:pt x="270" y="62"/>
                    <a:pt x="270" y="62"/>
                    <a:pt x="270" y="62"/>
                  </a:cubicBezTo>
                  <a:lnTo>
                    <a:pt x="270" y="2"/>
                  </a:lnTo>
                  <a:close/>
                  <a:moveTo>
                    <a:pt x="275" y="2"/>
                  </a:moveTo>
                  <a:cubicBezTo>
                    <a:pt x="278" y="2"/>
                    <a:pt x="278" y="2"/>
                    <a:pt x="278" y="2"/>
                  </a:cubicBezTo>
                  <a:cubicBezTo>
                    <a:pt x="278" y="62"/>
                    <a:pt x="278" y="62"/>
                    <a:pt x="278" y="62"/>
                  </a:cubicBezTo>
                  <a:cubicBezTo>
                    <a:pt x="275" y="62"/>
                    <a:pt x="275" y="62"/>
                    <a:pt x="275" y="62"/>
                  </a:cubicBezTo>
                  <a:lnTo>
                    <a:pt x="275" y="2"/>
                  </a:lnTo>
                  <a:close/>
                  <a:moveTo>
                    <a:pt x="280" y="2"/>
                  </a:moveTo>
                  <a:cubicBezTo>
                    <a:pt x="283" y="2"/>
                    <a:pt x="283" y="2"/>
                    <a:pt x="283" y="2"/>
                  </a:cubicBezTo>
                  <a:cubicBezTo>
                    <a:pt x="283" y="62"/>
                    <a:pt x="283" y="62"/>
                    <a:pt x="283" y="62"/>
                  </a:cubicBezTo>
                  <a:cubicBezTo>
                    <a:pt x="280" y="62"/>
                    <a:pt x="280" y="62"/>
                    <a:pt x="280" y="62"/>
                  </a:cubicBezTo>
                  <a:lnTo>
                    <a:pt x="280" y="2"/>
                  </a:lnTo>
                  <a:close/>
                  <a:moveTo>
                    <a:pt x="285" y="2"/>
                  </a:moveTo>
                  <a:cubicBezTo>
                    <a:pt x="288" y="2"/>
                    <a:pt x="288" y="2"/>
                    <a:pt x="288" y="2"/>
                  </a:cubicBezTo>
                  <a:cubicBezTo>
                    <a:pt x="288" y="62"/>
                    <a:pt x="288" y="62"/>
                    <a:pt x="288" y="62"/>
                  </a:cubicBezTo>
                  <a:cubicBezTo>
                    <a:pt x="285" y="62"/>
                    <a:pt x="285" y="62"/>
                    <a:pt x="285" y="62"/>
                  </a:cubicBezTo>
                  <a:lnTo>
                    <a:pt x="285" y="2"/>
                  </a:lnTo>
                  <a:close/>
                  <a:moveTo>
                    <a:pt x="289" y="2"/>
                  </a:moveTo>
                  <a:cubicBezTo>
                    <a:pt x="292" y="2"/>
                    <a:pt x="292" y="2"/>
                    <a:pt x="292" y="2"/>
                  </a:cubicBezTo>
                  <a:cubicBezTo>
                    <a:pt x="292" y="62"/>
                    <a:pt x="292" y="62"/>
                    <a:pt x="292" y="62"/>
                  </a:cubicBezTo>
                  <a:cubicBezTo>
                    <a:pt x="289" y="62"/>
                    <a:pt x="289" y="62"/>
                    <a:pt x="289" y="62"/>
                  </a:cubicBezTo>
                  <a:lnTo>
                    <a:pt x="289" y="2"/>
                  </a:lnTo>
                  <a:close/>
                  <a:moveTo>
                    <a:pt x="294" y="2"/>
                  </a:moveTo>
                  <a:cubicBezTo>
                    <a:pt x="297" y="2"/>
                    <a:pt x="297" y="2"/>
                    <a:pt x="297" y="2"/>
                  </a:cubicBezTo>
                  <a:cubicBezTo>
                    <a:pt x="297" y="62"/>
                    <a:pt x="297" y="62"/>
                    <a:pt x="297" y="62"/>
                  </a:cubicBezTo>
                  <a:cubicBezTo>
                    <a:pt x="294" y="62"/>
                    <a:pt x="294" y="62"/>
                    <a:pt x="294" y="62"/>
                  </a:cubicBezTo>
                  <a:lnTo>
                    <a:pt x="294" y="2"/>
                  </a:lnTo>
                  <a:close/>
                  <a:moveTo>
                    <a:pt x="299" y="2"/>
                  </a:moveTo>
                  <a:cubicBezTo>
                    <a:pt x="302" y="2"/>
                    <a:pt x="302" y="2"/>
                    <a:pt x="302" y="2"/>
                  </a:cubicBezTo>
                  <a:cubicBezTo>
                    <a:pt x="302" y="62"/>
                    <a:pt x="302" y="62"/>
                    <a:pt x="302" y="62"/>
                  </a:cubicBezTo>
                  <a:cubicBezTo>
                    <a:pt x="299" y="62"/>
                    <a:pt x="299" y="62"/>
                    <a:pt x="299" y="62"/>
                  </a:cubicBezTo>
                  <a:lnTo>
                    <a:pt x="299" y="2"/>
                  </a:lnTo>
                  <a:close/>
                  <a:moveTo>
                    <a:pt x="304" y="2"/>
                  </a:moveTo>
                  <a:cubicBezTo>
                    <a:pt x="307" y="2"/>
                    <a:pt x="307" y="2"/>
                    <a:pt x="307" y="2"/>
                  </a:cubicBezTo>
                  <a:cubicBezTo>
                    <a:pt x="307" y="62"/>
                    <a:pt x="307" y="62"/>
                    <a:pt x="307" y="62"/>
                  </a:cubicBezTo>
                  <a:cubicBezTo>
                    <a:pt x="304" y="62"/>
                    <a:pt x="304" y="62"/>
                    <a:pt x="304" y="62"/>
                  </a:cubicBezTo>
                  <a:lnTo>
                    <a:pt x="304" y="2"/>
                  </a:lnTo>
                  <a:close/>
                  <a:moveTo>
                    <a:pt x="309" y="2"/>
                  </a:moveTo>
                  <a:cubicBezTo>
                    <a:pt x="312" y="2"/>
                    <a:pt x="312" y="2"/>
                    <a:pt x="312" y="2"/>
                  </a:cubicBezTo>
                  <a:cubicBezTo>
                    <a:pt x="312" y="62"/>
                    <a:pt x="312" y="62"/>
                    <a:pt x="312" y="62"/>
                  </a:cubicBezTo>
                  <a:cubicBezTo>
                    <a:pt x="309" y="62"/>
                    <a:pt x="309" y="62"/>
                    <a:pt x="309" y="62"/>
                  </a:cubicBezTo>
                  <a:lnTo>
                    <a:pt x="309" y="2"/>
                  </a:lnTo>
                  <a:close/>
                  <a:moveTo>
                    <a:pt x="313" y="2"/>
                  </a:moveTo>
                  <a:cubicBezTo>
                    <a:pt x="316" y="2"/>
                    <a:pt x="316" y="2"/>
                    <a:pt x="316" y="2"/>
                  </a:cubicBezTo>
                  <a:cubicBezTo>
                    <a:pt x="316" y="62"/>
                    <a:pt x="316" y="62"/>
                    <a:pt x="316" y="62"/>
                  </a:cubicBezTo>
                  <a:cubicBezTo>
                    <a:pt x="313" y="62"/>
                    <a:pt x="313" y="62"/>
                    <a:pt x="313" y="62"/>
                  </a:cubicBezTo>
                  <a:lnTo>
                    <a:pt x="313" y="2"/>
                  </a:lnTo>
                  <a:close/>
                  <a:moveTo>
                    <a:pt x="318" y="2"/>
                  </a:moveTo>
                  <a:cubicBezTo>
                    <a:pt x="321" y="2"/>
                    <a:pt x="321" y="2"/>
                    <a:pt x="321" y="2"/>
                  </a:cubicBezTo>
                  <a:cubicBezTo>
                    <a:pt x="321" y="62"/>
                    <a:pt x="321" y="62"/>
                    <a:pt x="321" y="62"/>
                  </a:cubicBezTo>
                  <a:cubicBezTo>
                    <a:pt x="318" y="62"/>
                    <a:pt x="318" y="62"/>
                    <a:pt x="318" y="62"/>
                  </a:cubicBezTo>
                  <a:lnTo>
                    <a:pt x="318" y="2"/>
                  </a:lnTo>
                  <a:close/>
                  <a:moveTo>
                    <a:pt x="182" y="18"/>
                  </a:moveTo>
                  <a:cubicBezTo>
                    <a:pt x="182" y="19"/>
                    <a:pt x="182" y="19"/>
                    <a:pt x="182" y="19"/>
                  </a:cubicBezTo>
                  <a:cubicBezTo>
                    <a:pt x="181" y="19"/>
                    <a:pt x="180" y="19"/>
                    <a:pt x="179" y="19"/>
                  </a:cubicBezTo>
                  <a:cubicBezTo>
                    <a:pt x="180" y="19"/>
                    <a:pt x="181" y="18"/>
                    <a:pt x="182" y="18"/>
                  </a:cubicBezTo>
                  <a:close/>
                  <a:moveTo>
                    <a:pt x="192" y="22"/>
                  </a:moveTo>
                  <a:cubicBezTo>
                    <a:pt x="191" y="27"/>
                    <a:pt x="191" y="27"/>
                    <a:pt x="191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1" y="23"/>
                    <a:pt x="131" y="23"/>
                    <a:pt x="131" y="23"/>
                  </a:cubicBezTo>
                  <a:cubicBezTo>
                    <a:pt x="137" y="22"/>
                    <a:pt x="166" y="18"/>
                    <a:pt x="192" y="22"/>
                  </a:cubicBezTo>
                  <a:close/>
                  <a:moveTo>
                    <a:pt x="151" y="19"/>
                  </a:moveTo>
                  <a:cubicBezTo>
                    <a:pt x="151" y="18"/>
                    <a:pt x="151" y="18"/>
                    <a:pt x="151" y="18"/>
                  </a:cubicBezTo>
                  <a:cubicBezTo>
                    <a:pt x="152" y="19"/>
                    <a:pt x="152" y="19"/>
                    <a:pt x="152" y="19"/>
                  </a:cubicBezTo>
                  <a:cubicBezTo>
                    <a:pt x="152" y="19"/>
                    <a:pt x="152" y="19"/>
                    <a:pt x="151" y="19"/>
                  </a:cubicBezTo>
                  <a:close/>
                  <a:moveTo>
                    <a:pt x="95" y="2"/>
                  </a:moveTo>
                  <a:cubicBezTo>
                    <a:pt x="113" y="62"/>
                    <a:pt x="113" y="62"/>
                    <a:pt x="113" y="62"/>
                  </a:cubicBezTo>
                  <a:cubicBezTo>
                    <a:pt x="110" y="62"/>
                    <a:pt x="110" y="62"/>
                    <a:pt x="110" y="62"/>
                  </a:cubicBezTo>
                  <a:cubicBezTo>
                    <a:pt x="92" y="2"/>
                    <a:pt x="92" y="2"/>
                    <a:pt x="92" y="2"/>
                  </a:cubicBezTo>
                  <a:cubicBezTo>
                    <a:pt x="93" y="2"/>
                    <a:pt x="94" y="2"/>
                    <a:pt x="95" y="2"/>
                  </a:cubicBezTo>
                  <a:close/>
                  <a:moveTo>
                    <a:pt x="2" y="2"/>
                  </a:moveTo>
                  <a:cubicBezTo>
                    <a:pt x="90" y="2"/>
                    <a:pt x="90" y="2"/>
                    <a:pt x="90" y="2"/>
                  </a:cubicBezTo>
                  <a:cubicBezTo>
                    <a:pt x="108" y="62"/>
                    <a:pt x="108" y="62"/>
                    <a:pt x="108" y="62"/>
                  </a:cubicBezTo>
                  <a:cubicBezTo>
                    <a:pt x="2" y="62"/>
                    <a:pt x="2" y="62"/>
                    <a:pt x="2" y="62"/>
                  </a:cubicBezTo>
                  <a:lnTo>
                    <a:pt x="2" y="2"/>
                  </a:lnTo>
                  <a:close/>
                  <a:moveTo>
                    <a:pt x="115" y="62"/>
                  </a:moveTo>
                  <a:cubicBezTo>
                    <a:pt x="97" y="2"/>
                    <a:pt x="97" y="2"/>
                    <a:pt x="97" y="2"/>
                  </a:cubicBezTo>
                  <a:cubicBezTo>
                    <a:pt x="98" y="2"/>
                    <a:pt x="99" y="3"/>
                    <a:pt x="100" y="3"/>
                  </a:cubicBezTo>
                  <a:cubicBezTo>
                    <a:pt x="100" y="3"/>
                    <a:pt x="100" y="3"/>
                    <a:pt x="100" y="3"/>
                  </a:cubicBezTo>
                  <a:cubicBezTo>
                    <a:pt x="118" y="62"/>
                    <a:pt x="118" y="62"/>
                    <a:pt x="118" y="62"/>
                  </a:cubicBezTo>
                  <a:cubicBezTo>
                    <a:pt x="118" y="62"/>
                    <a:pt x="118" y="62"/>
                    <a:pt x="118" y="62"/>
                  </a:cubicBezTo>
                  <a:lnTo>
                    <a:pt x="115" y="62"/>
                  </a:lnTo>
                  <a:close/>
                  <a:moveTo>
                    <a:pt x="129" y="55"/>
                  </a:moveTo>
                  <a:cubicBezTo>
                    <a:pt x="129" y="55"/>
                    <a:pt x="129" y="55"/>
                    <a:pt x="129" y="55"/>
                  </a:cubicBezTo>
                  <a:cubicBezTo>
                    <a:pt x="193" y="55"/>
                    <a:pt x="193" y="55"/>
                    <a:pt x="193" y="55"/>
                  </a:cubicBezTo>
                  <a:cubicBezTo>
                    <a:pt x="194" y="55"/>
                    <a:pt x="194" y="55"/>
                    <a:pt x="194" y="55"/>
                  </a:cubicBezTo>
                  <a:cubicBezTo>
                    <a:pt x="196" y="57"/>
                    <a:pt x="196" y="57"/>
                    <a:pt x="196" y="57"/>
                  </a:cubicBezTo>
                  <a:cubicBezTo>
                    <a:pt x="196" y="57"/>
                    <a:pt x="196" y="58"/>
                    <a:pt x="196" y="58"/>
                  </a:cubicBezTo>
                  <a:cubicBezTo>
                    <a:pt x="126" y="58"/>
                    <a:pt x="126" y="58"/>
                    <a:pt x="126" y="58"/>
                  </a:cubicBezTo>
                  <a:lnTo>
                    <a:pt x="129" y="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" name="Freeform 221"/>
            <p:cNvSpPr>
              <a:spLocks noEditPoints="1"/>
            </p:cNvSpPr>
            <p:nvPr userDrawn="1"/>
          </p:nvSpPr>
          <p:spPr bwMode="auto">
            <a:xfrm>
              <a:off x="-6350" y="4583113"/>
              <a:ext cx="2128838" cy="265113"/>
            </a:xfrm>
            <a:custGeom>
              <a:avLst/>
              <a:gdLst>
                <a:gd name="T0" fmla="*/ 1332 w 1341"/>
                <a:gd name="T1" fmla="*/ 163 h 167"/>
                <a:gd name="T2" fmla="*/ 1332 w 1341"/>
                <a:gd name="T3" fmla="*/ 163 h 167"/>
                <a:gd name="T4" fmla="*/ 1336 w 1341"/>
                <a:gd name="T5" fmla="*/ 163 h 167"/>
                <a:gd name="T6" fmla="*/ 1328 w 1341"/>
                <a:gd name="T7" fmla="*/ 61 h 167"/>
                <a:gd name="T8" fmla="*/ 1101 w 1341"/>
                <a:gd name="T9" fmla="*/ 0 h 167"/>
                <a:gd name="T10" fmla="*/ 940 w 1341"/>
                <a:gd name="T11" fmla="*/ 61 h 167"/>
                <a:gd name="T12" fmla="*/ 853 w 1341"/>
                <a:gd name="T13" fmla="*/ 0 h 167"/>
                <a:gd name="T14" fmla="*/ 692 w 1341"/>
                <a:gd name="T15" fmla="*/ 61 h 167"/>
                <a:gd name="T16" fmla="*/ 600 w 1341"/>
                <a:gd name="T17" fmla="*/ 4 h 167"/>
                <a:gd name="T18" fmla="*/ 439 w 1341"/>
                <a:gd name="T19" fmla="*/ 61 h 167"/>
                <a:gd name="T20" fmla="*/ 352 w 1341"/>
                <a:gd name="T21" fmla="*/ 4 h 167"/>
                <a:gd name="T22" fmla="*/ 191 w 1341"/>
                <a:gd name="T23" fmla="*/ 61 h 167"/>
                <a:gd name="T24" fmla="*/ 0 w 1341"/>
                <a:gd name="T25" fmla="*/ 167 h 167"/>
                <a:gd name="T26" fmla="*/ 605 w 1341"/>
                <a:gd name="T27" fmla="*/ 150 h 167"/>
                <a:gd name="T28" fmla="*/ 1319 w 1341"/>
                <a:gd name="T29" fmla="*/ 70 h 167"/>
                <a:gd name="T30" fmla="*/ 1101 w 1341"/>
                <a:gd name="T31" fmla="*/ 158 h 167"/>
                <a:gd name="T32" fmla="*/ 1319 w 1341"/>
                <a:gd name="T33" fmla="*/ 70 h 167"/>
                <a:gd name="T34" fmla="*/ 1092 w 1341"/>
                <a:gd name="T35" fmla="*/ 8 h 167"/>
                <a:gd name="T36" fmla="*/ 949 w 1341"/>
                <a:gd name="T37" fmla="*/ 154 h 167"/>
                <a:gd name="T38" fmla="*/ 940 w 1341"/>
                <a:gd name="T39" fmla="*/ 70 h 167"/>
                <a:gd name="T40" fmla="*/ 853 w 1341"/>
                <a:gd name="T41" fmla="*/ 158 h 167"/>
                <a:gd name="T42" fmla="*/ 940 w 1341"/>
                <a:gd name="T43" fmla="*/ 70 h 167"/>
                <a:gd name="T44" fmla="*/ 844 w 1341"/>
                <a:gd name="T45" fmla="*/ 8 h 167"/>
                <a:gd name="T46" fmla="*/ 696 w 1341"/>
                <a:gd name="T47" fmla="*/ 154 h 167"/>
                <a:gd name="T48" fmla="*/ 692 w 1341"/>
                <a:gd name="T49" fmla="*/ 70 h 167"/>
                <a:gd name="T50" fmla="*/ 600 w 1341"/>
                <a:gd name="T51" fmla="*/ 158 h 167"/>
                <a:gd name="T52" fmla="*/ 692 w 1341"/>
                <a:gd name="T53" fmla="*/ 70 h 167"/>
                <a:gd name="T54" fmla="*/ 592 w 1341"/>
                <a:gd name="T55" fmla="*/ 13 h 167"/>
                <a:gd name="T56" fmla="*/ 587 w 1341"/>
                <a:gd name="T57" fmla="*/ 158 h 167"/>
                <a:gd name="T58" fmla="*/ 448 w 1341"/>
                <a:gd name="T59" fmla="*/ 13 h 167"/>
                <a:gd name="T60" fmla="*/ 439 w 1341"/>
                <a:gd name="T61" fmla="*/ 158 h 167"/>
                <a:gd name="T62" fmla="*/ 352 w 1341"/>
                <a:gd name="T63" fmla="*/ 70 h 167"/>
                <a:gd name="T64" fmla="*/ 196 w 1341"/>
                <a:gd name="T65" fmla="*/ 13 h 167"/>
                <a:gd name="T66" fmla="*/ 344 w 1341"/>
                <a:gd name="T67" fmla="*/ 158 h 167"/>
                <a:gd name="T68" fmla="*/ 196 w 1341"/>
                <a:gd name="T69" fmla="*/ 13 h 167"/>
                <a:gd name="T70" fmla="*/ 191 w 1341"/>
                <a:gd name="T71" fmla="*/ 70 h 167"/>
                <a:gd name="T72" fmla="*/ 8 w 1341"/>
                <a:gd name="T73" fmla="*/ 158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341" h="167">
                  <a:moveTo>
                    <a:pt x="600" y="167"/>
                  </a:moveTo>
                  <a:lnTo>
                    <a:pt x="1332" y="163"/>
                  </a:lnTo>
                  <a:lnTo>
                    <a:pt x="1332" y="163"/>
                  </a:lnTo>
                  <a:lnTo>
                    <a:pt x="1332" y="163"/>
                  </a:lnTo>
                  <a:lnTo>
                    <a:pt x="1336" y="163"/>
                  </a:lnTo>
                  <a:lnTo>
                    <a:pt x="1336" y="163"/>
                  </a:lnTo>
                  <a:lnTo>
                    <a:pt x="1341" y="163"/>
                  </a:lnTo>
                  <a:lnTo>
                    <a:pt x="1328" y="61"/>
                  </a:lnTo>
                  <a:lnTo>
                    <a:pt x="1101" y="61"/>
                  </a:lnTo>
                  <a:lnTo>
                    <a:pt x="1101" y="0"/>
                  </a:lnTo>
                  <a:lnTo>
                    <a:pt x="940" y="0"/>
                  </a:lnTo>
                  <a:lnTo>
                    <a:pt x="940" y="61"/>
                  </a:lnTo>
                  <a:lnTo>
                    <a:pt x="853" y="61"/>
                  </a:lnTo>
                  <a:lnTo>
                    <a:pt x="853" y="0"/>
                  </a:lnTo>
                  <a:lnTo>
                    <a:pt x="692" y="0"/>
                  </a:lnTo>
                  <a:lnTo>
                    <a:pt x="692" y="61"/>
                  </a:lnTo>
                  <a:lnTo>
                    <a:pt x="600" y="61"/>
                  </a:lnTo>
                  <a:lnTo>
                    <a:pt x="600" y="4"/>
                  </a:lnTo>
                  <a:lnTo>
                    <a:pt x="439" y="4"/>
                  </a:lnTo>
                  <a:lnTo>
                    <a:pt x="439" y="61"/>
                  </a:lnTo>
                  <a:lnTo>
                    <a:pt x="352" y="61"/>
                  </a:lnTo>
                  <a:lnTo>
                    <a:pt x="352" y="4"/>
                  </a:lnTo>
                  <a:lnTo>
                    <a:pt x="191" y="4"/>
                  </a:lnTo>
                  <a:lnTo>
                    <a:pt x="191" y="61"/>
                  </a:lnTo>
                  <a:lnTo>
                    <a:pt x="26" y="61"/>
                  </a:lnTo>
                  <a:lnTo>
                    <a:pt x="0" y="167"/>
                  </a:lnTo>
                  <a:lnTo>
                    <a:pt x="587" y="167"/>
                  </a:lnTo>
                  <a:lnTo>
                    <a:pt x="605" y="150"/>
                  </a:lnTo>
                  <a:lnTo>
                    <a:pt x="600" y="167"/>
                  </a:lnTo>
                  <a:close/>
                  <a:moveTo>
                    <a:pt x="1319" y="70"/>
                  </a:moveTo>
                  <a:lnTo>
                    <a:pt x="1332" y="154"/>
                  </a:lnTo>
                  <a:lnTo>
                    <a:pt x="1101" y="158"/>
                  </a:lnTo>
                  <a:lnTo>
                    <a:pt x="1101" y="70"/>
                  </a:lnTo>
                  <a:lnTo>
                    <a:pt x="1319" y="70"/>
                  </a:lnTo>
                  <a:close/>
                  <a:moveTo>
                    <a:pt x="949" y="8"/>
                  </a:moveTo>
                  <a:lnTo>
                    <a:pt x="1092" y="8"/>
                  </a:lnTo>
                  <a:lnTo>
                    <a:pt x="1092" y="154"/>
                  </a:lnTo>
                  <a:lnTo>
                    <a:pt x="949" y="154"/>
                  </a:lnTo>
                  <a:lnTo>
                    <a:pt x="949" y="8"/>
                  </a:lnTo>
                  <a:close/>
                  <a:moveTo>
                    <a:pt x="940" y="70"/>
                  </a:moveTo>
                  <a:lnTo>
                    <a:pt x="940" y="158"/>
                  </a:lnTo>
                  <a:lnTo>
                    <a:pt x="853" y="158"/>
                  </a:lnTo>
                  <a:lnTo>
                    <a:pt x="853" y="70"/>
                  </a:lnTo>
                  <a:lnTo>
                    <a:pt x="940" y="70"/>
                  </a:lnTo>
                  <a:close/>
                  <a:moveTo>
                    <a:pt x="696" y="8"/>
                  </a:moveTo>
                  <a:lnTo>
                    <a:pt x="844" y="8"/>
                  </a:lnTo>
                  <a:lnTo>
                    <a:pt x="844" y="154"/>
                  </a:lnTo>
                  <a:lnTo>
                    <a:pt x="696" y="154"/>
                  </a:lnTo>
                  <a:lnTo>
                    <a:pt x="696" y="8"/>
                  </a:lnTo>
                  <a:close/>
                  <a:moveTo>
                    <a:pt x="692" y="70"/>
                  </a:moveTo>
                  <a:lnTo>
                    <a:pt x="692" y="158"/>
                  </a:lnTo>
                  <a:lnTo>
                    <a:pt x="600" y="158"/>
                  </a:lnTo>
                  <a:lnTo>
                    <a:pt x="600" y="70"/>
                  </a:lnTo>
                  <a:lnTo>
                    <a:pt x="692" y="70"/>
                  </a:lnTo>
                  <a:close/>
                  <a:moveTo>
                    <a:pt x="448" y="13"/>
                  </a:moveTo>
                  <a:lnTo>
                    <a:pt x="592" y="13"/>
                  </a:lnTo>
                  <a:lnTo>
                    <a:pt x="592" y="158"/>
                  </a:lnTo>
                  <a:lnTo>
                    <a:pt x="587" y="158"/>
                  </a:lnTo>
                  <a:lnTo>
                    <a:pt x="448" y="158"/>
                  </a:lnTo>
                  <a:lnTo>
                    <a:pt x="448" y="13"/>
                  </a:lnTo>
                  <a:close/>
                  <a:moveTo>
                    <a:pt x="439" y="70"/>
                  </a:moveTo>
                  <a:lnTo>
                    <a:pt x="439" y="158"/>
                  </a:lnTo>
                  <a:lnTo>
                    <a:pt x="352" y="158"/>
                  </a:lnTo>
                  <a:lnTo>
                    <a:pt x="352" y="70"/>
                  </a:lnTo>
                  <a:lnTo>
                    <a:pt x="439" y="70"/>
                  </a:lnTo>
                  <a:close/>
                  <a:moveTo>
                    <a:pt x="196" y="13"/>
                  </a:moveTo>
                  <a:lnTo>
                    <a:pt x="344" y="13"/>
                  </a:lnTo>
                  <a:lnTo>
                    <a:pt x="344" y="158"/>
                  </a:lnTo>
                  <a:lnTo>
                    <a:pt x="196" y="158"/>
                  </a:lnTo>
                  <a:lnTo>
                    <a:pt x="196" y="13"/>
                  </a:lnTo>
                  <a:close/>
                  <a:moveTo>
                    <a:pt x="30" y="70"/>
                  </a:moveTo>
                  <a:lnTo>
                    <a:pt x="191" y="70"/>
                  </a:lnTo>
                  <a:lnTo>
                    <a:pt x="191" y="158"/>
                  </a:lnTo>
                  <a:lnTo>
                    <a:pt x="8" y="158"/>
                  </a:lnTo>
                  <a:lnTo>
                    <a:pt x="30" y="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" name="Freeform 222"/>
            <p:cNvSpPr>
              <a:spLocks noEditPoints="1"/>
            </p:cNvSpPr>
            <p:nvPr userDrawn="1"/>
          </p:nvSpPr>
          <p:spPr bwMode="auto">
            <a:xfrm>
              <a:off x="366713" y="4630738"/>
              <a:ext cx="103188" cy="176213"/>
            </a:xfrm>
            <a:custGeom>
              <a:avLst/>
              <a:gdLst>
                <a:gd name="T0" fmla="*/ 13 w 15"/>
                <a:gd name="T1" fmla="*/ 8 h 25"/>
                <a:gd name="T2" fmla="*/ 11 w 15"/>
                <a:gd name="T3" fmla="*/ 9 h 25"/>
                <a:gd name="T4" fmla="*/ 10 w 15"/>
                <a:gd name="T5" fmla="*/ 10 h 25"/>
                <a:gd name="T6" fmla="*/ 7 w 15"/>
                <a:gd name="T7" fmla="*/ 13 h 25"/>
                <a:gd name="T8" fmla="*/ 6 w 15"/>
                <a:gd name="T9" fmla="*/ 13 h 25"/>
                <a:gd name="T10" fmla="*/ 8 w 15"/>
                <a:gd name="T11" fmla="*/ 11 h 25"/>
                <a:gd name="T12" fmla="*/ 11 w 15"/>
                <a:gd name="T13" fmla="*/ 7 h 25"/>
                <a:gd name="T14" fmla="*/ 12 w 15"/>
                <a:gd name="T15" fmla="*/ 5 h 25"/>
                <a:gd name="T16" fmla="*/ 11 w 15"/>
                <a:gd name="T17" fmla="*/ 4 h 25"/>
                <a:gd name="T18" fmla="*/ 10 w 15"/>
                <a:gd name="T19" fmla="*/ 2 h 25"/>
                <a:gd name="T20" fmla="*/ 9 w 15"/>
                <a:gd name="T21" fmla="*/ 1 h 25"/>
                <a:gd name="T22" fmla="*/ 7 w 15"/>
                <a:gd name="T23" fmla="*/ 1 h 25"/>
                <a:gd name="T24" fmla="*/ 7 w 15"/>
                <a:gd name="T25" fmla="*/ 2 h 25"/>
                <a:gd name="T26" fmla="*/ 7 w 15"/>
                <a:gd name="T27" fmla="*/ 5 h 25"/>
                <a:gd name="T28" fmla="*/ 7 w 15"/>
                <a:gd name="T29" fmla="*/ 6 h 25"/>
                <a:gd name="T30" fmla="*/ 7 w 15"/>
                <a:gd name="T31" fmla="*/ 9 h 25"/>
                <a:gd name="T32" fmla="*/ 4 w 15"/>
                <a:gd name="T33" fmla="*/ 11 h 25"/>
                <a:gd name="T34" fmla="*/ 3 w 15"/>
                <a:gd name="T35" fmla="*/ 12 h 25"/>
                <a:gd name="T36" fmla="*/ 4 w 15"/>
                <a:gd name="T37" fmla="*/ 13 h 25"/>
                <a:gd name="T38" fmla="*/ 5 w 15"/>
                <a:gd name="T39" fmla="*/ 13 h 25"/>
                <a:gd name="T40" fmla="*/ 4 w 15"/>
                <a:gd name="T41" fmla="*/ 15 h 25"/>
                <a:gd name="T42" fmla="*/ 3 w 15"/>
                <a:gd name="T43" fmla="*/ 17 h 25"/>
                <a:gd name="T44" fmla="*/ 1 w 15"/>
                <a:gd name="T45" fmla="*/ 20 h 25"/>
                <a:gd name="T46" fmla="*/ 0 w 15"/>
                <a:gd name="T47" fmla="*/ 20 h 25"/>
                <a:gd name="T48" fmla="*/ 1 w 15"/>
                <a:gd name="T49" fmla="*/ 22 h 25"/>
                <a:gd name="T50" fmla="*/ 2 w 15"/>
                <a:gd name="T51" fmla="*/ 25 h 25"/>
                <a:gd name="T52" fmla="*/ 4 w 15"/>
                <a:gd name="T53" fmla="*/ 23 h 25"/>
                <a:gd name="T54" fmla="*/ 4 w 15"/>
                <a:gd name="T55" fmla="*/ 22 h 25"/>
                <a:gd name="T56" fmla="*/ 3 w 15"/>
                <a:gd name="T57" fmla="*/ 20 h 25"/>
                <a:gd name="T58" fmla="*/ 5 w 15"/>
                <a:gd name="T59" fmla="*/ 18 h 25"/>
                <a:gd name="T60" fmla="*/ 6 w 15"/>
                <a:gd name="T61" fmla="*/ 20 h 25"/>
                <a:gd name="T62" fmla="*/ 7 w 15"/>
                <a:gd name="T63" fmla="*/ 21 h 25"/>
                <a:gd name="T64" fmla="*/ 6 w 15"/>
                <a:gd name="T65" fmla="*/ 22 h 25"/>
                <a:gd name="T66" fmla="*/ 7 w 15"/>
                <a:gd name="T67" fmla="*/ 23 h 25"/>
                <a:gd name="T68" fmla="*/ 8 w 15"/>
                <a:gd name="T69" fmla="*/ 24 h 25"/>
                <a:gd name="T70" fmla="*/ 9 w 15"/>
                <a:gd name="T71" fmla="*/ 23 h 25"/>
                <a:gd name="T72" fmla="*/ 11 w 15"/>
                <a:gd name="T73" fmla="*/ 21 h 25"/>
                <a:gd name="T74" fmla="*/ 13 w 15"/>
                <a:gd name="T75" fmla="*/ 22 h 25"/>
                <a:gd name="T76" fmla="*/ 14 w 15"/>
                <a:gd name="T77" fmla="*/ 18 h 25"/>
                <a:gd name="T78" fmla="*/ 14 w 15"/>
                <a:gd name="T79" fmla="*/ 17 h 25"/>
                <a:gd name="T80" fmla="*/ 14 w 15"/>
                <a:gd name="T81" fmla="*/ 13 h 25"/>
                <a:gd name="T82" fmla="*/ 15 w 15"/>
                <a:gd name="T83" fmla="*/ 10 h 25"/>
                <a:gd name="T84" fmla="*/ 14 w 15"/>
                <a:gd name="T85" fmla="*/ 8 h 25"/>
                <a:gd name="T86" fmla="*/ 8 w 15"/>
                <a:gd name="T87" fmla="*/ 15 h 25"/>
                <a:gd name="T88" fmla="*/ 8 w 15"/>
                <a:gd name="T89" fmla="*/ 17 h 25"/>
                <a:gd name="T90" fmla="*/ 7 w 15"/>
                <a:gd name="T91" fmla="*/ 18 h 25"/>
                <a:gd name="T92" fmla="*/ 7 w 15"/>
                <a:gd name="T93" fmla="*/ 16 h 25"/>
                <a:gd name="T94" fmla="*/ 7 w 15"/>
                <a:gd name="T95" fmla="*/ 14 h 25"/>
                <a:gd name="T96" fmla="*/ 8 w 15"/>
                <a:gd name="T97" fmla="*/ 14 h 25"/>
                <a:gd name="T98" fmla="*/ 9 w 15"/>
                <a:gd name="T99" fmla="*/ 14 h 25"/>
                <a:gd name="T100" fmla="*/ 11 w 15"/>
                <a:gd name="T101" fmla="*/ 14 h 25"/>
                <a:gd name="T102" fmla="*/ 11 w 15"/>
                <a:gd name="T103" fmla="*/ 16 h 25"/>
                <a:gd name="T104" fmla="*/ 11 w 15"/>
                <a:gd name="T105" fmla="*/ 20 h 25"/>
                <a:gd name="T106" fmla="*/ 10 w 15"/>
                <a:gd name="T107" fmla="*/ 19 h 25"/>
                <a:gd name="T108" fmla="*/ 9 w 15"/>
                <a:gd name="T109" fmla="*/ 18 h 25"/>
                <a:gd name="T110" fmla="*/ 9 w 15"/>
                <a:gd name="T111" fmla="*/ 16 h 25"/>
                <a:gd name="T112" fmla="*/ 10 w 15"/>
                <a:gd name="T113" fmla="*/ 13 h 25"/>
                <a:gd name="T114" fmla="*/ 10 w 15"/>
                <a:gd name="T115" fmla="*/ 11 h 25"/>
                <a:gd name="T116" fmla="*/ 12 w 15"/>
                <a:gd name="T117" fmla="*/ 10 h 25"/>
                <a:gd name="T118" fmla="*/ 11 w 15"/>
                <a:gd name="T119" fmla="*/ 1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5" h="25">
                  <a:moveTo>
                    <a:pt x="14" y="8"/>
                  </a:moveTo>
                  <a:cubicBezTo>
                    <a:pt x="14" y="8"/>
                    <a:pt x="13" y="8"/>
                    <a:pt x="13" y="8"/>
                  </a:cubicBezTo>
                  <a:cubicBezTo>
                    <a:pt x="13" y="8"/>
                    <a:pt x="12" y="8"/>
                    <a:pt x="12" y="8"/>
                  </a:cubicBezTo>
                  <a:cubicBezTo>
                    <a:pt x="12" y="8"/>
                    <a:pt x="11" y="8"/>
                    <a:pt x="11" y="9"/>
                  </a:cubicBezTo>
                  <a:cubicBezTo>
                    <a:pt x="11" y="9"/>
                    <a:pt x="11" y="9"/>
                    <a:pt x="11" y="10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0" y="10"/>
                    <a:pt x="10" y="10"/>
                    <a:pt x="10" y="11"/>
                  </a:cubicBezTo>
                  <a:cubicBezTo>
                    <a:pt x="9" y="11"/>
                    <a:pt x="8" y="12"/>
                    <a:pt x="7" y="13"/>
                  </a:cubicBezTo>
                  <a:cubicBezTo>
                    <a:pt x="7" y="13"/>
                    <a:pt x="7" y="13"/>
                    <a:pt x="7" y="14"/>
                  </a:cubicBezTo>
                  <a:cubicBezTo>
                    <a:pt x="7" y="14"/>
                    <a:pt x="7" y="13"/>
                    <a:pt x="6" y="13"/>
                  </a:cubicBezTo>
                  <a:cubicBezTo>
                    <a:pt x="7" y="13"/>
                    <a:pt x="7" y="12"/>
                    <a:pt x="7" y="12"/>
                  </a:cubicBezTo>
                  <a:cubicBezTo>
                    <a:pt x="7" y="11"/>
                    <a:pt x="7" y="11"/>
                    <a:pt x="8" y="11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9" y="9"/>
                    <a:pt x="10" y="8"/>
                    <a:pt x="11" y="7"/>
                  </a:cubicBezTo>
                  <a:cubicBezTo>
                    <a:pt x="11" y="7"/>
                    <a:pt x="12" y="7"/>
                    <a:pt x="12" y="6"/>
                  </a:cubicBezTo>
                  <a:cubicBezTo>
                    <a:pt x="12" y="6"/>
                    <a:pt x="12" y="6"/>
                    <a:pt x="12" y="5"/>
                  </a:cubicBezTo>
                  <a:cubicBezTo>
                    <a:pt x="11" y="5"/>
                    <a:pt x="11" y="6"/>
                    <a:pt x="10" y="5"/>
                  </a:cubicBezTo>
                  <a:cubicBezTo>
                    <a:pt x="10" y="5"/>
                    <a:pt x="11" y="4"/>
                    <a:pt x="11" y="4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0" y="3"/>
                    <a:pt x="10" y="3"/>
                    <a:pt x="10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2"/>
                    <a:pt x="9" y="1"/>
                    <a:pt x="9" y="1"/>
                  </a:cubicBezTo>
                  <a:cubicBezTo>
                    <a:pt x="9" y="0"/>
                    <a:pt x="8" y="0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7" y="2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3"/>
                    <a:pt x="7" y="4"/>
                    <a:pt x="7" y="4"/>
                  </a:cubicBezTo>
                  <a:cubicBezTo>
                    <a:pt x="7" y="4"/>
                    <a:pt x="7" y="4"/>
                    <a:pt x="7" y="5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7" y="6"/>
                    <a:pt x="7" y="6"/>
                    <a:pt x="7" y="7"/>
                  </a:cubicBezTo>
                  <a:cubicBezTo>
                    <a:pt x="7" y="8"/>
                    <a:pt x="7" y="8"/>
                    <a:pt x="7" y="9"/>
                  </a:cubicBezTo>
                  <a:cubicBezTo>
                    <a:pt x="7" y="9"/>
                    <a:pt x="6" y="9"/>
                    <a:pt x="6" y="9"/>
                  </a:cubicBezTo>
                  <a:cubicBezTo>
                    <a:pt x="5" y="10"/>
                    <a:pt x="4" y="11"/>
                    <a:pt x="4" y="11"/>
                  </a:cubicBezTo>
                  <a:cubicBezTo>
                    <a:pt x="4" y="11"/>
                    <a:pt x="3" y="12"/>
                    <a:pt x="3" y="12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3" y="12"/>
                    <a:pt x="3" y="13"/>
                    <a:pt x="3" y="13"/>
                  </a:cubicBezTo>
                  <a:cubicBezTo>
                    <a:pt x="3" y="13"/>
                    <a:pt x="4" y="13"/>
                    <a:pt x="4" y="13"/>
                  </a:cubicBezTo>
                  <a:cubicBezTo>
                    <a:pt x="4" y="13"/>
                    <a:pt x="4" y="13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6" y="13"/>
                    <a:pt x="6" y="14"/>
                    <a:pt x="6" y="14"/>
                  </a:cubicBezTo>
                  <a:cubicBezTo>
                    <a:pt x="6" y="15"/>
                    <a:pt x="5" y="15"/>
                    <a:pt x="4" y="15"/>
                  </a:cubicBezTo>
                  <a:cubicBezTo>
                    <a:pt x="4" y="16"/>
                    <a:pt x="5" y="16"/>
                    <a:pt x="5" y="16"/>
                  </a:cubicBezTo>
                  <a:cubicBezTo>
                    <a:pt x="4" y="16"/>
                    <a:pt x="4" y="17"/>
                    <a:pt x="3" y="17"/>
                  </a:cubicBezTo>
                  <a:cubicBezTo>
                    <a:pt x="3" y="17"/>
                    <a:pt x="3" y="18"/>
                    <a:pt x="3" y="18"/>
                  </a:cubicBezTo>
                  <a:cubicBezTo>
                    <a:pt x="2" y="19"/>
                    <a:pt x="2" y="19"/>
                    <a:pt x="1" y="20"/>
                  </a:cubicBezTo>
                  <a:cubicBezTo>
                    <a:pt x="1" y="19"/>
                    <a:pt x="1" y="19"/>
                    <a:pt x="1" y="18"/>
                  </a:cubicBezTo>
                  <a:cubicBezTo>
                    <a:pt x="0" y="19"/>
                    <a:pt x="0" y="19"/>
                    <a:pt x="0" y="20"/>
                  </a:cubicBezTo>
                  <a:cubicBezTo>
                    <a:pt x="0" y="20"/>
                    <a:pt x="0" y="21"/>
                    <a:pt x="0" y="21"/>
                  </a:cubicBezTo>
                  <a:cubicBezTo>
                    <a:pt x="1" y="21"/>
                    <a:pt x="1" y="22"/>
                    <a:pt x="1" y="22"/>
                  </a:cubicBezTo>
                  <a:cubicBezTo>
                    <a:pt x="1" y="23"/>
                    <a:pt x="1" y="23"/>
                    <a:pt x="1" y="24"/>
                  </a:cubicBezTo>
                  <a:cubicBezTo>
                    <a:pt x="2" y="24"/>
                    <a:pt x="2" y="24"/>
                    <a:pt x="2" y="25"/>
                  </a:cubicBezTo>
                  <a:cubicBezTo>
                    <a:pt x="3" y="25"/>
                    <a:pt x="3" y="25"/>
                    <a:pt x="3" y="25"/>
                  </a:cubicBezTo>
                  <a:cubicBezTo>
                    <a:pt x="4" y="24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2"/>
                    <a:pt x="4" y="22"/>
                  </a:cubicBezTo>
                  <a:cubicBezTo>
                    <a:pt x="3" y="22"/>
                    <a:pt x="2" y="22"/>
                    <a:pt x="2" y="21"/>
                  </a:cubicBezTo>
                  <a:cubicBezTo>
                    <a:pt x="2" y="21"/>
                    <a:pt x="3" y="20"/>
                    <a:pt x="3" y="20"/>
                  </a:cubicBezTo>
                  <a:cubicBezTo>
                    <a:pt x="3" y="19"/>
                    <a:pt x="3" y="19"/>
                    <a:pt x="4" y="19"/>
                  </a:cubicBezTo>
                  <a:cubicBezTo>
                    <a:pt x="5" y="19"/>
                    <a:pt x="5" y="18"/>
                    <a:pt x="5" y="18"/>
                  </a:cubicBezTo>
                  <a:cubicBezTo>
                    <a:pt x="5" y="18"/>
                    <a:pt x="6" y="18"/>
                    <a:pt x="6" y="19"/>
                  </a:cubicBezTo>
                  <a:cubicBezTo>
                    <a:pt x="6" y="19"/>
                    <a:pt x="5" y="19"/>
                    <a:pt x="6" y="20"/>
                  </a:cubicBezTo>
                  <a:cubicBezTo>
                    <a:pt x="6" y="20"/>
                    <a:pt x="6" y="19"/>
                    <a:pt x="6" y="19"/>
                  </a:cubicBezTo>
                  <a:cubicBezTo>
                    <a:pt x="7" y="19"/>
                    <a:pt x="7" y="21"/>
                    <a:pt x="7" y="21"/>
                  </a:cubicBezTo>
                  <a:cubicBezTo>
                    <a:pt x="6" y="21"/>
                    <a:pt x="6" y="21"/>
                    <a:pt x="6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7" y="22"/>
                    <a:pt x="7" y="22"/>
                  </a:cubicBezTo>
                  <a:cubicBezTo>
                    <a:pt x="7" y="22"/>
                    <a:pt x="7" y="23"/>
                    <a:pt x="7" y="23"/>
                  </a:cubicBezTo>
                  <a:cubicBezTo>
                    <a:pt x="7" y="23"/>
                    <a:pt x="8" y="24"/>
                    <a:pt x="8" y="24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8" y="24"/>
                    <a:pt x="8" y="24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2"/>
                    <a:pt x="9" y="21"/>
                    <a:pt x="9" y="20"/>
                  </a:cubicBezTo>
                  <a:cubicBezTo>
                    <a:pt x="10" y="20"/>
                    <a:pt x="10" y="21"/>
                    <a:pt x="11" y="21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22"/>
                    <a:pt x="12" y="22"/>
                    <a:pt x="13" y="22"/>
                  </a:cubicBezTo>
                  <a:cubicBezTo>
                    <a:pt x="13" y="21"/>
                    <a:pt x="14" y="21"/>
                    <a:pt x="14" y="20"/>
                  </a:cubicBezTo>
                  <a:cubicBezTo>
                    <a:pt x="14" y="20"/>
                    <a:pt x="14" y="19"/>
                    <a:pt x="14" y="18"/>
                  </a:cubicBezTo>
                  <a:cubicBezTo>
                    <a:pt x="14" y="18"/>
                    <a:pt x="14" y="18"/>
                    <a:pt x="14" y="17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14" y="16"/>
                    <a:pt x="14" y="15"/>
                    <a:pt x="14" y="15"/>
                  </a:cubicBezTo>
                  <a:cubicBezTo>
                    <a:pt x="14" y="14"/>
                    <a:pt x="14" y="13"/>
                    <a:pt x="14" y="13"/>
                  </a:cubicBezTo>
                  <a:cubicBezTo>
                    <a:pt x="14" y="12"/>
                    <a:pt x="15" y="12"/>
                    <a:pt x="15" y="11"/>
                  </a:cubicBezTo>
                  <a:cubicBezTo>
                    <a:pt x="15" y="11"/>
                    <a:pt x="15" y="10"/>
                    <a:pt x="15" y="10"/>
                  </a:cubicBezTo>
                  <a:cubicBezTo>
                    <a:pt x="15" y="10"/>
                    <a:pt x="15" y="9"/>
                    <a:pt x="14" y="9"/>
                  </a:cubicBezTo>
                  <a:cubicBezTo>
                    <a:pt x="14" y="9"/>
                    <a:pt x="14" y="9"/>
                    <a:pt x="14" y="8"/>
                  </a:cubicBezTo>
                  <a:close/>
                  <a:moveTo>
                    <a:pt x="8" y="15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6"/>
                    <a:pt x="8" y="16"/>
                  </a:cubicBezTo>
                  <a:cubicBezTo>
                    <a:pt x="8" y="16"/>
                    <a:pt x="8" y="16"/>
                    <a:pt x="8" y="17"/>
                  </a:cubicBezTo>
                  <a:cubicBezTo>
                    <a:pt x="8" y="17"/>
                    <a:pt x="8" y="17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7"/>
                    <a:pt x="7" y="17"/>
                    <a:pt x="7" y="16"/>
                  </a:cubicBezTo>
                  <a:cubicBezTo>
                    <a:pt x="7" y="16"/>
                    <a:pt x="7" y="16"/>
                    <a:pt x="7" y="16"/>
                  </a:cubicBezTo>
                  <a:cubicBezTo>
                    <a:pt x="7" y="16"/>
                    <a:pt x="7" y="15"/>
                    <a:pt x="7" y="15"/>
                  </a:cubicBezTo>
                  <a:cubicBezTo>
                    <a:pt x="7" y="15"/>
                    <a:pt x="7" y="14"/>
                    <a:pt x="7" y="14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8" y="14"/>
                    <a:pt x="8" y="14"/>
                  </a:cubicBezTo>
                  <a:cubicBezTo>
                    <a:pt x="8" y="14"/>
                    <a:pt x="8" y="13"/>
                    <a:pt x="8" y="13"/>
                  </a:cubicBezTo>
                  <a:cubicBezTo>
                    <a:pt x="8" y="13"/>
                    <a:pt x="8" y="14"/>
                    <a:pt x="9" y="14"/>
                  </a:cubicBezTo>
                  <a:cubicBezTo>
                    <a:pt x="8" y="14"/>
                    <a:pt x="8" y="14"/>
                    <a:pt x="8" y="15"/>
                  </a:cubicBezTo>
                  <a:close/>
                  <a:moveTo>
                    <a:pt x="11" y="14"/>
                  </a:moveTo>
                  <a:cubicBezTo>
                    <a:pt x="11" y="14"/>
                    <a:pt x="11" y="14"/>
                    <a:pt x="11" y="15"/>
                  </a:cubicBezTo>
                  <a:cubicBezTo>
                    <a:pt x="11" y="15"/>
                    <a:pt x="11" y="15"/>
                    <a:pt x="11" y="16"/>
                  </a:cubicBezTo>
                  <a:cubicBezTo>
                    <a:pt x="11" y="16"/>
                    <a:pt x="11" y="16"/>
                    <a:pt x="11" y="17"/>
                  </a:cubicBezTo>
                  <a:cubicBezTo>
                    <a:pt x="11" y="18"/>
                    <a:pt x="11" y="19"/>
                    <a:pt x="11" y="20"/>
                  </a:cubicBezTo>
                  <a:cubicBezTo>
                    <a:pt x="11" y="20"/>
                    <a:pt x="10" y="20"/>
                    <a:pt x="9" y="20"/>
                  </a:cubicBezTo>
                  <a:cubicBezTo>
                    <a:pt x="9" y="20"/>
                    <a:pt x="10" y="19"/>
                    <a:pt x="10" y="19"/>
                  </a:cubicBezTo>
                  <a:cubicBezTo>
                    <a:pt x="10" y="18"/>
                    <a:pt x="9" y="19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10" y="14"/>
                    <a:pt x="11" y="13"/>
                    <a:pt x="10" y="13"/>
                  </a:cubicBezTo>
                  <a:cubicBezTo>
                    <a:pt x="10" y="13"/>
                    <a:pt x="10" y="12"/>
                    <a:pt x="9" y="12"/>
                  </a:cubicBezTo>
                  <a:cubicBezTo>
                    <a:pt x="9" y="12"/>
                    <a:pt x="10" y="11"/>
                    <a:pt x="10" y="11"/>
                  </a:cubicBezTo>
                  <a:cubicBezTo>
                    <a:pt x="11" y="11"/>
                    <a:pt x="11" y="10"/>
                    <a:pt x="11" y="10"/>
                  </a:cubicBezTo>
                  <a:cubicBezTo>
                    <a:pt x="11" y="10"/>
                    <a:pt x="12" y="10"/>
                    <a:pt x="12" y="10"/>
                  </a:cubicBezTo>
                  <a:cubicBezTo>
                    <a:pt x="12" y="11"/>
                    <a:pt x="11" y="12"/>
                    <a:pt x="11" y="13"/>
                  </a:cubicBezTo>
                  <a:cubicBezTo>
                    <a:pt x="11" y="13"/>
                    <a:pt x="11" y="14"/>
                    <a:pt x="11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" name="Freeform 223"/>
            <p:cNvSpPr/>
            <p:nvPr userDrawn="1"/>
          </p:nvSpPr>
          <p:spPr bwMode="auto">
            <a:xfrm>
              <a:off x="1160463" y="4652963"/>
              <a:ext cx="90488" cy="125413"/>
            </a:xfrm>
            <a:custGeom>
              <a:avLst/>
              <a:gdLst>
                <a:gd name="T0" fmla="*/ 11 w 13"/>
                <a:gd name="T1" fmla="*/ 7 h 18"/>
                <a:gd name="T2" fmla="*/ 13 w 13"/>
                <a:gd name="T3" fmla="*/ 6 h 18"/>
                <a:gd name="T4" fmla="*/ 13 w 13"/>
                <a:gd name="T5" fmla="*/ 5 h 18"/>
                <a:gd name="T6" fmla="*/ 12 w 13"/>
                <a:gd name="T7" fmla="*/ 5 h 18"/>
                <a:gd name="T8" fmla="*/ 11 w 13"/>
                <a:gd name="T9" fmla="*/ 5 h 18"/>
                <a:gd name="T10" fmla="*/ 11 w 13"/>
                <a:gd name="T11" fmla="*/ 5 h 18"/>
                <a:gd name="T12" fmla="*/ 11 w 13"/>
                <a:gd name="T13" fmla="*/ 6 h 18"/>
                <a:gd name="T14" fmla="*/ 10 w 13"/>
                <a:gd name="T15" fmla="*/ 6 h 18"/>
                <a:gd name="T16" fmla="*/ 9 w 13"/>
                <a:gd name="T17" fmla="*/ 7 h 18"/>
                <a:gd name="T18" fmla="*/ 8 w 13"/>
                <a:gd name="T19" fmla="*/ 7 h 18"/>
                <a:gd name="T20" fmla="*/ 8 w 13"/>
                <a:gd name="T21" fmla="*/ 5 h 18"/>
                <a:gd name="T22" fmla="*/ 8 w 13"/>
                <a:gd name="T23" fmla="*/ 4 h 18"/>
                <a:gd name="T24" fmla="*/ 9 w 13"/>
                <a:gd name="T25" fmla="*/ 3 h 18"/>
                <a:gd name="T26" fmla="*/ 9 w 13"/>
                <a:gd name="T27" fmla="*/ 2 h 18"/>
                <a:gd name="T28" fmla="*/ 9 w 13"/>
                <a:gd name="T29" fmla="*/ 1 h 18"/>
                <a:gd name="T30" fmla="*/ 8 w 13"/>
                <a:gd name="T31" fmla="*/ 1 h 18"/>
                <a:gd name="T32" fmla="*/ 7 w 13"/>
                <a:gd name="T33" fmla="*/ 0 h 18"/>
                <a:gd name="T34" fmla="*/ 6 w 13"/>
                <a:gd name="T35" fmla="*/ 1 h 18"/>
                <a:gd name="T36" fmla="*/ 7 w 13"/>
                <a:gd name="T37" fmla="*/ 2 h 18"/>
                <a:gd name="T38" fmla="*/ 6 w 13"/>
                <a:gd name="T39" fmla="*/ 5 h 18"/>
                <a:gd name="T40" fmla="*/ 6 w 13"/>
                <a:gd name="T41" fmla="*/ 7 h 18"/>
                <a:gd name="T42" fmla="*/ 6 w 13"/>
                <a:gd name="T43" fmla="*/ 8 h 18"/>
                <a:gd name="T44" fmla="*/ 6 w 13"/>
                <a:gd name="T45" fmla="*/ 8 h 18"/>
                <a:gd name="T46" fmla="*/ 5 w 13"/>
                <a:gd name="T47" fmla="*/ 9 h 18"/>
                <a:gd name="T48" fmla="*/ 2 w 13"/>
                <a:gd name="T49" fmla="*/ 9 h 18"/>
                <a:gd name="T50" fmla="*/ 2 w 13"/>
                <a:gd name="T51" fmla="*/ 10 h 18"/>
                <a:gd name="T52" fmla="*/ 1 w 13"/>
                <a:gd name="T53" fmla="*/ 10 h 18"/>
                <a:gd name="T54" fmla="*/ 1 w 13"/>
                <a:gd name="T55" fmla="*/ 10 h 18"/>
                <a:gd name="T56" fmla="*/ 2 w 13"/>
                <a:gd name="T57" fmla="*/ 12 h 18"/>
                <a:gd name="T58" fmla="*/ 2 w 13"/>
                <a:gd name="T59" fmla="*/ 12 h 18"/>
                <a:gd name="T60" fmla="*/ 3 w 13"/>
                <a:gd name="T61" fmla="*/ 12 h 18"/>
                <a:gd name="T62" fmla="*/ 3 w 13"/>
                <a:gd name="T63" fmla="*/ 11 h 18"/>
                <a:gd name="T64" fmla="*/ 5 w 13"/>
                <a:gd name="T65" fmla="*/ 10 h 18"/>
                <a:gd name="T66" fmla="*/ 6 w 13"/>
                <a:gd name="T67" fmla="*/ 9 h 18"/>
                <a:gd name="T68" fmla="*/ 6 w 13"/>
                <a:gd name="T69" fmla="*/ 10 h 18"/>
                <a:gd name="T70" fmla="*/ 6 w 13"/>
                <a:gd name="T71" fmla="*/ 11 h 18"/>
                <a:gd name="T72" fmla="*/ 6 w 13"/>
                <a:gd name="T73" fmla="*/ 11 h 18"/>
                <a:gd name="T74" fmla="*/ 4 w 13"/>
                <a:gd name="T75" fmla="*/ 14 h 18"/>
                <a:gd name="T76" fmla="*/ 2 w 13"/>
                <a:gd name="T77" fmla="*/ 16 h 18"/>
                <a:gd name="T78" fmla="*/ 1 w 13"/>
                <a:gd name="T79" fmla="*/ 16 h 18"/>
                <a:gd name="T80" fmla="*/ 0 w 13"/>
                <a:gd name="T81" fmla="*/ 17 h 18"/>
                <a:gd name="T82" fmla="*/ 2 w 13"/>
                <a:gd name="T83" fmla="*/ 17 h 18"/>
                <a:gd name="T84" fmla="*/ 2 w 13"/>
                <a:gd name="T85" fmla="*/ 17 h 18"/>
                <a:gd name="T86" fmla="*/ 4 w 13"/>
                <a:gd name="T87" fmla="*/ 16 h 18"/>
                <a:gd name="T88" fmla="*/ 5 w 13"/>
                <a:gd name="T89" fmla="*/ 15 h 18"/>
                <a:gd name="T90" fmla="*/ 6 w 13"/>
                <a:gd name="T91" fmla="*/ 14 h 18"/>
                <a:gd name="T92" fmla="*/ 7 w 13"/>
                <a:gd name="T93" fmla="*/ 12 h 18"/>
                <a:gd name="T94" fmla="*/ 7 w 13"/>
                <a:gd name="T95" fmla="*/ 11 h 18"/>
                <a:gd name="T96" fmla="*/ 8 w 13"/>
                <a:gd name="T97" fmla="*/ 8 h 18"/>
                <a:gd name="T98" fmla="*/ 9 w 13"/>
                <a:gd name="T99" fmla="*/ 8 h 18"/>
                <a:gd name="T100" fmla="*/ 11 w 13"/>
                <a:gd name="T101" fmla="*/ 7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3" h="18">
                  <a:moveTo>
                    <a:pt x="11" y="7"/>
                  </a:moveTo>
                  <a:cubicBezTo>
                    <a:pt x="12" y="7"/>
                    <a:pt x="12" y="7"/>
                    <a:pt x="13" y="6"/>
                  </a:cubicBezTo>
                  <a:cubicBezTo>
                    <a:pt x="13" y="6"/>
                    <a:pt x="13" y="6"/>
                    <a:pt x="13" y="5"/>
                  </a:cubicBezTo>
                  <a:cubicBezTo>
                    <a:pt x="13" y="5"/>
                    <a:pt x="12" y="5"/>
                    <a:pt x="12" y="5"/>
                  </a:cubicBezTo>
                  <a:cubicBezTo>
                    <a:pt x="12" y="5"/>
                    <a:pt x="12" y="5"/>
                    <a:pt x="11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0" y="5"/>
                    <a:pt x="11" y="5"/>
                    <a:pt x="11" y="6"/>
                  </a:cubicBezTo>
                  <a:cubicBezTo>
                    <a:pt x="11" y="6"/>
                    <a:pt x="10" y="6"/>
                    <a:pt x="10" y="6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6"/>
                    <a:pt x="8" y="6"/>
                    <a:pt x="8" y="5"/>
                  </a:cubicBezTo>
                  <a:cubicBezTo>
                    <a:pt x="8" y="5"/>
                    <a:pt x="8" y="5"/>
                    <a:pt x="8" y="4"/>
                  </a:cubicBezTo>
                  <a:cubicBezTo>
                    <a:pt x="9" y="4"/>
                    <a:pt x="8" y="3"/>
                    <a:pt x="9" y="3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2"/>
                    <a:pt x="9" y="1"/>
                    <a:pt x="9" y="1"/>
                  </a:cubicBezTo>
                  <a:cubicBezTo>
                    <a:pt x="9" y="1"/>
                    <a:pt x="8" y="1"/>
                    <a:pt x="8" y="1"/>
                  </a:cubicBezTo>
                  <a:cubicBezTo>
                    <a:pt x="8" y="0"/>
                    <a:pt x="8" y="0"/>
                    <a:pt x="7" y="0"/>
                  </a:cubicBezTo>
                  <a:cubicBezTo>
                    <a:pt x="7" y="0"/>
                    <a:pt x="6" y="1"/>
                    <a:pt x="6" y="1"/>
                  </a:cubicBezTo>
                  <a:cubicBezTo>
                    <a:pt x="6" y="1"/>
                    <a:pt x="6" y="2"/>
                    <a:pt x="7" y="2"/>
                  </a:cubicBezTo>
                  <a:cubicBezTo>
                    <a:pt x="7" y="3"/>
                    <a:pt x="7" y="4"/>
                    <a:pt x="6" y="5"/>
                  </a:cubicBezTo>
                  <a:cubicBezTo>
                    <a:pt x="6" y="6"/>
                    <a:pt x="6" y="6"/>
                    <a:pt x="6" y="7"/>
                  </a:cubicBezTo>
                  <a:cubicBezTo>
                    <a:pt x="6" y="7"/>
                    <a:pt x="7" y="8"/>
                    <a:pt x="6" y="8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5" y="8"/>
                    <a:pt x="5" y="9"/>
                    <a:pt x="5" y="9"/>
                  </a:cubicBezTo>
                  <a:cubicBezTo>
                    <a:pt x="4" y="9"/>
                    <a:pt x="3" y="9"/>
                    <a:pt x="2" y="9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0"/>
                    <a:pt x="1" y="10"/>
                    <a:pt x="1" y="10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11"/>
                    <a:pt x="1" y="11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3" y="12"/>
                    <a:pt x="3" y="12"/>
                  </a:cubicBezTo>
                  <a:cubicBezTo>
                    <a:pt x="3" y="12"/>
                    <a:pt x="3" y="12"/>
                    <a:pt x="3" y="11"/>
                  </a:cubicBezTo>
                  <a:cubicBezTo>
                    <a:pt x="4" y="11"/>
                    <a:pt x="5" y="11"/>
                    <a:pt x="5" y="10"/>
                  </a:cubicBezTo>
                  <a:cubicBezTo>
                    <a:pt x="5" y="10"/>
                    <a:pt x="5" y="9"/>
                    <a:pt x="6" y="9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6" y="10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3"/>
                    <a:pt x="4" y="14"/>
                    <a:pt x="4" y="14"/>
                  </a:cubicBezTo>
                  <a:cubicBezTo>
                    <a:pt x="3" y="15"/>
                    <a:pt x="3" y="15"/>
                    <a:pt x="2" y="16"/>
                  </a:cubicBezTo>
                  <a:cubicBezTo>
                    <a:pt x="2" y="16"/>
                    <a:pt x="1" y="16"/>
                    <a:pt x="1" y="16"/>
                  </a:cubicBezTo>
                  <a:cubicBezTo>
                    <a:pt x="1" y="17"/>
                    <a:pt x="0" y="17"/>
                    <a:pt x="0" y="17"/>
                  </a:cubicBezTo>
                  <a:cubicBezTo>
                    <a:pt x="1" y="18"/>
                    <a:pt x="2" y="17"/>
                    <a:pt x="2" y="17"/>
                  </a:cubicBezTo>
                  <a:cubicBezTo>
                    <a:pt x="2" y="17"/>
                    <a:pt x="2" y="17"/>
                    <a:pt x="2" y="17"/>
                  </a:cubicBezTo>
                  <a:cubicBezTo>
                    <a:pt x="3" y="17"/>
                    <a:pt x="4" y="16"/>
                    <a:pt x="4" y="16"/>
                  </a:cubicBezTo>
                  <a:cubicBezTo>
                    <a:pt x="5" y="16"/>
                    <a:pt x="5" y="16"/>
                    <a:pt x="5" y="15"/>
                  </a:cubicBezTo>
                  <a:cubicBezTo>
                    <a:pt x="5" y="15"/>
                    <a:pt x="6" y="15"/>
                    <a:pt x="6" y="14"/>
                  </a:cubicBezTo>
                  <a:cubicBezTo>
                    <a:pt x="7" y="13"/>
                    <a:pt x="7" y="13"/>
                    <a:pt x="7" y="12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8" y="10"/>
                    <a:pt x="8" y="9"/>
                    <a:pt x="8" y="8"/>
                  </a:cubicBezTo>
                  <a:cubicBezTo>
                    <a:pt x="8" y="8"/>
                    <a:pt x="8" y="8"/>
                    <a:pt x="9" y="8"/>
                  </a:cubicBezTo>
                  <a:cubicBezTo>
                    <a:pt x="9" y="8"/>
                    <a:pt x="10" y="7"/>
                    <a:pt x="11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" name="Freeform 224"/>
            <p:cNvSpPr/>
            <p:nvPr userDrawn="1"/>
          </p:nvSpPr>
          <p:spPr bwMode="auto">
            <a:xfrm>
              <a:off x="1216025" y="4714875"/>
              <a:ext cx="55563" cy="49213"/>
            </a:xfrm>
            <a:custGeom>
              <a:avLst/>
              <a:gdLst>
                <a:gd name="T0" fmla="*/ 5 w 8"/>
                <a:gd name="T1" fmla="*/ 5 h 7"/>
                <a:gd name="T2" fmla="*/ 4 w 8"/>
                <a:gd name="T3" fmla="*/ 3 h 7"/>
                <a:gd name="T4" fmla="*/ 3 w 8"/>
                <a:gd name="T5" fmla="*/ 3 h 7"/>
                <a:gd name="T6" fmla="*/ 2 w 8"/>
                <a:gd name="T7" fmla="*/ 2 h 7"/>
                <a:gd name="T8" fmla="*/ 2 w 8"/>
                <a:gd name="T9" fmla="*/ 2 h 7"/>
                <a:gd name="T10" fmla="*/ 1 w 8"/>
                <a:gd name="T11" fmla="*/ 1 h 7"/>
                <a:gd name="T12" fmla="*/ 0 w 8"/>
                <a:gd name="T13" fmla="*/ 0 h 7"/>
                <a:gd name="T14" fmla="*/ 1 w 8"/>
                <a:gd name="T15" fmla="*/ 1 h 7"/>
                <a:gd name="T16" fmla="*/ 1 w 8"/>
                <a:gd name="T17" fmla="*/ 3 h 7"/>
                <a:gd name="T18" fmla="*/ 2 w 8"/>
                <a:gd name="T19" fmla="*/ 4 h 7"/>
                <a:gd name="T20" fmla="*/ 3 w 8"/>
                <a:gd name="T21" fmla="*/ 5 h 7"/>
                <a:gd name="T22" fmla="*/ 3 w 8"/>
                <a:gd name="T23" fmla="*/ 6 h 7"/>
                <a:gd name="T24" fmla="*/ 5 w 8"/>
                <a:gd name="T25" fmla="*/ 7 h 7"/>
                <a:gd name="T26" fmla="*/ 6 w 8"/>
                <a:gd name="T27" fmla="*/ 7 h 7"/>
                <a:gd name="T28" fmla="*/ 6 w 8"/>
                <a:gd name="T29" fmla="*/ 7 h 7"/>
                <a:gd name="T30" fmla="*/ 7 w 8"/>
                <a:gd name="T31" fmla="*/ 6 h 7"/>
                <a:gd name="T32" fmla="*/ 8 w 8"/>
                <a:gd name="T33" fmla="*/ 6 h 7"/>
                <a:gd name="T34" fmla="*/ 6 w 8"/>
                <a:gd name="T35" fmla="*/ 5 h 7"/>
                <a:gd name="T36" fmla="*/ 5 w 8"/>
                <a:gd name="T37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8" h="7">
                  <a:moveTo>
                    <a:pt x="5" y="5"/>
                  </a:moveTo>
                  <a:cubicBezTo>
                    <a:pt x="5" y="4"/>
                    <a:pt x="4" y="4"/>
                    <a:pt x="4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1" y="1"/>
                    <a:pt x="1" y="1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1" y="1"/>
                    <a:pt x="1" y="1"/>
                  </a:cubicBezTo>
                  <a:cubicBezTo>
                    <a:pt x="1" y="2"/>
                    <a:pt x="1" y="2"/>
                    <a:pt x="1" y="3"/>
                  </a:cubicBezTo>
                  <a:cubicBezTo>
                    <a:pt x="1" y="3"/>
                    <a:pt x="2" y="4"/>
                    <a:pt x="2" y="4"/>
                  </a:cubicBezTo>
                  <a:cubicBezTo>
                    <a:pt x="2" y="4"/>
                    <a:pt x="2" y="5"/>
                    <a:pt x="3" y="5"/>
                  </a:cubicBezTo>
                  <a:cubicBezTo>
                    <a:pt x="3" y="5"/>
                    <a:pt x="3" y="6"/>
                    <a:pt x="3" y="6"/>
                  </a:cubicBezTo>
                  <a:cubicBezTo>
                    <a:pt x="4" y="6"/>
                    <a:pt x="4" y="7"/>
                    <a:pt x="5" y="7"/>
                  </a:cubicBezTo>
                  <a:cubicBezTo>
                    <a:pt x="5" y="7"/>
                    <a:pt x="5" y="7"/>
                    <a:pt x="6" y="7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6" y="7"/>
                    <a:pt x="7" y="7"/>
                    <a:pt x="7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8" y="5"/>
                    <a:pt x="7" y="5"/>
                    <a:pt x="6" y="5"/>
                  </a:cubicBezTo>
                  <a:cubicBezTo>
                    <a:pt x="6" y="5"/>
                    <a:pt x="6" y="5"/>
                    <a:pt x="5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" name="Freeform 225"/>
            <p:cNvSpPr>
              <a:spLocks noEditPoints="1"/>
            </p:cNvSpPr>
            <p:nvPr userDrawn="1"/>
          </p:nvSpPr>
          <p:spPr bwMode="auto">
            <a:xfrm>
              <a:off x="1562100" y="4638675"/>
              <a:ext cx="96838" cy="168275"/>
            </a:xfrm>
            <a:custGeom>
              <a:avLst/>
              <a:gdLst>
                <a:gd name="T0" fmla="*/ 12 w 14"/>
                <a:gd name="T1" fmla="*/ 5 h 24"/>
                <a:gd name="T2" fmla="*/ 14 w 14"/>
                <a:gd name="T3" fmla="*/ 2 h 24"/>
                <a:gd name="T4" fmla="*/ 13 w 14"/>
                <a:gd name="T5" fmla="*/ 1 h 24"/>
                <a:gd name="T6" fmla="*/ 11 w 14"/>
                <a:gd name="T7" fmla="*/ 4 h 24"/>
                <a:gd name="T8" fmla="*/ 10 w 14"/>
                <a:gd name="T9" fmla="*/ 5 h 24"/>
                <a:gd name="T10" fmla="*/ 9 w 14"/>
                <a:gd name="T11" fmla="*/ 7 h 24"/>
                <a:gd name="T12" fmla="*/ 10 w 14"/>
                <a:gd name="T13" fmla="*/ 9 h 24"/>
                <a:gd name="T14" fmla="*/ 8 w 14"/>
                <a:gd name="T15" fmla="*/ 6 h 24"/>
                <a:gd name="T16" fmla="*/ 9 w 14"/>
                <a:gd name="T17" fmla="*/ 3 h 24"/>
                <a:gd name="T18" fmla="*/ 9 w 14"/>
                <a:gd name="T19" fmla="*/ 0 h 24"/>
                <a:gd name="T20" fmla="*/ 7 w 14"/>
                <a:gd name="T21" fmla="*/ 2 h 24"/>
                <a:gd name="T22" fmla="*/ 5 w 14"/>
                <a:gd name="T23" fmla="*/ 5 h 24"/>
                <a:gd name="T24" fmla="*/ 3 w 14"/>
                <a:gd name="T25" fmla="*/ 6 h 24"/>
                <a:gd name="T26" fmla="*/ 4 w 14"/>
                <a:gd name="T27" fmla="*/ 8 h 24"/>
                <a:gd name="T28" fmla="*/ 2 w 14"/>
                <a:gd name="T29" fmla="*/ 8 h 24"/>
                <a:gd name="T30" fmla="*/ 2 w 14"/>
                <a:gd name="T31" fmla="*/ 11 h 24"/>
                <a:gd name="T32" fmla="*/ 4 w 14"/>
                <a:gd name="T33" fmla="*/ 11 h 24"/>
                <a:gd name="T34" fmla="*/ 5 w 14"/>
                <a:gd name="T35" fmla="*/ 9 h 24"/>
                <a:gd name="T36" fmla="*/ 5 w 14"/>
                <a:gd name="T37" fmla="*/ 11 h 24"/>
                <a:gd name="T38" fmla="*/ 9 w 14"/>
                <a:gd name="T39" fmla="*/ 9 h 24"/>
                <a:gd name="T40" fmla="*/ 7 w 14"/>
                <a:gd name="T41" fmla="*/ 12 h 24"/>
                <a:gd name="T42" fmla="*/ 4 w 14"/>
                <a:gd name="T43" fmla="*/ 13 h 24"/>
                <a:gd name="T44" fmla="*/ 5 w 14"/>
                <a:gd name="T45" fmla="*/ 14 h 24"/>
                <a:gd name="T46" fmla="*/ 9 w 14"/>
                <a:gd name="T47" fmla="*/ 11 h 24"/>
                <a:gd name="T48" fmla="*/ 8 w 14"/>
                <a:gd name="T49" fmla="*/ 15 h 24"/>
                <a:gd name="T50" fmla="*/ 6 w 14"/>
                <a:gd name="T51" fmla="*/ 18 h 24"/>
                <a:gd name="T52" fmla="*/ 4 w 14"/>
                <a:gd name="T53" fmla="*/ 20 h 24"/>
                <a:gd name="T54" fmla="*/ 0 w 14"/>
                <a:gd name="T55" fmla="*/ 22 h 24"/>
                <a:gd name="T56" fmla="*/ 4 w 14"/>
                <a:gd name="T57" fmla="*/ 21 h 24"/>
                <a:gd name="T58" fmla="*/ 8 w 14"/>
                <a:gd name="T59" fmla="*/ 18 h 24"/>
                <a:gd name="T60" fmla="*/ 8 w 14"/>
                <a:gd name="T61" fmla="*/ 22 h 24"/>
                <a:gd name="T62" fmla="*/ 6 w 14"/>
                <a:gd name="T63" fmla="*/ 23 h 24"/>
                <a:gd name="T64" fmla="*/ 9 w 14"/>
                <a:gd name="T65" fmla="*/ 23 h 24"/>
                <a:gd name="T66" fmla="*/ 11 w 14"/>
                <a:gd name="T67" fmla="*/ 21 h 24"/>
                <a:gd name="T68" fmla="*/ 9 w 14"/>
                <a:gd name="T69" fmla="*/ 18 h 24"/>
                <a:gd name="T70" fmla="*/ 11 w 14"/>
                <a:gd name="T71" fmla="*/ 17 h 24"/>
                <a:gd name="T72" fmla="*/ 9 w 14"/>
                <a:gd name="T73" fmla="*/ 14 h 24"/>
                <a:gd name="T74" fmla="*/ 14 w 14"/>
                <a:gd name="T75" fmla="*/ 9 h 24"/>
                <a:gd name="T76" fmla="*/ 11 w 14"/>
                <a:gd name="T77" fmla="*/ 9 h 24"/>
                <a:gd name="T78" fmla="*/ 12 w 14"/>
                <a:gd name="T79" fmla="*/ 6 h 24"/>
                <a:gd name="T80" fmla="*/ 5 w 14"/>
                <a:gd name="T81" fmla="*/ 6 h 24"/>
                <a:gd name="T82" fmla="*/ 7 w 14"/>
                <a:gd name="T83" fmla="*/ 8 h 24"/>
                <a:gd name="T84" fmla="*/ 7 w 14"/>
                <a:gd name="T85" fmla="*/ 8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" h="24">
                  <a:moveTo>
                    <a:pt x="12" y="6"/>
                  </a:moveTo>
                  <a:cubicBezTo>
                    <a:pt x="12" y="6"/>
                    <a:pt x="12" y="6"/>
                    <a:pt x="12" y="6"/>
                  </a:cubicBezTo>
                  <a:cubicBezTo>
                    <a:pt x="12" y="6"/>
                    <a:pt x="12" y="5"/>
                    <a:pt x="12" y="5"/>
                  </a:cubicBezTo>
                  <a:cubicBezTo>
                    <a:pt x="12" y="5"/>
                    <a:pt x="13" y="4"/>
                    <a:pt x="13" y="3"/>
                  </a:cubicBezTo>
                  <a:cubicBezTo>
                    <a:pt x="13" y="3"/>
                    <a:pt x="13" y="3"/>
                    <a:pt x="14" y="3"/>
                  </a:cubicBezTo>
                  <a:cubicBezTo>
                    <a:pt x="14" y="3"/>
                    <a:pt x="14" y="2"/>
                    <a:pt x="14" y="2"/>
                  </a:cubicBezTo>
                  <a:cubicBezTo>
                    <a:pt x="14" y="2"/>
                    <a:pt x="14" y="2"/>
                    <a:pt x="13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1"/>
                    <a:pt x="12" y="1"/>
                    <a:pt x="12" y="1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3"/>
                    <a:pt x="12" y="4"/>
                    <a:pt x="11" y="4"/>
                  </a:cubicBezTo>
                  <a:cubicBezTo>
                    <a:pt x="11" y="5"/>
                    <a:pt x="11" y="6"/>
                    <a:pt x="10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9" y="5"/>
                    <a:pt x="8" y="5"/>
                    <a:pt x="8" y="5"/>
                  </a:cubicBezTo>
                  <a:cubicBezTo>
                    <a:pt x="9" y="5"/>
                    <a:pt x="9" y="5"/>
                    <a:pt x="9" y="6"/>
                  </a:cubicBezTo>
                  <a:cubicBezTo>
                    <a:pt x="9" y="6"/>
                    <a:pt x="9" y="7"/>
                    <a:pt x="9" y="7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0" y="8"/>
                    <a:pt x="10" y="9"/>
                    <a:pt x="10" y="9"/>
                  </a:cubicBezTo>
                  <a:cubicBezTo>
                    <a:pt x="10" y="9"/>
                    <a:pt x="9" y="9"/>
                    <a:pt x="8" y="9"/>
                  </a:cubicBezTo>
                  <a:cubicBezTo>
                    <a:pt x="8" y="8"/>
                    <a:pt x="7" y="7"/>
                    <a:pt x="8" y="7"/>
                  </a:cubicBezTo>
                  <a:cubicBezTo>
                    <a:pt x="8" y="7"/>
                    <a:pt x="8" y="7"/>
                    <a:pt x="8" y="6"/>
                  </a:cubicBezTo>
                  <a:cubicBezTo>
                    <a:pt x="9" y="6"/>
                    <a:pt x="8" y="5"/>
                    <a:pt x="8" y="5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3"/>
                  </a:cubicBezTo>
                  <a:cubicBezTo>
                    <a:pt x="9" y="3"/>
                    <a:pt x="10" y="2"/>
                    <a:pt x="10" y="2"/>
                  </a:cubicBezTo>
                  <a:cubicBezTo>
                    <a:pt x="10" y="2"/>
                    <a:pt x="10" y="1"/>
                    <a:pt x="10" y="1"/>
                  </a:cubicBezTo>
                  <a:cubicBezTo>
                    <a:pt x="10" y="1"/>
                    <a:pt x="10" y="0"/>
                    <a:pt x="9" y="0"/>
                  </a:cubicBezTo>
                  <a:cubicBezTo>
                    <a:pt x="9" y="0"/>
                    <a:pt x="9" y="0"/>
                    <a:pt x="8" y="0"/>
                  </a:cubicBezTo>
                  <a:cubicBezTo>
                    <a:pt x="8" y="0"/>
                    <a:pt x="7" y="0"/>
                    <a:pt x="7" y="0"/>
                  </a:cubicBezTo>
                  <a:cubicBezTo>
                    <a:pt x="7" y="1"/>
                    <a:pt x="7" y="1"/>
                    <a:pt x="7" y="2"/>
                  </a:cubicBezTo>
                  <a:cubicBezTo>
                    <a:pt x="7" y="3"/>
                    <a:pt x="7" y="3"/>
                    <a:pt x="7" y="4"/>
                  </a:cubicBezTo>
                  <a:cubicBezTo>
                    <a:pt x="7" y="4"/>
                    <a:pt x="7" y="4"/>
                    <a:pt x="7" y="5"/>
                  </a:cubicBezTo>
                  <a:cubicBezTo>
                    <a:pt x="7" y="5"/>
                    <a:pt x="6" y="5"/>
                    <a:pt x="5" y="5"/>
                  </a:cubicBezTo>
                  <a:cubicBezTo>
                    <a:pt x="5" y="5"/>
                    <a:pt x="4" y="5"/>
                    <a:pt x="4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3" y="6"/>
                    <a:pt x="2" y="7"/>
                    <a:pt x="2" y="7"/>
                  </a:cubicBezTo>
                  <a:cubicBezTo>
                    <a:pt x="2" y="7"/>
                    <a:pt x="3" y="7"/>
                    <a:pt x="3" y="7"/>
                  </a:cubicBezTo>
                  <a:cubicBezTo>
                    <a:pt x="3" y="7"/>
                    <a:pt x="3" y="7"/>
                    <a:pt x="4" y="8"/>
                  </a:cubicBezTo>
                  <a:cubicBezTo>
                    <a:pt x="4" y="8"/>
                    <a:pt x="4" y="8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3" y="9"/>
                    <a:pt x="3" y="8"/>
                    <a:pt x="2" y="8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0"/>
                    <a:pt x="2" y="11"/>
                    <a:pt x="2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3" y="11"/>
                    <a:pt x="3" y="12"/>
                    <a:pt x="3" y="12"/>
                  </a:cubicBezTo>
                  <a:cubicBezTo>
                    <a:pt x="4" y="12"/>
                    <a:pt x="4" y="11"/>
                    <a:pt x="4" y="11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5" y="10"/>
                    <a:pt x="5" y="9"/>
                    <a:pt x="5" y="9"/>
                  </a:cubicBezTo>
                  <a:cubicBezTo>
                    <a:pt x="5" y="9"/>
                    <a:pt x="5" y="8"/>
                    <a:pt x="5" y="8"/>
                  </a:cubicBezTo>
                  <a:cubicBezTo>
                    <a:pt x="6" y="8"/>
                    <a:pt x="6" y="9"/>
                    <a:pt x="6" y="9"/>
                  </a:cubicBezTo>
                  <a:cubicBezTo>
                    <a:pt x="6" y="10"/>
                    <a:pt x="5" y="10"/>
                    <a:pt x="5" y="11"/>
                  </a:cubicBezTo>
                  <a:cubicBezTo>
                    <a:pt x="5" y="11"/>
                    <a:pt x="6" y="10"/>
                    <a:pt x="6" y="10"/>
                  </a:cubicBezTo>
                  <a:cubicBezTo>
                    <a:pt x="6" y="10"/>
                    <a:pt x="6" y="9"/>
                    <a:pt x="7" y="9"/>
                  </a:cubicBezTo>
                  <a:cubicBezTo>
                    <a:pt x="7" y="10"/>
                    <a:pt x="8" y="10"/>
                    <a:pt x="9" y="9"/>
                  </a:cubicBezTo>
                  <a:cubicBezTo>
                    <a:pt x="9" y="9"/>
                    <a:pt x="9" y="10"/>
                    <a:pt x="9" y="10"/>
                  </a:cubicBezTo>
                  <a:cubicBezTo>
                    <a:pt x="9" y="11"/>
                    <a:pt x="8" y="11"/>
                    <a:pt x="8" y="11"/>
                  </a:cubicBezTo>
                  <a:cubicBezTo>
                    <a:pt x="8" y="11"/>
                    <a:pt x="7" y="11"/>
                    <a:pt x="7" y="12"/>
                  </a:cubicBezTo>
                  <a:cubicBezTo>
                    <a:pt x="7" y="12"/>
                    <a:pt x="6" y="12"/>
                    <a:pt x="6" y="12"/>
                  </a:cubicBezTo>
                  <a:cubicBezTo>
                    <a:pt x="6" y="12"/>
                    <a:pt x="5" y="13"/>
                    <a:pt x="5" y="13"/>
                  </a:cubicBezTo>
                  <a:cubicBezTo>
                    <a:pt x="5" y="13"/>
                    <a:pt x="5" y="13"/>
                    <a:pt x="4" y="13"/>
                  </a:cubicBezTo>
                  <a:cubicBezTo>
                    <a:pt x="4" y="13"/>
                    <a:pt x="3" y="14"/>
                    <a:pt x="3" y="14"/>
                  </a:cubicBezTo>
                  <a:cubicBezTo>
                    <a:pt x="3" y="15"/>
                    <a:pt x="4" y="15"/>
                    <a:pt x="4" y="15"/>
                  </a:cubicBezTo>
                  <a:cubicBezTo>
                    <a:pt x="5" y="15"/>
                    <a:pt x="5" y="14"/>
                    <a:pt x="5" y="14"/>
                  </a:cubicBezTo>
                  <a:cubicBezTo>
                    <a:pt x="6" y="14"/>
                    <a:pt x="6" y="14"/>
                    <a:pt x="6" y="13"/>
                  </a:cubicBezTo>
                  <a:cubicBezTo>
                    <a:pt x="7" y="13"/>
                    <a:pt x="7" y="13"/>
                    <a:pt x="8" y="12"/>
                  </a:cubicBezTo>
                  <a:cubicBezTo>
                    <a:pt x="8" y="12"/>
                    <a:pt x="8" y="11"/>
                    <a:pt x="9" y="11"/>
                  </a:cubicBezTo>
                  <a:cubicBezTo>
                    <a:pt x="9" y="11"/>
                    <a:pt x="10" y="11"/>
                    <a:pt x="10" y="11"/>
                  </a:cubicBezTo>
                  <a:cubicBezTo>
                    <a:pt x="9" y="13"/>
                    <a:pt x="9" y="14"/>
                    <a:pt x="7" y="14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6"/>
                  </a:cubicBezTo>
                  <a:cubicBezTo>
                    <a:pt x="8" y="16"/>
                    <a:pt x="7" y="17"/>
                    <a:pt x="7" y="17"/>
                  </a:cubicBezTo>
                  <a:cubicBezTo>
                    <a:pt x="6" y="17"/>
                    <a:pt x="6" y="18"/>
                    <a:pt x="6" y="18"/>
                  </a:cubicBezTo>
                  <a:cubicBezTo>
                    <a:pt x="5" y="18"/>
                    <a:pt x="5" y="18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20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3" y="20"/>
                    <a:pt x="3" y="20"/>
                    <a:pt x="2" y="20"/>
                  </a:cubicBezTo>
                  <a:cubicBezTo>
                    <a:pt x="2" y="21"/>
                    <a:pt x="0" y="21"/>
                    <a:pt x="0" y="22"/>
                  </a:cubicBezTo>
                  <a:cubicBezTo>
                    <a:pt x="1" y="23"/>
                    <a:pt x="2" y="22"/>
                    <a:pt x="3" y="23"/>
                  </a:cubicBezTo>
                  <a:cubicBezTo>
                    <a:pt x="3" y="22"/>
                    <a:pt x="3" y="22"/>
                    <a:pt x="4" y="22"/>
                  </a:cubicBezTo>
                  <a:cubicBezTo>
                    <a:pt x="4" y="22"/>
                    <a:pt x="4" y="22"/>
                    <a:pt x="4" y="21"/>
                  </a:cubicBezTo>
                  <a:cubicBezTo>
                    <a:pt x="5" y="21"/>
                    <a:pt x="6" y="20"/>
                    <a:pt x="6" y="20"/>
                  </a:cubicBezTo>
                  <a:cubicBezTo>
                    <a:pt x="6" y="19"/>
                    <a:pt x="7" y="19"/>
                    <a:pt x="7" y="18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9" y="18"/>
                    <a:pt x="8" y="19"/>
                    <a:pt x="8" y="20"/>
                  </a:cubicBezTo>
                  <a:cubicBezTo>
                    <a:pt x="8" y="21"/>
                    <a:pt x="9" y="21"/>
                    <a:pt x="9" y="21"/>
                  </a:cubicBezTo>
                  <a:cubicBezTo>
                    <a:pt x="9" y="22"/>
                    <a:pt x="8" y="21"/>
                    <a:pt x="8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7" y="22"/>
                    <a:pt x="6" y="22"/>
                    <a:pt x="5" y="22"/>
                  </a:cubicBezTo>
                  <a:cubicBezTo>
                    <a:pt x="5" y="23"/>
                    <a:pt x="6" y="23"/>
                    <a:pt x="6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3"/>
                    <a:pt x="8" y="23"/>
                    <a:pt x="8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10" y="24"/>
                    <a:pt x="10" y="23"/>
                  </a:cubicBezTo>
                  <a:cubicBezTo>
                    <a:pt x="10" y="23"/>
                    <a:pt x="11" y="23"/>
                    <a:pt x="11" y="23"/>
                  </a:cubicBezTo>
                  <a:cubicBezTo>
                    <a:pt x="12" y="22"/>
                    <a:pt x="11" y="22"/>
                    <a:pt x="11" y="21"/>
                  </a:cubicBezTo>
                  <a:cubicBezTo>
                    <a:pt x="10" y="21"/>
                    <a:pt x="10" y="20"/>
                    <a:pt x="10" y="20"/>
                  </a:cubicBezTo>
                  <a:cubicBezTo>
                    <a:pt x="10" y="20"/>
                    <a:pt x="10" y="19"/>
                    <a:pt x="10" y="19"/>
                  </a:cubicBezTo>
                  <a:cubicBezTo>
                    <a:pt x="10" y="19"/>
                    <a:pt x="9" y="19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8"/>
                    <a:pt x="9" y="17"/>
                    <a:pt x="9" y="17"/>
                  </a:cubicBezTo>
                  <a:cubicBezTo>
                    <a:pt x="10" y="17"/>
                    <a:pt x="10" y="17"/>
                    <a:pt x="11" y="17"/>
                  </a:cubicBezTo>
                  <a:cubicBezTo>
                    <a:pt x="12" y="17"/>
                    <a:pt x="12" y="16"/>
                    <a:pt x="12" y="15"/>
                  </a:cubicBezTo>
                  <a:cubicBezTo>
                    <a:pt x="12" y="15"/>
                    <a:pt x="11" y="15"/>
                    <a:pt x="11" y="15"/>
                  </a:cubicBezTo>
                  <a:cubicBezTo>
                    <a:pt x="11" y="14"/>
                    <a:pt x="10" y="14"/>
                    <a:pt x="9" y="14"/>
                  </a:cubicBezTo>
                  <a:cubicBezTo>
                    <a:pt x="10" y="13"/>
                    <a:pt x="10" y="12"/>
                    <a:pt x="11" y="12"/>
                  </a:cubicBezTo>
                  <a:cubicBezTo>
                    <a:pt x="11" y="12"/>
                    <a:pt x="12" y="12"/>
                    <a:pt x="12" y="11"/>
                  </a:cubicBezTo>
                  <a:cubicBezTo>
                    <a:pt x="13" y="11"/>
                    <a:pt x="13" y="9"/>
                    <a:pt x="14" y="9"/>
                  </a:cubicBezTo>
                  <a:cubicBezTo>
                    <a:pt x="13" y="9"/>
                    <a:pt x="14" y="9"/>
                    <a:pt x="14" y="8"/>
                  </a:cubicBezTo>
                  <a:cubicBezTo>
                    <a:pt x="14" y="8"/>
                    <a:pt x="13" y="8"/>
                    <a:pt x="13" y="8"/>
                  </a:cubicBezTo>
                  <a:cubicBezTo>
                    <a:pt x="12" y="8"/>
                    <a:pt x="12" y="8"/>
                    <a:pt x="11" y="9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1" y="8"/>
                    <a:pt x="11" y="8"/>
                    <a:pt x="11" y="7"/>
                  </a:cubicBezTo>
                  <a:cubicBezTo>
                    <a:pt x="11" y="7"/>
                    <a:pt x="11" y="7"/>
                    <a:pt x="12" y="6"/>
                  </a:cubicBezTo>
                  <a:close/>
                  <a:moveTo>
                    <a:pt x="5" y="8"/>
                  </a:moveTo>
                  <a:cubicBezTo>
                    <a:pt x="4" y="7"/>
                    <a:pt x="4" y="7"/>
                    <a:pt x="4" y="6"/>
                  </a:cubicBezTo>
                  <a:cubicBezTo>
                    <a:pt x="4" y="6"/>
                    <a:pt x="5" y="6"/>
                    <a:pt x="5" y="6"/>
                  </a:cubicBezTo>
                  <a:cubicBezTo>
                    <a:pt x="5" y="6"/>
                    <a:pt x="5" y="6"/>
                    <a:pt x="6" y="6"/>
                  </a:cubicBezTo>
                  <a:cubicBezTo>
                    <a:pt x="6" y="7"/>
                    <a:pt x="5" y="7"/>
                    <a:pt x="5" y="8"/>
                  </a:cubicBezTo>
                  <a:close/>
                  <a:moveTo>
                    <a:pt x="7" y="8"/>
                  </a:moveTo>
                  <a:cubicBezTo>
                    <a:pt x="6" y="8"/>
                    <a:pt x="6" y="8"/>
                    <a:pt x="5" y="8"/>
                  </a:cubicBezTo>
                  <a:cubicBezTo>
                    <a:pt x="6" y="7"/>
                    <a:pt x="6" y="6"/>
                    <a:pt x="6" y="6"/>
                  </a:cubicBezTo>
                  <a:cubicBezTo>
                    <a:pt x="7" y="6"/>
                    <a:pt x="7" y="7"/>
                    <a:pt x="7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Freeform 226"/>
            <p:cNvSpPr/>
            <p:nvPr userDrawn="1"/>
          </p:nvSpPr>
          <p:spPr bwMode="auto">
            <a:xfrm>
              <a:off x="1555750" y="4737100"/>
              <a:ext cx="20638" cy="34925"/>
            </a:xfrm>
            <a:custGeom>
              <a:avLst/>
              <a:gdLst>
                <a:gd name="T0" fmla="*/ 3 w 3"/>
                <a:gd name="T1" fmla="*/ 4 h 5"/>
                <a:gd name="T2" fmla="*/ 3 w 3"/>
                <a:gd name="T3" fmla="*/ 2 h 5"/>
                <a:gd name="T4" fmla="*/ 3 w 3"/>
                <a:gd name="T5" fmla="*/ 1 h 5"/>
                <a:gd name="T6" fmla="*/ 1 w 3"/>
                <a:gd name="T7" fmla="*/ 0 h 5"/>
                <a:gd name="T8" fmla="*/ 1 w 3"/>
                <a:gd name="T9" fmla="*/ 1 h 5"/>
                <a:gd name="T10" fmla="*/ 1 w 3"/>
                <a:gd name="T11" fmla="*/ 3 h 5"/>
                <a:gd name="T12" fmla="*/ 1 w 3"/>
                <a:gd name="T13" fmla="*/ 3 h 5"/>
                <a:gd name="T14" fmla="*/ 1 w 3"/>
                <a:gd name="T15" fmla="*/ 4 h 5"/>
                <a:gd name="T16" fmla="*/ 0 w 3"/>
                <a:gd name="T17" fmla="*/ 4 h 5"/>
                <a:gd name="T18" fmla="*/ 0 w 3"/>
                <a:gd name="T19" fmla="*/ 5 h 5"/>
                <a:gd name="T20" fmla="*/ 1 w 3"/>
                <a:gd name="T21" fmla="*/ 5 h 5"/>
                <a:gd name="T22" fmla="*/ 3 w 3"/>
                <a:gd name="T23" fmla="*/ 5 h 5"/>
                <a:gd name="T24" fmla="*/ 3 w 3"/>
                <a:gd name="T25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" h="5">
                  <a:moveTo>
                    <a:pt x="3" y="4"/>
                  </a:moveTo>
                  <a:cubicBezTo>
                    <a:pt x="3" y="3"/>
                    <a:pt x="3" y="2"/>
                    <a:pt x="3" y="2"/>
                  </a:cubicBezTo>
                  <a:cubicBezTo>
                    <a:pt x="3" y="2"/>
                    <a:pt x="3" y="2"/>
                    <a:pt x="3" y="1"/>
                  </a:cubicBezTo>
                  <a:cubicBezTo>
                    <a:pt x="2" y="1"/>
                    <a:pt x="2" y="0"/>
                    <a:pt x="1" y="0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1" y="2"/>
                    <a:pt x="1" y="2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4"/>
                  </a:cubicBezTo>
                  <a:cubicBezTo>
                    <a:pt x="1" y="4"/>
                    <a:pt x="0" y="4"/>
                    <a:pt x="0" y="4"/>
                  </a:cubicBezTo>
                  <a:cubicBezTo>
                    <a:pt x="0" y="4"/>
                    <a:pt x="0" y="5"/>
                    <a:pt x="0" y="5"/>
                  </a:cubicBezTo>
                  <a:cubicBezTo>
                    <a:pt x="0" y="5"/>
                    <a:pt x="1" y="5"/>
                    <a:pt x="1" y="5"/>
                  </a:cubicBezTo>
                  <a:cubicBezTo>
                    <a:pt x="2" y="5"/>
                    <a:pt x="2" y="5"/>
                    <a:pt x="3" y="5"/>
                  </a:cubicBezTo>
                  <a:cubicBezTo>
                    <a:pt x="3" y="5"/>
                    <a:pt x="3" y="4"/>
                    <a:pt x="3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" name="Freeform 227"/>
            <p:cNvSpPr/>
            <p:nvPr userDrawn="1"/>
          </p:nvSpPr>
          <p:spPr bwMode="auto">
            <a:xfrm>
              <a:off x="808038" y="4652963"/>
              <a:ext cx="20638" cy="20638"/>
            </a:xfrm>
            <a:custGeom>
              <a:avLst/>
              <a:gdLst>
                <a:gd name="T0" fmla="*/ 1 w 3"/>
                <a:gd name="T1" fmla="*/ 2 h 3"/>
                <a:gd name="T2" fmla="*/ 3 w 3"/>
                <a:gd name="T3" fmla="*/ 2 h 3"/>
                <a:gd name="T4" fmla="*/ 3 w 3"/>
                <a:gd name="T5" fmla="*/ 1 h 3"/>
                <a:gd name="T6" fmla="*/ 2 w 3"/>
                <a:gd name="T7" fmla="*/ 0 h 3"/>
                <a:gd name="T8" fmla="*/ 0 w 3"/>
                <a:gd name="T9" fmla="*/ 1 h 3"/>
                <a:gd name="T10" fmla="*/ 1 w 3"/>
                <a:gd name="T11" fmla="*/ 2 h 3"/>
                <a:gd name="T12" fmla="*/ 1 w 3"/>
                <a:gd name="T13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3">
                  <a:moveTo>
                    <a:pt x="1" y="2"/>
                  </a:moveTo>
                  <a:cubicBezTo>
                    <a:pt x="2" y="2"/>
                    <a:pt x="3" y="3"/>
                    <a:pt x="3" y="2"/>
                  </a:cubicBezTo>
                  <a:cubicBezTo>
                    <a:pt x="3" y="2"/>
                    <a:pt x="3" y="1"/>
                    <a:pt x="3" y="1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"/>
                    <a:pt x="0" y="1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" name="Freeform 228"/>
            <p:cNvSpPr/>
            <p:nvPr userDrawn="1"/>
          </p:nvSpPr>
          <p:spPr bwMode="auto">
            <a:xfrm>
              <a:off x="781050" y="4667250"/>
              <a:ext cx="69850" cy="41275"/>
            </a:xfrm>
            <a:custGeom>
              <a:avLst/>
              <a:gdLst>
                <a:gd name="T0" fmla="*/ 1 w 10"/>
                <a:gd name="T1" fmla="*/ 6 h 6"/>
                <a:gd name="T2" fmla="*/ 3 w 10"/>
                <a:gd name="T3" fmla="*/ 6 h 6"/>
                <a:gd name="T4" fmla="*/ 3 w 10"/>
                <a:gd name="T5" fmla="*/ 5 h 6"/>
                <a:gd name="T6" fmla="*/ 4 w 10"/>
                <a:gd name="T7" fmla="*/ 5 h 6"/>
                <a:gd name="T8" fmla="*/ 5 w 10"/>
                <a:gd name="T9" fmla="*/ 4 h 6"/>
                <a:gd name="T10" fmla="*/ 6 w 10"/>
                <a:gd name="T11" fmla="*/ 3 h 6"/>
                <a:gd name="T12" fmla="*/ 7 w 10"/>
                <a:gd name="T13" fmla="*/ 2 h 6"/>
                <a:gd name="T14" fmla="*/ 10 w 10"/>
                <a:gd name="T15" fmla="*/ 0 h 6"/>
                <a:gd name="T16" fmla="*/ 9 w 10"/>
                <a:gd name="T17" fmla="*/ 0 h 6"/>
                <a:gd name="T18" fmla="*/ 9 w 10"/>
                <a:gd name="T19" fmla="*/ 0 h 6"/>
                <a:gd name="T20" fmla="*/ 7 w 10"/>
                <a:gd name="T21" fmla="*/ 1 h 6"/>
                <a:gd name="T22" fmla="*/ 6 w 10"/>
                <a:gd name="T23" fmla="*/ 2 h 6"/>
                <a:gd name="T24" fmla="*/ 5 w 10"/>
                <a:gd name="T25" fmla="*/ 2 h 6"/>
                <a:gd name="T26" fmla="*/ 5 w 10"/>
                <a:gd name="T27" fmla="*/ 2 h 6"/>
                <a:gd name="T28" fmla="*/ 3 w 10"/>
                <a:gd name="T29" fmla="*/ 3 h 6"/>
                <a:gd name="T30" fmla="*/ 2 w 10"/>
                <a:gd name="T31" fmla="*/ 4 h 6"/>
                <a:gd name="T32" fmla="*/ 0 w 10"/>
                <a:gd name="T33" fmla="*/ 5 h 6"/>
                <a:gd name="T34" fmla="*/ 0 w 10"/>
                <a:gd name="T35" fmla="*/ 6 h 6"/>
                <a:gd name="T36" fmla="*/ 1 w 10"/>
                <a:gd name="T37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" h="6">
                  <a:moveTo>
                    <a:pt x="1" y="6"/>
                  </a:moveTo>
                  <a:cubicBezTo>
                    <a:pt x="1" y="6"/>
                    <a:pt x="2" y="6"/>
                    <a:pt x="3" y="6"/>
                  </a:cubicBezTo>
                  <a:cubicBezTo>
                    <a:pt x="3" y="6"/>
                    <a:pt x="3" y="6"/>
                    <a:pt x="3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4"/>
                    <a:pt x="4" y="4"/>
                    <a:pt x="5" y="4"/>
                  </a:cubicBezTo>
                  <a:cubicBezTo>
                    <a:pt x="5" y="4"/>
                    <a:pt x="6" y="3"/>
                    <a:pt x="6" y="3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1"/>
                    <a:pt x="10" y="0"/>
                  </a:cubicBezTo>
                  <a:cubicBezTo>
                    <a:pt x="10" y="0"/>
                    <a:pt x="10" y="0"/>
                    <a:pt x="9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8" y="0"/>
                    <a:pt x="8" y="1"/>
                    <a:pt x="7" y="1"/>
                  </a:cubicBezTo>
                  <a:cubicBezTo>
                    <a:pt x="7" y="1"/>
                    <a:pt x="6" y="2"/>
                    <a:pt x="6" y="2"/>
                  </a:cubicBezTo>
                  <a:cubicBezTo>
                    <a:pt x="6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3"/>
                    <a:pt x="4" y="3"/>
                    <a:pt x="3" y="3"/>
                  </a:cubicBezTo>
                  <a:cubicBezTo>
                    <a:pt x="3" y="3"/>
                    <a:pt x="2" y="4"/>
                    <a:pt x="2" y="4"/>
                  </a:cubicBezTo>
                  <a:cubicBezTo>
                    <a:pt x="1" y="4"/>
                    <a:pt x="0" y="5"/>
                    <a:pt x="0" y="5"/>
                  </a:cubicBezTo>
                  <a:cubicBezTo>
                    <a:pt x="0" y="5"/>
                    <a:pt x="0" y="5"/>
                    <a:pt x="0" y="6"/>
                  </a:cubicBezTo>
                  <a:cubicBezTo>
                    <a:pt x="0" y="6"/>
                    <a:pt x="0" y="6"/>
                    <a:pt x="1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" name="Freeform 229"/>
            <p:cNvSpPr/>
            <p:nvPr userDrawn="1"/>
          </p:nvSpPr>
          <p:spPr bwMode="auto">
            <a:xfrm>
              <a:off x="808038" y="4694238"/>
              <a:ext cx="42863" cy="42863"/>
            </a:xfrm>
            <a:custGeom>
              <a:avLst/>
              <a:gdLst>
                <a:gd name="T0" fmla="*/ 5 w 6"/>
                <a:gd name="T1" fmla="*/ 3 h 6"/>
                <a:gd name="T2" fmla="*/ 4 w 6"/>
                <a:gd name="T3" fmla="*/ 3 h 6"/>
                <a:gd name="T4" fmla="*/ 5 w 6"/>
                <a:gd name="T5" fmla="*/ 3 h 6"/>
                <a:gd name="T6" fmla="*/ 5 w 6"/>
                <a:gd name="T7" fmla="*/ 2 h 6"/>
                <a:gd name="T8" fmla="*/ 6 w 6"/>
                <a:gd name="T9" fmla="*/ 1 h 6"/>
                <a:gd name="T10" fmla="*/ 4 w 6"/>
                <a:gd name="T11" fmla="*/ 0 h 6"/>
                <a:gd name="T12" fmla="*/ 3 w 6"/>
                <a:gd name="T13" fmla="*/ 1 h 6"/>
                <a:gd name="T14" fmla="*/ 1 w 6"/>
                <a:gd name="T15" fmla="*/ 2 h 6"/>
                <a:gd name="T16" fmla="*/ 0 w 6"/>
                <a:gd name="T17" fmla="*/ 3 h 6"/>
                <a:gd name="T18" fmla="*/ 1 w 6"/>
                <a:gd name="T19" fmla="*/ 3 h 6"/>
                <a:gd name="T20" fmla="*/ 2 w 6"/>
                <a:gd name="T21" fmla="*/ 2 h 6"/>
                <a:gd name="T22" fmla="*/ 3 w 6"/>
                <a:gd name="T23" fmla="*/ 2 h 6"/>
                <a:gd name="T24" fmla="*/ 3 w 6"/>
                <a:gd name="T25" fmla="*/ 2 h 6"/>
                <a:gd name="T26" fmla="*/ 3 w 6"/>
                <a:gd name="T27" fmla="*/ 3 h 6"/>
                <a:gd name="T28" fmla="*/ 3 w 6"/>
                <a:gd name="T29" fmla="*/ 3 h 6"/>
                <a:gd name="T30" fmla="*/ 2 w 6"/>
                <a:gd name="T31" fmla="*/ 3 h 6"/>
                <a:gd name="T32" fmla="*/ 2 w 6"/>
                <a:gd name="T33" fmla="*/ 4 h 6"/>
                <a:gd name="T34" fmla="*/ 2 w 6"/>
                <a:gd name="T35" fmla="*/ 5 h 6"/>
                <a:gd name="T36" fmla="*/ 3 w 6"/>
                <a:gd name="T37" fmla="*/ 5 h 6"/>
                <a:gd name="T38" fmla="*/ 4 w 6"/>
                <a:gd name="T39" fmla="*/ 5 h 6"/>
                <a:gd name="T40" fmla="*/ 5 w 6"/>
                <a:gd name="T41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" h="6">
                  <a:moveTo>
                    <a:pt x="5" y="3"/>
                  </a:moveTo>
                  <a:cubicBezTo>
                    <a:pt x="4" y="3"/>
                    <a:pt x="4" y="3"/>
                    <a:pt x="4" y="3"/>
                  </a:cubicBezTo>
                  <a:cubicBezTo>
                    <a:pt x="3" y="3"/>
                    <a:pt x="4" y="3"/>
                    <a:pt x="5" y="3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6" y="2"/>
                    <a:pt x="6" y="1"/>
                  </a:cubicBezTo>
                  <a:cubicBezTo>
                    <a:pt x="5" y="1"/>
                    <a:pt x="5" y="1"/>
                    <a:pt x="4" y="0"/>
                  </a:cubicBezTo>
                  <a:cubicBezTo>
                    <a:pt x="4" y="0"/>
                    <a:pt x="4" y="1"/>
                    <a:pt x="3" y="1"/>
                  </a:cubicBezTo>
                  <a:cubicBezTo>
                    <a:pt x="3" y="1"/>
                    <a:pt x="2" y="2"/>
                    <a:pt x="1" y="2"/>
                  </a:cubicBezTo>
                  <a:cubicBezTo>
                    <a:pt x="1" y="2"/>
                    <a:pt x="0" y="3"/>
                    <a:pt x="0" y="3"/>
                  </a:cubicBezTo>
                  <a:cubicBezTo>
                    <a:pt x="0" y="4"/>
                    <a:pt x="1" y="3"/>
                    <a:pt x="1" y="3"/>
                  </a:cubicBezTo>
                  <a:cubicBezTo>
                    <a:pt x="1" y="3"/>
                    <a:pt x="2" y="3"/>
                    <a:pt x="2" y="2"/>
                  </a:cubicBezTo>
                  <a:cubicBezTo>
                    <a:pt x="2" y="2"/>
                    <a:pt x="3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2" y="3"/>
                    <a:pt x="2" y="3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1" y="5"/>
                    <a:pt x="2" y="5"/>
                  </a:cubicBezTo>
                  <a:cubicBezTo>
                    <a:pt x="2" y="6"/>
                    <a:pt x="3" y="5"/>
                    <a:pt x="3" y="5"/>
                  </a:cubicBezTo>
                  <a:cubicBezTo>
                    <a:pt x="3" y="5"/>
                    <a:pt x="4" y="5"/>
                    <a:pt x="4" y="5"/>
                  </a:cubicBezTo>
                  <a:cubicBezTo>
                    <a:pt x="5" y="4"/>
                    <a:pt x="5" y="4"/>
                    <a:pt x="5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" name="Freeform 230"/>
            <p:cNvSpPr/>
            <p:nvPr userDrawn="1"/>
          </p:nvSpPr>
          <p:spPr bwMode="auto">
            <a:xfrm>
              <a:off x="795338" y="4714875"/>
              <a:ext cx="20638" cy="22225"/>
            </a:xfrm>
            <a:custGeom>
              <a:avLst/>
              <a:gdLst>
                <a:gd name="T0" fmla="*/ 1 w 3"/>
                <a:gd name="T1" fmla="*/ 3 h 3"/>
                <a:gd name="T2" fmla="*/ 2 w 3"/>
                <a:gd name="T3" fmla="*/ 3 h 3"/>
                <a:gd name="T4" fmla="*/ 1 w 3"/>
                <a:gd name="T5" fmla="*/ 0 h 3"/>
                <a:gd name="T6" fmla="*/ 0 w 3"/>
                <a:gd name="T7" fmla="*/ 1 h 3"/>
                <a:gd name="T8" fmla="*/ 0 w 3"/>
                <a:gd name="T9" fmla="*/ 2 h 3"/>
                <a:gd name="T10" fmla="*/ 1 w 3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" h="3">
                  <a:moveTo>
                    <a:pt x="1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3" y="2"/>
                    <a:pt x="2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1" y="3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Freeform 231"/>
            <p:cNvSpPr>
              <a:spLocks noEditPoints="1"/>
            </p:cNvSpPr>
            <p:nvPr userDrawn="1"/>
          </p:nvSpPr>
          <p:spPr bwMode="auto">
            <a:xfrm>
              <a:off x="774700" y="4737100"/>
              <a:ext cx="53975" cy="55563"/>
            </a:xfrm>
            <a:custGeom>
              <a:avLst/>
              <a:gdLst>
                <a:gd name="T0" fmla="*/ 7 w 8"/>
                <a:gd name="T1" fmla="*/ 1 h 8"/>
                <a:gd name="T2" fmla="*/ 7 w 8"/>
                <a:gd name="T3" fmla="*/ 0 h 8"/>
                <a:gd name="T4" fmla="*/ 6 w 8"/>
                <a:gd name="T5" fmla="*/ 1 h 8"/>
                <a:gd name="T6" fmla="*/ 6 w 8"/>
                <a:gd name="T7" fmla="*/ 2 h 8"/>
                <a:gd name="T8" fmla="*/ 4 w 8"/>
                <a:gd name="T9" fmla="*/ 3 h 8"/>
                <a:gd name="T10" fmla="*/ 3 w 8"/>
                <a:gd name="T11" fmla="*/ 3 h 8"/>
                <a:gd name="T12" fmla="*/ 3 w 8"/>
                <a:gd name="T13" fmla="*/ 4 h 8"/>
                <a:gd name="T14" fmla="*/ 2 w 8"/>
                <a:gd name="T15" fmla="*/ 4 h 8"/>
                <a:gd name="T16" fmla="*/ 1 w 8"/>
                <a:gd name="T17" fmla="*/ 4 h 8"/>
                <a:gd name="T18" fmla="*/ 1 w 8"/>
                <a:gd name="T19" fmla="*/ 4 h 8"/>
                <a:gd name="T20" fmla="*/ 0 w 8"/>
                <a:gd name="T21" fmla="*/ 5 h 8"/>
                <a:gd name="T22" fmla="*/ 0 w 8"/>
                <a:gd name="T23" fmla="*/ 5 h 8"/>
                <a:gd name="T24" fmla="*/ 0 w 8"/>
                <a:gd name="T25" fmla="*/ 7 h 8"/>
                <a:gd name="T26" fmla="*/ 1 w 8"/>
                <a:gd name="T27" fmla="*/ 8 h 8"/>
                <a:gd name="T28" fmla="*/ 2 w 8"/>
                <a:gd name="T29" fmla="*/ 7 h 8"/>
                <a:gd name="T30" fmla="*/ 3 w 8"/>
                <a:gd name="T31" fmla="*/ 6 h 8"/>
                <a:gd name="T32" fmla="*/ 4 w 8"/>
                <a:gd name="T33" fmla="*/ 5 h 8"/>
                <a:gd name="T34" fmla="*/ 4 w 8"/>
                <a:gd name="T35" fmla="*/ 4 h 8"/>
                <a:gd name="T36" fmla="*/ 5 w 8"/>
                <a:gd name="T37" fmla="*/ 5 h 8"/>
                <a:gd name="T38" fmla="*/ 6 w 8"/>
                <a:gd name="T39" fmla="*/ 6 h 8"/>
                <a:gd name="T40" fmla="*/ 7 w 8"/>
                <a:gd name="T41" fmla="*/ 7 h 8"/>
                <a:gd name="T42" fmla="*/ 8 w 8"/>
                <a:gd name="T43" fmla="*/ 6 h 8"/>
                <a:gd name="T44" fmla="*/ 7 w 8"/>
                <a:gd name="T45" fmla="*/ 4 h 8"/>
                <a:gd name="T46" fmla="*/ 7 w 8"/>
                <a:gd name="T47" fmla="*/ 1 h 8"/>
                <a:gd name="T48" fmla="*/ 6 w 8"/>
                <a:gd name="T49" fmla="*/ 5 h 8"/>
                <a:gd name="T50" fmla="*/ 5 w 8"/>
                <a:gd name="T51" fmla="*/ 4 h 8"/>
                <a:gd name="T52" fmla="*/ 5 w 8"/>
                <a:gd name="T53" fmla="*/ 4 h 8"/>
                <a:gd name="T54" fmla="*/ 6 w 8"/>
                <a:gd name="T55" fmla="*/ 3 h 8"/>
                <a:gd name="T56" fmla="*/ 6 w 8"/>
                <a:gd name="T57" fmla="*/ 4 h 8"/>
                <a:gd name="T58" fmla="*/ 6 w 8"/>
                <a:gd name="T59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8" h="8">
                  <a:moveTo>
                    <a:pt x="7" y="1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6" y="0"/>
                    <a:pt x="6" y="0"/>
                    <a:pt x="6" y="1"/>
                  </a:cubicBezTo>
                  <a:cubicBezTo>
                    <a:pt x="6" y="1"/>
                    <a:pt x="6" y="2"/>
                    <a:pt x="6" y="2"/>
                  </a:cubicBezTo>
                  <a:cubicBezTo>
                    <a:pt x="5" y="2"/>
                    <a:pt x="4" y="3"/>
                    <a:pt x="4" y="3"/>
                  </a:cubicBezTo>
                  <a:cubicBezTo>
                    <a:pt x="4" y="3"/>
                    <a:pt x="3" y="3"/>
                    <a:pt x="3" y="3"/>
                  </a:cubicBezTo>
                  <a:cubicBezTo>
                    <a:pt x="3" y="3"/>
                    <a:pt x="3" y="4"/>
                    <a:pt x="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4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7"/>
                    <a:pt x="0" y="7"/>
                  </a:cubicBezTo>
                  <a:cubicBezTo>
                    <a:pt x="0" y="7"/>
                    <a:pt x="1" y="8"/>
                    <a:pt x="1" y="8"/>
                  </a:cubicBezTo>
                  <a:cubicBezTo>
                    <a:pt x="2" y="8"/>
                    <a:pt x="2" y="7"/>
                    <a:pt x="2" y="7"/>
                  </a:cubicBezTo>
                  <a:cubicBezTo>
                    <a:pt x="2" y="7"/>
                    <a:pt x="3" y="6"/>
                    <a:pt x="3" y="6"/>
                  </a:cubicBezTo>
                  <a:cubicBezTo>
                    <a:pt x="3" y="6"/>
                    <a:pt x="3" y="5"/>
                    <a:pt x="4" y="5"/>
                  </a:cubicBezTo>
                  <a:cubicBezTo>
                    <a:pt x="4" y="5"/>
                    <a:pt x="4" y="4"/>
                    <a:pt x="4" y="4"/>
                  </a:cubicBezTo>
                  <a:cubicBezTo>
                    <a:pt x="5" y="4"/>
                    <a:pt x="5" y="5"/>
                    <a:pt x="5" y="5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6" y="6"/>
                    <a:pt x="6" y="7"/>
                    <a:pt x="7" y="7"/>
                  </a:cubicBezTo>
                  <a:cubicBezTo>
                    <a:pt x="7" y="7"/>
                    <a:pt x="7" y="6"/>
                    <a:pt x="8" y="6"/>
                  </a:cubicBezTo>
                  <a:cubicBezTo>
                    <a:pt x="8" y="5"/>
                    <a:pt x="8" y="4"/>
                    <a:pt x="7" y="4"/>
                  </a:cubicBezTo>
                  <a:cubicBezTo>
                    <a:pt x="7" y="3"/>
                    <a:pt x="8" y="1"/>
                    <a:pt x="7" y="1"/>
                  </a:cubicBezTo>
                  <a:close/>
                  <a:moveTo>
                    <a:pt x="6" y="5"/>
                  </a:moveTo>
                  <a:cubicBezTo>
                    <a:pt x="6" y="5"/>
                    <a:pt x="6" y="5"/>
                    <a:pt x="5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4"/>
                    <a:pt x="5" y="3"/>
                    <a:pt x="6" y="3"/>
                  </a:cubicBezTo>
                  <a:cubicBezTo>
                    <a:pt x="6" y="2"/>
                    <a:pt x="6" y="3"/>
                    <a:pt x="6" y="4"/>
                  </a:cubicBezTo>
                  <a:cubicBezTo>
                    <a:pt x="6" y="4"/>
                    <a:pt x="6" y="4"/>
                    <a:pt x="6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Freeform 232"/>
            <p:cNvSpPr/>
            <p:nvPr userDrawn="1"/>
          </p:nvSpPr>
          <p:spPr bwMode="auto">
            <a:xfrm>
              <a:off x="836613" y="4743450"/>
              <a:ext cx="14288" cy="34925"/>
            </a:xfrm>
            <a:custGeom>
              <a:avLst/>
              <a:gdLst>
                <a:gd name="T0" fmla="*/ 0 w 2"/>
                <a:gd name="T1" fmla="*/ 0 h 5"/>
                <a:gd name="T2" fmla="*/ 0 w 2"/>
                <a:gd name="T3" fmla="*/ 1 h 5"/>
                <a:gd name="T4" fmla="*/ 0 w 2"/>
                <a:gd name="T5" fmla="*/ 4 h 5"/>
                <a:gd name="T6" fmla="*/ 1 w 2"/>
                <a:gd name="T7" fmla="*/ 5 h 5"/>
                <a:gd name="T8" fmla="*/ 2 w 2"/>
                <a:gd name="T9" fmla="*/ 4 h 5"/>
                <a:gd name="T10" fmla="*/ 2 w 2"/>
                <a:gd name="T11" fmla="*/ 1 h 5"/>
                <a:gd name="T12" fmla="*/ 0 w 2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5">
                  <a:moveTo>
                    <a:pt x="0" y="0"/>
                  </a:move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3"/>
                    <a:pt x="0" y="4"/>
                  </a:cubicBezTo>
                  <a:cubicBezTo>
                    <a:pt x="0" y="4"/>
                    <a:pt x="0" y="5"/>
                    <a:pt x="1" y="5"/>
                  </a:cubicBezTo>
                  <a:cubicBezTo>
                    <a:pt x="1" y="5"/>
                    <a:pt x="1" y="4"/>
                    <a:pt x="2" y="4"/>
                  </a:cubicBezTo>
                  <a:cubicBezTo>
                    <a:pt x="2" y="3"/>
                    <a:pt x="2" y="2"/>
                    <a:pt x="2" y="1"/>
                  </a:cubicBezTo>
                  <a:cubicBezTo>
                    <a:pt x="1" y="1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4" name="Freeform 233"/>
            <p:cNvSpPr>
              <a:spLocks noEditPoints="1"/>
            </p:cNvSpPr>
            <p:nvPr userDrawn="1"/>
          </p:nvSpPr>
          <p:spPr bwMode="auto">
            <a:xfrm>
              <a:off x="4686300" y="3575050"/>
              <a:ext cx="2784475" cy="1266825"/>
            </a:xfrm>
            <a:custGeom>
              <a:avLst/>
              <a:gdLst>
                <a:gd name="T0" fmla="*/ 384 w 403"/>
                <a:gd name="T1" fmla="*/ 114 h 181"/>
                <a:gd name="T2" fmla="*/ 315 w 403"/>
                <a:gd name="T3" fmla="*/ 64 h 181"/>
                <a:gd name="T4" fmla="*/ 233 w 403"/>
                <a:gd name="T5" fmla="*/ 25 h 181"/>
                <a:gd name="T6" fmla="*/ 225 w 403"/>
                <a:gd name="T7" fmla="*/ 16 h 181"/>
                <a:gd name="T8" fmla="*/ 201 w 403"/>
                <a:gd name="T9" fmla="*/ 0 h 181"/>
                <a:gd name="T10" fmla="*/ 167 w 403"/>
                <a:gd name="T11" fmla="*/ 17 h 181"/>
                <a:gd name="T12" fmla="*/ 176 w 403"/>
                <a:gd name="T13" fmla="*/ 25 h 181"/>
                <a:gd name="T14" fmla="*/ 62 w 403"/>
                <a:gd name="T15" fmla="*/ 87 h 181"/>
                <a:gd name="T16" fmla="*/ 19 w 403"/>
                <a:gd name="T17" fmla="*/ 115 h 181"/>
                <a:gd name="T18" fmla="*/ 18 w 403"/>
                <a:gd name="T19" fmla="*/ 181 h 181"/>
                <a:gd name="T20" fmla="*/ 225 w 403"/>
                <a:gd name="T21" fmla="*/ 181 h 181"/>
                <a:gd name="T22" fmla="*/ 220 w 403"/>
                <a:gd name="T23" fmla="*/ 5 h 181"/>
                <a:gd name="T24" fmla="*/ 182 w 403"/>
                <a:gd name="T25" fmla="*/ 5 h 181"/>
                <a:gd name="T26" fmla="*/ 182 w 403"/>
                <a:gd name="T27" fmla="*/ 5 h 181"/>
                <a:gd name="T28" fmla="*/ 219 w 403"/>
                <a:gd name="T29" fmla="*/ 18 h 181"/>
                <a:gd name="T30" fmla="*/ 168 w 403"/>
                <a:gd name="T31" fmla="*/ 19 h 181"/>
                <a:gd name="T32" fmla="*/ 187 w 403"/>
                <a:gd name="T33" fmla="*/ 33 h 181"/>
                <a:gd name="T34" fmla="*/ 178 w 403"/>
                <a:gd name="T35" fmla="*/ 25 h 181"/>
                <a:gd name="T36" fmla="*/ 189 w 403"/>
                <a:gd name="T37" fmla="*/ 44 h 181"/>
                <a:gd name="T38" fmla="*/ 197 w 403"/>
                <a:gd name="T39" fmla="*/ 92 h 181"/>
                <a:gd name="T40" fmla="*/ 206 w 403"/>
                <a:gd name="T41" fmla="*/ 75 h 181"/>
                <a:gd name="T42" fmla="*/ 197 w 403"/>
                <a:gd name="T43" fmla="*/ 101 h 181"/>
                <a:gd name="T44" fmla="*/ 197 w 403"/>
                <a:gd name="T45" fmla="*/ 62 h 181"/>
                <a:gd name="T46" fmla="*/ 206 w 403"/>
                <a:gd name="T47" fmla="*/ 114 h 181"/>
                <a:gd name="T48" fmla="*/ 197 w 403"/>
                <a:gd name="T49" fmla="*/ 53 h 181"/>
                <a:gd name="T50" fmla="*/ 206 w 403"/>
                <a:gd name="T51" fmla="*/ 123 h 181"/>
                <a:gd name="T52" fmla="*/ 197 w 403"/>
                <a:gd name="T53" fmla="*/ 49 h 181"/>
                <a:gd name="T54" fmla="*/ 195 w 403"/>
                <a:gd name="T55" fmla="*/ 52 h 181"/>
                <a:gd name="T56" fmla="*/ 195 w 403"/>
                <a:gd name="T57" fmla="*/ 61 h 181"/>
                <a:gd name="T58" fmla="*/ 195 w 403"/>
                <a:gd name="T59" fmla="*/ 83 h 181"/>
                <a:gd name="T60" fmla="*/ 195 w 403"/>
                <a:gd name="T61" fmla="*/ 102 h 181"/>
                <a:gd name="T62" fmla="*/ 195 w 403"/>
                <a:gd name="T63" fmla="*/ 115 h 181"/>
                <a:gd name="T64" fmla="*/ 189 w 403"/>
                <a:gd name="T65" fmla="*/ 140 h 181"/>
                <a:gd name="T66" fmla="*/ 197 w 403"/>
                <a:gd name="T67" fmla="*/ 140 h 181"/>
                <a:gd name="T68" fmla="*/ 208 w 403"/>
                <a:gd name="T69" fmla="*/ 140 h 181"/>
                <a:gd name="T70" fmla="*/ 214 w 403"/>
                <a:gd name="T71" fmla="*/ 33 h 181"/>
                <a:gd name="T72" fmla="*/ 189 w 403"/>
                <a:gd name="T73" fmla="*/ 145 h 181"/>
                <a:gd name="T74" fmla="*/ 216 w 403"/>
                <a:gd name="T75" fmla="*/ 179 h 181"/>
                <a:gd name="T76" fmla="*/ 227 w 403"/>
                <a:gd name="T77" fmla="*/ 179 h 181"/>
                <a:gd name="T78" fmla="*/ 382 w 403"/>
                <a:gd name="T79" fmla="*/ 115 h 181"/>
                <a:gd name="T80" fmla="*/ 227 w 403"/>
                <a:gd name="T81" fmla="*/ 72 h 181"/>
                <a:gd name="T82" fmla="*/ 384 w 403"/>
                <a:gd name="T83" fmla="*/ 113 h 181"/>
                <a:gd name="T84" fmla="*/ 341 w 403"/>
                <a:gd name="T85" fmla="*/ 89 h 181"/>
                <a:gd name="T86" fmla="*/ 315 w 403"/>
                <a:gd name="T87" fmla="*/ 70 h 181"/>
                <a:gd name="T88" fmla="*/ 310 w 403"/>
                <a:gd name="T89" fmla="*/ 67 h 181"/>
                <a:gd name="T90" fmla="*/ 93 w 403"/>
                <a:gd name="T91" fmla="*/ 67 h 181"/>
                <a:gd name="T92" fmla="*/ 65 w 403"/>
                <a:gd name="T93" fmla="*/ 90 h 181"/>
                <a:gd name="T94" fmla="*/ 8 w 403"/>
                <a:gd name="T95" fmla="*/ 107 h 181"/>
                <a:gd name="T96" fmla="*/ 176 w 403"/>
                <a:gd name="T97" fmla="*/ 113 h 181"/>
                <a:gd name="T98" fmla="*/ 21 w 403"/>
                <a:gd name="T99" fmla="*/ 117 h 181"/>
                <a:gd name="T100" fmla="*/ 176 w 403"/>
                <a:gd name="T101" fmla="*/ 179 h 181"/>
                <a:gd name="T102" fmla="*/ 214 w 403"/>
                <a:gd name="T103" fmla="*/ 147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03" h="181">
                  <a:moveTo>
                    <a:pt x="384" y="179"/>
                  </a:moveTo>
                  <a:cubicBezTo>
                    <a:pt x="384" y="179"/>
                    <a:pt x="384" y="179"/>
                    <a:pt x="384" y="179"/>
                  </a:cubicBezTo>
                  <a:cubicBezTo>
                    <a:pt x="384" y="115"/>
                    <a:pt x="384" y="115"/>
                    <a:pt x="384" y="115"/>
                  </a:cubicBezTo>
                  <a:cubicBezTo>
                    <a:pt x="384" y="115"/>
                    <a:pt x="384" y="115"/>
                    <a:pt x="384" y="115"/>
                  </a:cubicBezTo>
                  <a:cubicBezTo>
                    <a:pt x="384" y="115"/>
                    <a:pt x="384" y="115"/>
                    <a:pt x="384" y="114"/>
                  </a:cubicBezTo>
                  <a:cubicBezTo>
                    <a:pt x="403" y="105"/>
                    <a:pt x="403" y="105"/>
                    <a:pt x="403" y="105"/>
                  </a:cubicBezTo>
                  <a:cubicBezTo>
                    <a:pt x="403" y="104"/>
                    <a:pt x="403" y="104"/>
                    <a:pt x="403" y="104"/>
                  </a:cubicBezTo>
                  <a:cubicBezTo>
                    <a:pt x="403" y="103"/>
                    <a:pt x="403" y="103"/>
                    <a:pt x="403" y="103"/>
                  </a:cubicBezTo>
                  <a:cubicBezTo>
                    <a:pt x="341" y="87"/>
                    <a:pt x="341" y="87"/>
                    <a:pt x="341" y="87"/>
                  </a:cubicBezTo>
                  <a:cubicBezTo>
                    <a:pt x="315" y="64"/>
                    <a:pt x="315" y="64"/>
                    <a:pt x="315" y="64"/>
                  </a:cubicBezTo>
                  <a:cubicBezTo>
                    <a:pt x="315" y="63"/>
                    <a:pt x="315" y="63"/>
                    <a:pt x="314" y="63"/>
                  </a:cubicBezTo>
                  <a:cubicBezTo>
                    <a:pt x="310" y="65"/>
                    <a:pt x="310" y="65"/>
                    <a:pt x="310" y="65"/>
                  </a:cubicBezTo>
                  <a:cubicBezTo>
                    <a:pt x="227" y="65"/>
                    <a:pt x="227" y="65"/>
                    <a:pt x="227" y="65"/>
                  </a:cubicBezTo>
                  <a:cubicBezTo>
                    <a:pt x="227" y="25"/>
                    <a:pt x="227" y="25"/>
                    <a:pt x="227" y="25"/>
                  </a:cubicBezTo>
                  <a:cubicBezTo>
                    <a:pt x="233" y="25"/>
                    <a:pt x="233" y="25"/>
                    <a:pt x="233" y="25"/>
                  </a:cubicBezTo>
                  <a:cubicBezTo>
                    <a:pt x="233" y="25"/>
                    <a:pt x="234" y="25"/>
                    <a:pt x="234" y="24"/>
                  </a:cubicBezTo>
                  <a:cubicBezTo>
                    <a:pt x="237" y="17"/>
                    <a:pt x="237" y="17"/>
                    <a:pt x="237" y="17"/>
                  </a:cubicBezTo>
                  <a:cubicBezTo>
                    <a:pt x="237" y="17"/>
                    <a:pt x="237" y="17"/>
                    <a:pt x="237" y="16"/>
                  </a:cubicBezTo>
                  <a:cubicBezTo>
                    <a:pt x="237" y="16"/>
                    <a:pt x="237" y="16"/>
                    <a:pt x="236" y="16"/>
                  </a:cubicBezTo>
                  <a:cubicBezTo>
                    <a:pt x="225" y="16"/>
                    <a:pt x="225" y="16"/>
                    <a:pt x="225" y="16"/>
                  </a:cubicBezTo>
                  <a:cubicBezTo>
                    <a:pt x="222" y="4"/>
                    <a:pt x="222" y="4"/>
                    <a:pt x="222" y="4"/>
                  </a:cubicBezTo>
                  <a:cubicBezTo>
                    <a:pt x="222" y="4"/>
                    <a:pt x="222" y="3"/>
                    <a:pt x="221" y="3"/>
                  </a:cubicBezTo>
                  <a:cubicBezTo>
                    <a:pt x="206" y="3"/>
                    <a:pt x="206" y="3"/>
                    <a:pt x="206" y="3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202" y="0"/>
                    <a:pt x="202" y="0"/>
                    <a:pt x="201" y="0"/>
                  </a:cubicBezTo>
                  <a:cubicBezTo>
                    <a:pt x="198" y="3"/>
                    <a:pt x="198" y="3"/>
                    <a:pt x="198" y="3"/>
                  </a:cubicBezTo>
                  <a:cubicBezTo>
                    <a:pt x="181" y="3"/>
                    <a:pt x="181" y="3"/>
                    <a:pt x="181" y="3"/>
                  </a:cubicBezTo>
                  <a:cubicBezTo>
                    <a:pt x="181" y="3"/>
                    <a:pt x="180" y="4"/>
                    <a:pt x="180" y="4"/>
                  </a:cubicBezTo>
                  <a:cubicBezTo>
                    <a:pt x="178" y="17"/>
                    <a:pt x="178" y="17"/>
                    <a:pt x="178" y="17"/>
                  </a:cubicBezTo>
                  <a:cubicBezTo>
                    <a:pt x="167" y="17"/>
                    <a:pt x="167" y="17"/>
                    <a:pt x="167" y="17"/>
                  </a:cubicBezTo>
                  <a:cubicBezTo>
                    <a:pt x="166" y="17"/>
                    <a:pt x="166" y="17"/>
                    <a:pt x="166" y="17"/>
                  </a:cubicBezTo>
                  <a:cubicBezTo>
                    <a:pt x="165" y="17"/>
                    <a:pt x="165" y="18"/>
                    <a:pt x="166" y="18"/>
                  </a:cubicBezTo>
                  <a:cubicBezTo>
                    <a:pt x="169" y="25"/>
                    <a:pt x="169" y="25"/>
                    <a:pt x="169" y="25"/>
                  </a:cubicBezTo>
                  <a:cubicBezTo>
                    <a:pt x="169" y="25"/>
                    <a:pt x="170" y="25"/>
                    <a:pt x="170" y="25"/>
                  </a:cubicBezTo>
                  <a:cubicBezTo>
                    <a:pt x="176" y="25"/>
                    <a:pt x="176" y="25"/>
                    <a:pt x="176" y="25"/>
                  </a:cubicBezTo>
                  <a:cubicBezTo>
                    <a:pt x="176" y="65"/>
                    <a:pt x="176" y="65"/>
                    <a:pt x="176" y="65"/>
                  </a:cubicBezTo>
                  <a:cubicBezTo>
                    <a:pt x="93" y="65"/>
                    <a:pt x="93" y="65"/>
                    <a:pt x="93" y="65"/>
                  </a:cubicBezTo>
                  <a:cubicBezTo>
                    <a:pt x="89" y="63"/>
                    <a:pt x="89" y="63"/>
                    <a:pt x="89" y="63"/>
                  </a:cubicBezTo>
                  <a:cubicBezTo>
                    <a:pt x="88" y="63"/>
                    <a:pt x="88" y="63"/>
                    <a:pt x="88" y="64"/>
                  </a:cubicBezTo>
                  <a:cubicBezTo>
                    <a:pt x="62" y="87"/>
                    <a:pt x="62" y="87"/>
                    <a:pt x="62" y="87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0" y="103"/>
                    <a:pt x="0" y="103"/>
                    <a:pt x="0" y="104"/>
                  </a:cubicBezTo>
                  <a:cubicBezTo>
                    <a:pt x="0" y="104"/>
                    <a:pt x="0" y="104"/>
                    <a:pt x="0" y="105"/>
                  </a:cubicBezTo>
                  <a:cubicBezTo>
                    <a:pt x="18" y="114"/>
                    <a:pt x="18" y="114"/>
                    <a:pt x="18" y="114"/>
                  </a:cubicBezTo>
                  <a:cubicBezTo>
                    <a:pt x="19" y="115"/>
                    <a:pt x="19" y="115"/>
                    <a:pt x="19" y="115"/>
                  </a:cubicBezTo>
                  <a:cubicBezTo>
                    <a:pt x="19" y="115"/>
                    <a:pt x="19" y="115"/>
                    <a:pt x="19" y="115"/>
                  </a:cubicBezTo>
                  <a:cubicBezTo>
                    <a:pt x="19" y="179"/>
                    <a:pt x="19" y="179"/>
                    <a:pt x="19" y="179"/>
                  </a:cubicBezTo>
                  <a:cubicBezTo>
                    <a:pt x="18" y="179"/>
                    <a:pt x="18" y="179"/>
                    <a:pt x="18" y="179"/>
                  </a:cubicBezTo>
                  <a:cubicBezTo>
                    <a:pt x="18" y="179"/>
                    <a:pt x="17" y="179"/>
                    <a:pt x="17" y="180"/>
                  </a:cubicBezTo>
                  <a:cubicBezTo>
                    <a:pt x="17" y="181"/>
                    <a:pt x="18" y="181"/>
                    <a:pt x="18" y="181"/>
                  </a:cubicBezTo>
                  <a:cubicBezTo>
                    <a:pt x="178" y="181"/>
                    <a:pt x="178" y="181"/>
                    <a:pt x="178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88" y="181"/>
                    <a:pt x="188" y="181"/>
                    <a:pt x="188" y="181"/>
                  </a:cubicBezTo>
                  <a:cubicBezTo>
                    <a:pt x="215" y="181"/>
                    <a:pt x="215" y="181"/>
                    <a:pt x="215" y="181"/>
                  </a:cubicBezTo>
                  <a:cubicBezTo>
                    <a:pt x="225" y="181"/>
                    <a:pt x="225" y="181"/>
                    <a:pt x="225" y="181"/>
                  </a:cubicBezTo>
                  <a:cubicBezTo>
                    <a:pt x="225" y="181"/>
                    <a:pt x="225" y="181"/>
                    <a:pt x="225" y="181"/>
                  </a:cubicBezTo>
                  <a:cubicBezTo>
                    <a:pt x="384" y="181"/>
                    <a:pt x="384" y="181"/>
                    <a:pt x="384" y="181"/>
                  </a:cubicBezTo>
                  <a:cubicBezTo>
                    <a:pt x="384" y="181"/>
                    <a:pt x="385" y="181"/>
                    <a:pt x="385" y="180"/>
                  </a:cubicBezTo>
                  <a:cubicBezTo>
                    <a:pt x="385" y="179"/>
                    <a:pt x="384" y="179"/>
                    <a:pt x="384" y="179"/>
                  </a:cubicBezTo>
                  <a:close/>
                  <a:moveTo>
                    <a:pt x="220" y="5"/>
                  </a:moveTo>
                  <a:cubicBezTo>
                    <a:pt x="223" y="16"/>
                    <a:pt x="223" y="16"/>
                    <a:pt x="223" y="16"/>
                  </a:cubicBezTo>
                  <a:cubicBezTo>
                    <a:pt x="220" y="16"/>
                    <a:pt x="220" y="16"/>
                    <a:pt x="220" y="16"/>
                  </a:cubicBezTo>
                  <a:cubicBezTo>
                    <a:pt x="208" y="5"/>
                    <a:pt x="208" y="5"/>
                    <a:pt x="208" y="5"/>
                  </a:cubicBezTo>
                  <a:lnTo>
                    <a:pt x="220" y="5"/>
                  </a:lnTo>
                  <a:close/>
                  <a:moveTo>
                    <a:pt x="182" y="5"/>
                  </a:moveTo>
                  <a:cubicBezTo>
                    <a:pt x="196" y="5"/>
                    <a:pt x="196" y="5"/>
                    <a:pt x="196" y="5"/>
                  </a:cubicBezTo>
                  <a:cubicBezTo>
                    <a:pt x="185" y="16"/>
                    <a:pt x="185" y="16"/>
                    <a:pt x="185" y="16"/>
                  </a:cubicBezTo>
                  <a:cubicBezTo>
                    <a:pt x="185" y="16"/>
                    <a:pt x="185" y="16"/>
                    <a:pt x="185" y="16"/>
                  </a:cubicBezTo>
                  <a:cubicBezTo>
                    <a:pt x="180" y="16"/>
                    <a:pt x="180" y="16"/>
                    <a:pt x="180" y="16"/>
                  </a:cubicBezTo>
                  <a:lnTo>
                    <a:pt x="182" y="5"/>
                  </a:lnTo>
                  <a:close/>
                  <a:moveTo>
                    <a:pt x="168" y="19"/>
                  </a:moveTo>
                  <a:cubicBezTo>
                    <a:pt x="185" y="19"/>
                    <a:pt x="185" y="19"/>
                    <a:pt x="185" y="19"/>
                  </a:cubicBezTo>
                  <a:cubicBezTo>
                    <a:pt x="185" y="19"/>
                    <a:pt x="185" y="19"/>
                    <a:pt x="185" y="18"/>
                  </a:cubicBezTo>
                  <a:cubicBezTo>
                    <a:pt x="202" y="2"/>
                    <a:pt x="202" y="2"/>
                    <a:pt x="202" y="2"/>
                  </a:cubicBezTo>
                  <a:cubicBezTo>
                    <a:pt x="219" y="18"/>
                    <a:pt x="219" y="18"/>
                    <a:pt x="219" y="18"/>
                  </a:cubicBezTo>
                  <a:cubicBezTo>
                    <a:pt x="219" y="18"/>
                    <a:pt x="219" y="18"/>
                    <a:pt x="219" y="18"/>
                  </a:cubicBezTo>
                  <a:cubicBezTo>
                    <a:pt x="235" y="18"/>
                    <a:pt x="235" y="18"/>
                    <a:pt x="235" y="18"/>
                  </a:cubicBezTo>
                  <a:cubicBezTo>
                    <a:pt x="232" y="23"/>
                    <a:pt x="232" y="23"/>
                    <a:pt x="232" y="23"/>
                  </a:cubicBezTo>
                  <a:cubicBezTo>
                    <a:pt x="170" y="23"/>
                    <a:pt x="170" y="23"/>
                    <a:pt x="170" y="23"/>
                  </a:cubicBezTo>
                  <a:lnTo>
                    <a:pt x="168" y="19"/>
                  </a:lnTo>
                  <a:close/>
                  <a:moveTo>
                    <a:pt x="179" y="179"/>
                  </a:moveTo>
                  <a:cubicBezTo>
                    <a:pt x="179" y="179"/>
                    <a:pt x="179" y="179"/>
                    <a:pt x="178" y="179"/>
                  </a:cubicBezTo>
                  <a:cubicBezTo>
                    <a:pt x="178" y="179"/>
                    <a:pt x="178" y="179"/>
                    <a:pt x="178" y="179"/>
                  </a:cubicBezTo>
                  <a:cubicBezTo>
                    <a:pt x="178" y="33"/>
                    <a:pt x="178" y="33"/>
                    <a:pt x="178" y="33"/>
                  </a:cubicBezTo>
                  <a:cubicBezTo>
                    <a:pt x="187" y="33"/>
                    <a:pt x="187" y="33"/>
                    <a:pt x="187" y="33"/>
                  </a:cubicBezTo>
                  <a:cubicBezTo>
                    <a:pt x="187" y="179"/>
                    <a:pt x="187" y="179"/>
                    <a:pt x="187" y="179"/>
                  </a:cubicBezTo>
                  <a:lnTo>
                    <a:pt x="179" y="179"/>
                  </a:lnTo>
                  <a:close/>
                  <a:moveTo>
                    <a:pt x="225" y="31"/>
                  </a:moveTo>
                  <a:cubicBezTo>
                    <a:pt x="178" y="31"/>
                    <a:pt x="178" y="31"/>
                    <a:pt x="178" y="31"/>
                  </a:cubicBezTo>
                  <a:cubicBezTo>
                    <a:pt x="178" y="25"/>
                    <a:pt x="178" y="25"/>
                    <a:pt x="178" y="25"/>
                  </a:cubicBezTo>
                  <a:cubicBezTo>
                    <a:pt x="225" y="25"/>
                    <a:pt x="225" y="25"/>
                    <a:pt x="225" y="25"/>
                  </a:cubicBezTo>
                  <a:lnTo>
                    <a:pt x="225" y="31"/>
                  </a:lnTo>
                  <a:close/>
                  <a:moveTo>
                    <a:pt x="214" y="47"/>
                  </a:moveTo>
                  <a:cubicBezTo>
                    <a:pt x="189" y="47"/>
                    <a:pt x="189" y="47"/>
                    <a:pt x="189" y="47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214" y="44"/>
                    <a:pt x="214" y="44"/>
                    <a:pt x="214" y="44"/>
                  </a:cubicBezTo>
                  <a:lnTo>
                    <a:pt x="214" y="47"/>
                  </a:lnTo>
                  <a:close/>
                  <a:moveTo>
                    <a:pt x="206" y="84"/>
                  </a:moveTo>
                  <a:cubicBezTo>
                    <a:pt x="206" y="92"/>
                    <a:pt x="206" y="92"/>
                    <a:pt x="206" y="92"/>
                  </a:cubicBezTo>
                  <a:cubicBezTo>
                    <a:pt x="197" y="92"/>
                    <a:pt x="197" y="92"/>
                    <a:pt x="197" y="92"/>
                  </a:cubicBezTo>
                  <a:cubicBezTo>
                    <a:pt x="197" y="84"/>
                    <a:pt x="197" y="84"/>
                    <a:pt x="197" y="84"/>
                  </a:cubicBezTo>
                  <a:lnTo>
                    <a:pt x="206" y="84"/>
                  </a:lnTo>
                  <a:close/>
                  <a:moveTo>
                    <a:pt x="197" y="82"/>
                  </a:moveTo>
                  <a:cubicBezTo>
                    <a:pt x="197" y="75"/>
                    <a:pt x="197" y="75"/>
                    <a:pt x="197" y="75"/>
                  </a:cubicBezTo>
                  <a:cubicBezTo>
                    <a:pt x="206" y="75"/>
                    <a:pt x="206" y="75"/>
                    <a:pt x="206" y="75"/>
                  </a:cubicBezTo>
                  <a:cubicBezTo>
                    <a:pt x="206" y="82"/>
                    <a:pt x="206" y="82"/>
                    <a:pt x="206" y="82"/>
                  </a:cubicBezTo>
                  <a:lnTo>
                    <a:pt x="197" y="82"/>
                  </a:lnTo>
                  <a:close/>
                  <a:moveTo>
                    <a:pt x="206" y="94"/>
                  </a:moveTo>
                  <a:cubicBezTo>
                    <a:pt x="206" y="101"/>
                    <a:pt x="206" y="101"/>
                    <a:pt x="206" y="101"/>
                  </a:cubicBezTo>
                  <a:cubicBezTo>
                    <a:pt x="197" y="101"/>
                    <a:pt x="197" y="101"/>
                    <a:pt x="197" y="101"/>
                  </a:cubicBezTo>
                  <a:cubicBezTo>
                    <a:pt x="197" y="94"/>
                    <a:pt x="197" y="94"/>
                    <a:pt x="197" y="94"/>
                  </a:cubicBezTo>
                  <a:lnTo>
                    <a:pt x="206" y="94"/>
                  </a:lnTo>
                  <a:close/>
                  <a:moveTo>
                    <a:pt x="206" y="73"/>
                  </a:moveTo>
                  <a:cubicBezTo>
                    <a:pt x="197" y="73"/>
                    <a:pt x="197" y="73"/>
                    <a:pt x="197" y="73"/>
                  </a:cubicBezTo>
                  <a:cubicBezTo>
                    <a:pt x="197" y="62"/>
                    <a:pt x="197" y="62"/>
                    <a:pt x="197" y="62"/>
                  </a:cubicBezTo>
                  <a:cubicBezTo>
                    <a:pt x="206" y="62"/>
                    <a:pt x="206" y="62"/>
                    <a:pt x="206" y="62"/>
                  </a:cubicBezTo>
                  <a:lnTo>
                    <a:pt x="206" y="73"/>
                  </a:lnTo>
                  <a:close/>
                  <a:moveTo>
                    <a:pt x="197" y="103"/>
                  </a:moveTo>
                  <a:cubicBezTo>
                    <a:pt x="206" y="103"/>
                    <a:pt x="206" y="103"/>
                    <a:pt x="206" y="103"/>
                  </a:cubicBezTo>
                  <a:cubicBezTo>
                    <a:pt x="206" y="114"/>
                    <a:pt x="206" y="114"/>
                    <a:pt x="206" y="114"/>
                  </a:cubicBezTo>
                  <a:cubicBezTo>
                    <a:pt x="197" y="114"/>
                    <a:pt x="197" y="114"/>
                    <a:pt x="197" y="114"/>
                  </a:cubicBezTo>
                  <a:lnTo>
                    <a:pt x="197" y="103"/>
                  </a:lnTo>
                  <a:close/>
                  <a:moveTo>
                    <a:pt x="206" y="60"/>
                  </a:moveTo>
                  <a:cubicBezTo>
                    <a:pt x="197" y="60"/>
                    <a:pt x="197" y="60"/>
                    <a:pt x="197" y="60"/>
                  </a:cubicBezTo>
                  <a:cubicBezTo>
                    <a:pt x="197" y="53"/>
                    <a:pt x="197" y="53"/>
                    <a:pt x="197" y="53"/>
                  </a:cubicBezTo>
                  <a:cubicBezTo>
                    <a:pt x="206" y="53"/>
                    <a:pt x="206" y="53"/>
                    <a:pt x="206" y="53"/>
                  </a:cubicBezTo>
                  <a:lnTo>
                    <a:pt x="206" y="60"/>
                  </a:lnTo>
                  <a:close/>
                  <a:moveTo>
                    <a:pt x="197" y="116"/>
                  </a:moveTo>
                  <a:cubicBezTo>
                    <a:pt x="206" y="116"/>
                    <a:pt x="206" y="116"/>
                    <a:pt x="206" y="116"/>
                  </a:cubicBezTo>
                  <a:cubicBezTo>
                    <a:pt x="206" y="123"/>
                    <a:pt x="206" y="123"/>
                    <a:pt x="206" y="123"/>
                  </a:cubicBezTo>
                  <a:cubicBezTo>
                    <a:pt x="197" y="123"/>
                    <a:pt x="197" y="123"/>
                    <a:pt x="197" y="123"/>
                  </a:cubicBezTo>
                  <a:lnTo>
                    <a:pt x="197" y="116"/>
                  </a:lnTo>
                  <a:close/>
                  <a:moveTo>
                    <a:pt x="206" y="51"/>
                  </a:moveTo>
                  <a:cubicBezTo>
                    <a:pt x="197" y="51"/>
                    <a:pt x="197" y="51"/>
                    <a:pt x="197" y="51"/>
                  </a:cubicBezTo>
                  <a:cubicBezTo>
                    <a:pt x="197" y="49"/>
                    <a:pt x="197" y="49"/>
                    <a:pt x="197" y="49"/>
                  </a:cubicBezTo>
                  <a:cubicBezTo>
                    <a:pt x="206" y="49"/>
                    <a:pt x="206" y="49"/>
                    <a:pt x="206" y="49"/>
                  </a:cubicBezTo>
                  <a:lnTo>
                    <a:pt x="206" y="51"/>
                  </a:lnTo>
                  <a:close/>
                  <a:moveTo>
                    <a:pt x="189" y="49"/>
                  </a:moveTo>
                  <a:cubicBezTo>
                    <a:pt x="195" y="49"/>
                    <a:pt x="195" y="49"/>
                    <a:pt x="195" y="49"/>
                  </a:cubicBezTo>
                  <a:cubicBezTo>
                    <a:pt x="195" y="52"/>
                    <a:pt x="195" y="52"/>
                    <a:pt x="195" y="52"/>
                  </a:cubicBezTo>
                  <a:cubicBezTo>
                    <a:pt x="195" y="52"/>
                    <a:pt x="195" y="52"/>
                    <a:pt x="195" y="52"/>
                  </a:cubicBezTo>
                  <a:cubicBezTo>
                    <a:pt x="195" y="52"/>
                    <a:pt x="195" y="52"/>
                    <a:pt x="195" y="52"/>
                  </a:cubicBezTo>
                  <a:cubicBezTo>
                    <a:pt x="195" y="61"/>
                    <a:pt x="195" y="61"/>
                    <a:pt x="195" y="61"/>
                  </a:cubicBezTo>
                  <a:cubicBezTo>
                    <a:pt x="195" y="61"/>
                    <a:pt x="195" y="61"/>
                    <a:pt x="195" y="61"/>
                  </a:cubicBezTo>
                  <a:cubicBezTo>
                    <a:pt x="195" y="61"/>
                    <a:pt x="195" y="61"/>
                    <a:pt x="195" y="61"/>
                  </a:cubicBezTo>
                  <a:cubicBezTo>
                    <a:pt x="195" y="74"/>
                    <a:pt x="195" y="74"/>
                    <a:pt x="195" y="74"/>
                  </a:cubicBezTo>
                  <a:cubicBezTo>
                    <a:pt x="195" y="74"/>
                    <a:pt x="195" y="74"/>
                    <a:pt x="195" y="74"/>
                  </a:cubicBezTo>
                  <a:cubicBezTo>
                    <a:pt x="195" y="74"/>
                    <a:pt x="195" y="74"/>
                    <a:pt x="195" y="74"/>
                  </a:cubicBezTo>
                  <a:cubicBezTo>
                    <a:pt x="195" y="83"/>
                    <a:pt x="195" y="83"/>
                    <a:pt x="195" y="83"/>
                  </a:cubicBezTo>
                  <a:cubicBezTo>
                    <a:pt x="195" y="83"/>
                    <a:pt x="195" y="83"/>
                    <a:pt x="195" y="83"/>
                  </a:cubicBezTo>
                  <a:cubicBezTo>
                    <a:pt x="195" y="83"/>
                    <a:pt x="195" y="83"/>
                    <a:pt x="195" y="83"/>
                  </a:cubicBezTo>
                  <a:cubicBezTo>
                    <a:pt x="195" y="93"/>
                    <a:pt x="195" y="93"/>
                    <a:pt x="195" y="93"/>
                  </a:cubicBezTo>
                  <a:cubicBezTo>
                    <a:pt x="195" y="93"/>
                    <a:pt x="195" y="93"/>
                    <a:pt x="195" y="93"/>
                  </a:cubicBezTo>
                  <a:cubicBezTo>
                    <a:pt x="195" y="94"/>
                    <a:pt x="195" y="94"/>
                    <a:pt x="195" y="94"/>
                  </a:cubicBezTo>
                  <a:cubicBezTo>
                    <a:pt x="195" y="102"/>
                    <a:pt x="195" y="102"/>
                    <a:pt x="195" y="102"/>
                  </a:cubicBezTo>
                  <a:cubicBezTo>
                    <a:pt x="195" y="102"/>
                    <a:pt x="195" y="102"/>
                    <a:pt x="195" y="102"/>
                  </a:cubicBezTo>
                  <a:cubicBezTo>
                    <a:pt x="195" y="103"/>
                    <a:pt x="195" y="103"/>
                    <a:pt x="195" y="103"/>
                  </a:cubicBezTo>
                  <a:cubicBezTo>
                    <a:pt x="195" y="115"/>
                    <a:pt x="195" y="115"/>
                    <a:pt x="195" y="115"/>
                  </a:cubicBezTo>
                  <a:cubicBezTo>
                    <a:pt x="195" y="115"/>
                    <a:pt x="195" y="115"/>
                    <a:pt x="195" y="115"/>
                  </a:cubicBezTo>
                  <a:cubicBezTo>
                    <a:pt x="195" y="115"/>
                    <a:pt x="195" y="115"/>
                    <a:pt x="195" y="115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40"/>
                    <a:pt x="195" y="140"/>
                    <a:pt x="195" y="140"/>
                  </a:cubicBezTo>
                  <a:cubicBezTo>
                    <a:pt x="189" y="140"/>
                    <a:pt x="189" y="140"/>
                    <a:pt x="189" y="140"/>
                  </a:cubicBezTo>
                  <a:lnTo>
                    <a:pt x="189" y="49"/>
                  </a:lnTo>
                  <a:close/>
                  <a:moveTo>
                    <a:pt x="197" y="125"/>
                  </a:moveTo>
                  <a:cubicBezTo>
                    <a:pt x="206" y="125"/>
                    <a:pt x="206" y="125"/>
                    <a:pt x="206" y="125"/>
                  </a:cubicBezTo>
                  <a:cubicBezTo>
                    <a:pt x="206" y="140"/>
                    <a:pt x="206" y="140"/>
                    <a:pt x="206" y="140"/>
                  </a:cubicBezTo>
                  <a:cubicBezTo>
                    <a:pt x="197" y="140"/>
                    <a:pt x="197" y="140"/>
                    <a:pt x="197" y="140"/>
                  </a:cubicBezTo>
                  <a:lnTo>
                    <a:pt x="197" y="125"/>
                  </a:lnTo>
                  <a:close/>
                  <a:moveTo>
                    <a:pt x="208" y="49"/>
                  </a:moveTo>
                  <a:cubicBezTo>
                    <a:pt x="214" y="49"/>
                    <a:pt x="214" y="49"/>
                    <a:pt x="214" y="49"/>
                  </a:cubicBezTo>
                  <a:cubicBezTo>
                    <a:pt x="214" y="140"/>
                    <a:pt x="214" y="140"/>
                    <a:pt x="214" y="140"/>
                  </a:cubicBezTo>
                  <a:cubicBezTo>
                    <a:pt x="208" y="140"/>
                    <a:pt x="208" y="140"/>
                    <a:pt x="208" y="140"/>
                  </a:cubicBezTo>
                  <a:lnTo>
                    <a:pt x="208" y="49"/>
                  </a:lnTo>
                  <a:close/>
                  <a:moveTo>
                    <a:pt x="214" y="42"/>
                  </a:moveTo>
                  <a:cubicBezTo>
                    <a:pt x="189" y="42"/>
                    <a:pt x="189" y="42"/>
                    <a:pt x="189" y="42"/>
                  </a:cubicBezTo>
                  <a:cubicBezTo>
                    <a:pt x="189" y="33"/>
                    <a:pt x="189" y="33"/>
                    <a:pt x="189" y="33"/>
                  </a:cubicBezTo>
                  <a:cubicBezTo>
                    <a:pt x="214" y="33"/>
                    <a:pt x="214" y="33"/>
                    <a:pt x="214" y="33"/>
                  </a:cubicBezTo>
                  <a:lnTo>
                    <a:pt x="214" y="42"/>
                  </a:lnTo>
                  <a:close/>
                  <a:moveTo>
                    <a:pt x="189" y="142"/>
                  </a:moveTo>
                  <a:cubicBezTo>
                    <a:pt x="214" y="142"/>
                    <a:pt x="214" y="142"/>
                    <a:pt x="214" y="142"/>
                  </a:cubicBezTo>
                  <a:cubicBezTo>
                    <a:pt x="214" y="145"/>
                    <a:pt x="214" y="145"/>
                    <a:pt x="214" y="145"/>
                  </a:cubicBezTo>
                  <a:cubicBezTo>
                    <a:pt x="189" y="145"/>
                    <a:pt x="189" y="145"/>
                    <a:pt x="189" y="145"/>
                  </a:cubicBezTo>
                  <a:lnTo>
                    <a:pt x="189" y="142"/>
                  </a:lnTo>
                  <a:close/>
                  <a:moveTo>
                    <a:pt x="216" y="33"/>
                  </a:moveTo>
                  <a:cubicBezTo>
                    <a:pt x="225" y="33"/>
                    <a:pt x="225" y="33"/>
                    <a:pt x="225" y="33"/>
                  </a:cubicBezTo>
                  <a:cubicBezTo>
                    <a:pt x="225" y="179"/>
                    <a:pt x="225" y="179"/>
                    <a:pt x="225" y="179"/>
                  </a:cubicBezTo>
                  <a:cubicBezTo>
                    <a:pt x="216" y="179"/>
                    <a:pt x="216" y="179"/>
                    <a:pt x="216" y="179"/>
                  </a:cubicBezTo>
                  <a:lnTo>
                    <a:pt x="216" y="33"/>
                  </a:lnTo>
                  <a:close/>
                  <a:moveTo>
                    <a:pt x="227" y="119"/>
                  </a:moveTo>
                  <a:cubicBezTo>
                    <a:pt x="382" y="119"/>
                    <a:pt x="382" y="119"/>
                    <a:pt x="382" y="119"/>
                  </a:cubicBezTo>
                  <a:cubicBezTo>
                    <a:pt x="382" y="179"/>
                    <a:pt x="382" y="179"/>
                    <a:pt x="382" y="179"/>
                  </a:cubicBezTo>
                  <a:cubicBezTo>
                    <a:pt x="227" y="179"/>
                    <a:pt x="227" y="179"/>
                    <a:pt x="227" y="179"/>
                  </a:cubicBezTo>
                  <a:lnTo>
                    <a:pt x="227" y="119"/>
                  </a:lnTo>
                  <a:close/>
                  <a:moveTo>
                    <a:pt x="382" y="117"/>
                  </a:moveTo>
                  <a:cubicBezTo>
                    <a:pt x="227" y="117"/>
                    <a:pt x="227" y="117"/>
                    <a:pt x="227" y="117"/>
                  </a:cubicBezTo>
                  <a:cubicBezTo>
                    <a:pt x="227" y="115"/>
                    <a:pt x="227" y="115"/>
                    <a:pt x="227" y="115"/>
                  </a:cubicBezTo>
                  <a:cubicBezTo>
                    <a:pt x="382" y="115"/>
                    <a:pt x="382" y="115"/>
                    <a:pt x="382" y="115"/>
                  </a:cubicBezTo>
                  <a:lnTo>
                    <a:pt x="382" y="117"/>
                  </a:lnTo>
                  <a:close/>
                  <a:moveTo>
                    <a:pt x="384" y="113"/>
                  </a:moveTo>
                  <a:cubicBezTo>
                    <a:pt x="227" y="113"/>
                    <a:pt x="227" y="113"/>
                    <a:pt x="227" y="113"/>
                  </a:cubicBezTo>
                  <a:cubicBezTo>
                    <a:pt x="227" y="72"/>
                    <a:pt x="227" y="72"/>
                    <a:pt x="227" y="72"/>
                  </a:cubicBezTo>
                  <a:cubicBezTo>
                    <a:pt x="227" y="72"/>
                    <a:pt x="227" y="72"/>
                    <a:pt x="227" y="72"/>
                  </a:cubicBezTo>
                  <a:cubicBezTo>
                    <a:pt x="314" y="72"/>
                    <a:pt x="314" y="72"/>
                    <a:pt x="314" y="72"/>
                  </a:cubicBezTo>
                  <a:cubicBezTo>
                    <a:pt x="336" y="92"/>
                    <a:pt x="336" y="92"/>
                    <a:pt x="336" y="92"/>
                  </a:cubicBezTo>
                  <a:cubicBezTo>
                    <a:pt x="337" y="92"/>
                    <a:pt x="337" y="92"/>
                    <a:pt x="337" y="92"/>
                  </a:cubicBezTo>
                  <a:cubicBezTo>
                    <a:pt x="394" y="107"/>
                    <a:pt x="394" y="107"/>
                    <a:pt x="394" y="107"/>
                  </a:cubicBezTo>
                  <a:lnTo>
                    <a:pt x="384" y="113"/>
                  </a:lnTo>
                  <a:close/>
                  <a:moveTo>
                    <a:pt x="310" y="67"/>
                  </a:moveTo>
                  <a:cubicBezTo>
                    <a:pt x="310" y="67"/>
                    <a:pt x="310" y="67"/>
                    <a:pt x="310" y="67"/>
                  </a:cubicBezTo>
                  <a:cubicBezTo>
                    <a:pt x="314" y="66"/>
                    <a:pt x="314" y="66"/>
                    <a:pt x="314" y="66"/>
                  </a:cubicBezTo>
                  <a:cubicBezTo>
                    <a:pt x="340" y="89"/>
                    <a:pt x="340" y="89"/>
                    <a:pt x="340" y="89"/>
                  </a:cubicBezTo>
                  <a:cubicBezTo>
                    <a:pt x="340" y="89"/>
                    <a:pt x="340" y="89"/>
                    <a:pt x="341" y="89"/>
                  </a:cubicBezTo>
                  <a:cubicBezTo>
                    <a:pt x="400" y="104"/>
                    <a:pt x="400" y="104"/>
                    <a:pt x="400" y="104"/>
                  </a:cubicBezTo>
                  <a:cubicBezTo>
                    <a:pt x="397" y="105"/>
                    <a:pt x="397" y="105"/>
                    <a:pt x="397" y="105"/>
                  </a:cubicBezTo>
                  <a:cubicBezTo>
                    <a:pt x="397" y="105"/>
                    <a:pt x="397" y="105"/>
                    <a:pt x="397" y="105"/>
                  </a:cubicBezTo>
                  <a:cubicBezTo>
                    <a:pt x="338" y="90"/>
                    <a:pt x="338" y="90"/>
                    <a:pt x="338" y="90"/>
                  </a:cubicBezTo>
                  <a:cubicBezTo>
                    <a:pt x="315" y="70"/>
                    <a:pt x="315" y="70"/>
                    <a:pt x="315" y="70"/>
                  </a:cubicBezTo>
                  <a:cubicBezTo>
                    <a:pt x="315" y="70"/>
                    <a:pt x="315" y="70"/>
                    <a:pt x="314" y="70"/>
                  </a:cubicBezTo>
                  <a:cubicBezTo>
                    <a:pt x="227" y="70"/>
                    <a:pt x="227" y="70"/>
                    <a:pt x="227" y="70"/>
                  </a:cubicBezTo>
                  <a:cubicBezTo>
                    <a:pt x="227" y="70"/>
                    <a:pt x="227" y="70"/>
                    <a:pt x="227" y="70"/>
                  </a:cubicBezTo>
                  <a:cubicBezTo>
                    <a:pt x="227" y="67"/>
                    <a:pt x="227" y="67"/>
                    <a:pt x="227" y="67"/>
                  </a:cubicBezTo>
                  <a:lnTo>
                    <a:pt x="310" y="67"/>
                  </a:lnTo>
                  <a:close/>
                  <a:moveTo>
                    <a:pt x="62" y="89"/>
                  </a:moveTo>
                  <a:cubicBezTo>
                    <a:pt x="63" y="89"/>
                    <a:pt x="63" y="89"/>
                    <a:pt x="63" y="89"/>
                  </a:cubicBezTo>
                  <a:cubicBezTo>
                    <a:pt x="89" y="66"/>
                    <a:pt x="89" y="66"/>
                    <a:pt x="89" y="66"/>
                  </a:cubicBezTo>
                  <a:cubicBezTo>
                    <a:pt x="93" y="67"/>
                    <a:pt x="93" y="67"/>
                    <a:pt x="93" y="67"/>
                  </a:cubicBezTo>
                  <a:cubicBezTo>
                    <a:pt x="93" y="67"/>
                    <a:pt x="93" y="67"/>
                    <a:pt x="93" y="67"/>
                  </a:cubicBezTo>
                  <a:cubicBezTo>
                    <a:pt x="176" y="67"/>
                    <a:pt x="176" y="67"/>
                    <a:pt x="176" y="67"/>
                  </a:cubicBezTo>
                  <a:cubicBezTo>
                    <a:pt x="176" y="70"/>
                    <a:pt x="176" y="70"/>
                    <a:pt x="176" y="70"/>
                  </a:cubicBezTo>
                  <a:cubicBezTo>
                    <a:pt x="88" y="70"/>
                    <a:pt x="88" y="70"/>
                    <a:pt x="88" y="70"/>
                  </a:cubicBezTo>
                  <a:cubicBezTo>
                    <a:pt x="88" y="70"/>
                    <a:pt x="88" y="70"/>
                    <a:pt x="88" y="70"/>
                  </a:cubicBezTo>
                  <a:cubicBezTo>
                    <a:pt x="65" y="90"/>
                    <a:pt x="65" y="90"/>
                    <a:pt x="65" y="90"/>
                  </a:cubicBezTo>
                  <a:cubicBezTo>
                    <a:pt x="6" y="105"/>
                    <a:pt x="6" y="105"/>
                    <a:pt x="6" y="105"/>
                  </a:cubicBezTo>
                  <a:cubicBezTo>
                    <a:pt x="6" y="105"/>
                    <a:pt x="6" y="105"/>
                    <a:pt x="6" y="105"/>
                  </a:cubicBezTo>
                  <a:cubicBezTo>
                    <a:pt x="3" y="104"/>
                    <a:pt x="3" y="104"/>
                    <a:pt x="3" y="104"/>
                  </a:cubicBezTo>
                  <a:lnTo>
                    <a:pt x="62" y="89"/>
                  </a:lnTo>
                  <a:close/>
                  <a:moveTo>
                    <a:pt x="8" y="107"/>
                  </a:moveTo>
                  <a:cubicBezTo>
                    <a:pt x="66" y="92"/>
                    <a:pt x="66" y="92"/>
                    <a:pt x="66" y="92"/>
                  </a:cubicBezTo>
                  <a:cubicBezTo>
                    <a:pt x="66" y="92"/>
                    <a:pt x="66" y="92"/>
                    <a:pt x="66" y="92"/>
                  </a:cubicBezTo>
                  <a:cubicBezTo>
                    <a:pt x="89" y="72"/>
                    <a:pt x="89" y="72"/>
                    <a:pt x="89" y="72"/>
                  </a:cubicBezTo>
                  <a:cubicBezTo>
                    <a:pt x="176" y="72"/>
                    <a:pt x="176" y="72"/>
                    <a:pt x="176" y="72"/>
                  </a:cubicBezTo>
                  <a:cubicBezTo>
                    <a:pt x="176" y="113"/>
                    <a:pt x="176" y="113"/>
                    <a:pt x="176" y="113"/>
                  </a:cubicBezTo>
                  <a:cubicBezTo>
                    <a:pt x="19" y="113"/>
                    <a:pt x="19" y="113"/>
                    <a:pt x="19" y="113"/>
                  </a:cubicBezTo>
                  <a:lnTo>
                    <a:pt x="8" y="107"/>
                  </a:lnTo>
                  <a:close/>
                  <a:moveTo>
                    <a:pt x="176" y="115"/>
                  </a:moveTo>
                  <a:cubicBezTo>
                    <a:pt x="176" y="117"/>
                    <a:pt x="176" y="117"/>
                    <a:pt x="176" y="117"/>
                  </a:cubicBezTo>
                  <a:cubicBezTo>
                    <a:pt x="21" y="117"/>
                    <a:pt x="21" y="117"/>
                    <a:pt x="21" y="117"/>
                  </a:cubicBezTo>
                  <a:cubicBezTo>
                    <a:pt x="21" y="115"/>
                    <a:pt x="21" y="115"/>
                    <a:pt x="21" y="115"/>
                  </a:cubicBezTo>
                  <a:lnTo>
                    <a:pt x="176" y="115"/>
                  </a:lnTo>
                  <a:close/>
                  <a:moveTo>
                    <a:pt x="21" y="119"/>
                  </a:moveTo>
                  <a:cubicBezTo>
                    <a:pt x="176" y="119"/>
                    <a:pt x="176" y="119"/>
                    <a:pt x="176" y="119"/>
                  </a:cubicBezTo>
                  <a:cubicBezTo>
                    <a:pt x="176" y="179"/>
                    <a:pt x="176" y="179"/>
                    <a:pt x="176" y="179"/>
                  </a:cubicBezTo>
                  <a:cubicBezTo>
                    <a:pt x="21" y="179"/>
                    <a:pt x="21" y="179"/>
                    <a:pt x="21" y="179"/>
                  </a:cubicBezTo>
                  <a:lnTo>
                    <a:pt x="21" y="119"/>
                  </a:lnTo>
                  <a:close/>
                  <a:moveTo>
                    <a:pt x="189" y="179"/>
                  </a:moveTo>
                  <a:cubicBezTo>
                    <a:pt x="189" y="147"/>
                    <a:pt x="189" y="147"/>
                    <a:pt x="189" y="147"/>
                  </a:cubicBezTo>
                  <a:cubicBezTo>
                    <a:pt x="214" y="147"/>
                    <a:pt x="214" y="147"/>
                    <a:pt x="214" y="147"/>
                  </a:cubicBezTo>
                  <a:cubicBezTo>
                    <a:pt x="214" y="179"/>
                    <a:pt x="214" y="179"/>
                    <a:pt x="214" y="179"/>
                  </a:cubicBezTo>
                  <a:lnTo>
                    <a:pt x="189" y="1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234"/>
            <p:cNvSpPr/>
            <p:nvPr userDrawn="1"/>
          </p:nvSpPr>
          <p:spPr bwMode="auto">
            <a:xfrm>
              <a:off x="6034088" y="3622675"/>
              <a:ext cx="96838" cy="92075"/>
            </a:xfrm>
            <a:custGeom>
              <a:avLst/>
              <a:gdLst>
                <a:gd name="T0" fmla="*/ 39 w 61"/>
                <a:gd name="T1" fmla="*/ 22 h 58"/>
                <a:gd name="T2" fmla="*/ 30 w 61"/>
                <a:gd name="T3" fmla="*/ 0 h 58"/>
                <a:gd name="T4" fmla="*/ 22 w 61"/>
                <a:gd name="T5" fmla="*/ 22 h 58"/>
                <a:gd name="T6" fmla="*/ 0 w 61"/>
                <a:gd name="T7" fmla="*/ 22 h 58"/>
                <a:gd name="T8" fmla="*/ 17 w 61"/>
                <a:gd name="T9" fmla="*/ 36 h 58"/>
                <a:gd name="T10" fmla="*/ 13 w 61"/>
                <a:gd name="T11" fmla="*/ 58 h 58"/>
                <a:gd name="T12" fmla="*/ 30 w 61"/>
                <a:gd name="T13" fmla="*/ 44 h 58"/>
                <a:gd name="T14" fmla="*/ 48 w 61"/>
                <a:gd name="T15" fmla="*/ 58 h 58"/>
                <a:gd name="T16" fmla="*/ 43 w 61"/>
                <a:gd name="T17" fmla="*/ 36 h 58"/>
                <a:gd name="T18" fmla="*/ 61 w 61"/>
                <a:gd name="T19" fmla="*/ 22 h 58"/>
                <a:gd name="T20" fmla="*/ 39 w 61"/>
                <a:gd name="T21" fmla="*/ 2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1" h="58">
                  <a:moveTo>
                    <a:pt x="39" y="22"/>
                  </a:moveTo>
                  <a:lnTo>
                    <a:pt x="30" y="0"/>
                  </a:lnTo>
                  <a:lnTo>
                    <a:pt x="22" y="22"/>
                  </a:lnTo>
                  <a:lnTo>
                    <a:pt x="0" y="22"/>
                  </a:lnTo>
                  <a:lnTo>
                    <a:pt x="17" y="36"/>
                  </a:lnTo>
                  <a:lnTo>
                    <a:pt x="13" y="58"/>
                  </a:lnTo>
                  <a:lnTo>
                    <a:pt x="30" y="44"/>
                  </a:lnTo>
                  <a:lnTo>
                    <a:pt x="48" y="58"/>
                  </a:lnTo>
                  <a:lnTo>
                    <a:pt x="43" y="36"/>
                  </a:lnTo>
                  <a:lnTo>
                    <a:pt x="61" y="22"/>
                  </a:lnTo>
                  <a:lnTo>
                    <a:pt x="39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Freeform 235"/>
            <p:cNvSpPr/>
            <p:nvPr userDrawn="1"/>
          </p:nvSpPr>
          <p:spPr bwMode="auto">
            <a:xfrm>
              <a:off x="6034088" y="4630738"/>
              <a:ext cx="14288" cy="176213"/>
            </a:xfrm>
            <a:custGeom>
              <a:avLst/>
              <a:gdLst>
                <a:gd name="T0" fmla="*/ 1 w 2"/>
                <a:gd name="T1" fmla="*/ 0 h 25"/>
                <a:gd name="T2" fmla="*/ 0 w 2"/>
                <a:gd name="T3" fmla="*/ 1 h 25"/>
                <a:gd name="T4" fmla="*/ 0 w 2"/>
                <a:gd name="T5" fmla="*/ 24 h 25"/>
                <a:gd name="T6" fmla="*/ 1 w 2"/>
                <a:gd name="T7" fmla="*/ 25 h 25"/>
                <a:gd name="T8" fmla="*/ 2 w 2"/>
                <a:gd name="T9" fmla="*/ 24 h 25"/>
                <a:gd name="T10" fmla="*/ 2 w 2"/>
                <a:gd name="T11" fmla="*/ 1 h 25"/>
                <a:gd name="T12" fmla="*/ 1 w 2"/>
                <a:gd name="T13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5">
                  <a:moveTo>
                    <a:pt x="1" y="0"/>
                  </a:moveTo>
                  <a:cubicBezTo>
                    <a:pt x="0" y="0"/>
                    <a:pt x="0" y="0"/>
                    <a:pt x="0" y="1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5"/>
                    <a:pt x="0" y="25"/>
                    <a:pt x="1" y="25"/>
                  </a:cubicBezTo>
                  <a:cubicBezTo>
                    <a:pt x="2" y="25"/>
                    <a:pt x="2" y="25"/>
                    <a:pt x="2" y="24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7" name="Freeform 236"/>
            <p:cNvSpPr/>
            <p:nvPr userDrawn="1"/>
          </p:nvSpPr>
          <p:spPr bwMode="auto">
            <a:xfrm>
              <a:off x="6110288" y="4630738"/>
              <a:ext cx="12700" cy="176213"/>
            </a:xfrm>
            <a:custGeom>
              <a:avLst/>
              <a:gdLst>
                <a:gd name="T0" fmla="*/ 1 w 2"/>
                <a:gd name="T1" fmla="*/ 0 h 25"/>
                <a:gd name="T2" fmla="*/ 0 w 2"/>
                <a:gd name="T3" fmla="*/ 1 h 25"/>
                <a:gd name="T4" fmla="*/ 0 w 2"/>
                <a:gd name="T5" fmla="*/ 24 h 25"/>
                <a:gd name="T6" fmla="*/ 1 w 2"/>
                <a:gd name="T7" fmla="*/ 25 h 25"/>
                <a:gd name="T8" fmla="*/ 2 w 2"/>
                <a:gd name="T9" fmla="*/ 24 h 25"/>
                <a:gd name="T10" fmla="*/ 2 w 2"/>
                <a:gd name="T11" fmla="*/ 1 h 25"/>
                <a:gd name="T12" fmla="*/ 1 w 2"/>
                <a:gd name="T13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5">
                  <a:moveTo>
                    <a:pt x="1" y="0"/>
                  </a:moveTo>
                  <a:cubicBezTo>
                    <a:pt x="0" y="0"/>
                    <a:pt x="0" y="0"/>
                    <a:pt x="0" y="1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5"/>
                    <a:pt x="0" y="25"/>
                    <a:pt x="1" y="25"/>
                  </a:cubicBezTo>
                  <a:cubicBezTo>
                    <a:pt x="2" y="25"/>
                    <a:pt x="2" y="25"/>
                    <a:pt x="2" y="24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8" name="Freeform 237"/>
            <p:cNvSpPr/>
            <p:nvPr userDrawn="1"/>
          </p:nvSpPr>
          <p:spPr bwMode="auto">
            <a:xfrm>
              <a:off x="6069013" y="4630738"/>
              <a:ext cx="12700" cy="176213"/>
            </a:xfrm>
            <a:custGeom>
              <a:avLst/>
              <a:gdLst>
                <a:gd name="T0" fmla="*/ 1 w 2"/>
                <a:gd name="T1" fmla="*/ 0 h 25"/>
                <a:gd name="T2" fmla="*/ 0 w 2"/>
                <a:gd name="T3" fmla="*/ 1 h 25"/>
                <a:gd name="T4" fmla="*/ 0 w 2"/>
                <a:gd name="T5" fmla="*/ 24 h 25"/>
                <a:gd name="T6" fmla="*/ 1 w 2"/>
                <a:gd name="T7" fmla="*/ 25 h 25"/>
                <a:gd name="T8" fmla="*/ 2 w 2"/>
                <a:gd name="T9" fmla="*/ 24 h 25"/>
                <a:gd name="T10" fmla="*/ 2 w 2"/>
                <a:gd name="T11" fmla="*/ 1 h 25"/>
                <a:gd name="T12" fmla="*/ 1 w 2"/>
                <a:gd name="T13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5">
                  <a:moveTo>
                    <a:pt x="1" y="0"/>
                  </a:moveTo>
                  <a:cubicBezTo>
                    <a:pt x="1" y="0"/>
                    <a:pt x="0" y="0"/>
                    <a:pt x="0" y="1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5"/>
                    <a:pt x="1" y="25"/>
                    <a:pt x="1" y="25"/>
                  </a:cubicBezTo>
                  <a:cubicBezTo>
                    <a:pt x="2" y="25"/>
                    <a:pt x="2" y="25"/>
                    <a:pt x="2" y="24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Freeform 238"/>
            <p:cNvSpPr/>
            <p:nvPr userDrawn="1"/>
          </p:nvSpPr>
          <p:spPr bwMode="auto">
            <a:xfrm>
              <a:off x="6040438" y="3811588"/>
              <a:ext cx="14288" cy="42863"/>
            </a:xfrm>
            <a:custGeom>
              <a:avLst/>
              <a:gdLst>
                <a:gd name="T0" fmla="*/ 1 w 2"/>
                <a:gd name="T1" fmla="*/ 6 h 6"/>
                <a:gd name="T2" fmla="*/ 2 w 2"/>
                <a:gd name="T3" fmla="*/ 5 h 6"/>
                <a:gd name="T4" fmla="*/ 2 w 2"/>
                <a:gd name="T5" fmla="*/ 1 h 6"/>
                <a:gd name="T6" fmla="*/ 1 w 2"/>
                <a:gd name="T7" fmla="*/ 0 h 6"/>
                <a:gd name="T8" fmla="*/ 0 w 2"/>
                <a:gd name="T9" fmla="*/ 1 h 6"/>
                <a:gd name="T10" fmla="*/ 0 w 2"/>
                <a:gd name="T11" fmla="*/ 5 h 6"/>
                <a:gd name="T12" fmla="*/ 1 w 2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6">
                  <a:moveTo>
                    <a:pt x="1" y="6"/>
                  </a:moveTo>
                  <a:cubicBezTo>
                    <a:pt x="2" y="6"/>
                    <a:pt x="2" y="6"/>
                    <a:pt x="2" y="5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1" y="6"/>
                    <a:pt x="1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0" name="Freeform 239"/>
            <p:cNvSpPr/>
            <p:nvPr userDrawn="1"/>
          </p:nvSpPr>
          <p:spPr bwMode="auto">
            <a:xfrm>
              <a:off x="6102350" y="3811588"/>
              <a:ext cx="14288" cy="42863"/>
            </a:xfrm>
            <a:custGeom>
              <a:avLst/>
              <a:gdLst>
                <a:gd name="T0" fmla="*/ 1 w 2"/>
                <a:gd name="T1" fmla="*/ 6 h 6"/>
                <a:gd name="T2" fmla="*/ 2 w 2"/>
                <a:gd name="T3" fmla="*/ 5 h 6"/>
                <a:gd name="T4" fmla="*/ 2 w 2"/>
                <a:gd name="T5" fmla="*/ 1 h 6"/>
                <a:gd name="T6" fmla="*/ 1 w 2"/>
                <a:gd name="T7" fmla="*/ 0 h 6"/>
                <a:gd name="T8" fmla="*/ 0 w 2"/>
                <a:gd name="T9" fmla="*/ 1 h 6"/>
                <a:gd name="T10" fmla="*/ 0 w 2"/>
                <a:gd name="T11" fmla="*/ 5 h 6"/>
                <a:gd name="T12" fmla="*/ 1 w 2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6">
                  <a:moveTo>
                    <a:pt x="1" y="6"/>
                  </a:moveTo>
                  <a:cubicBezTo>
                    <a:pt x="1" y="6"/>
                    <a:pt x="2" y="6"/>
                    <a:pt x="2" y="5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1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Freeform 240"/>
            <p:cNvSpPr/>
            <p:nvPr userDrawn="1"/>
          </p:nvSpPr>
          <p:spPr bwMode="auto">
            <a:xfrm>
              <a:off x="5805488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241"/>
            <p:cNvSpPr/>
            <p:nvPr userDrawn="1"/>
          </p:nvSpPr>
          <p:spPr bwMode="auto">
            <a:xfrm>
              <a:off x="5702300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242"/>
            <p:cNvSpPr/>
            <p:nvPr userDrawn="1"/>
          </p:nvSpPr>
          <p:spPr bwMode="auto">
            <a:xfrm>
              <a:off x="5599113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243"/>
            <p:cNvSpPr/>
            <p:nvPr userDrawn="1"/>
          </p:nvSpPr>
          <p:spPr bwMode="auto">
            <a:xfrm>
              <a:off x="5494338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244"/>
            <p:cNvSpPr/>
            <p:nvPr userDrawn="1"/>
          </p:nvSpPr>
          <p:spPr bwMode="auto">
            <a:xfrm>
              <a:off x="5391150" y="4435475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245"/>
            <p:cNvSpPr/>
            <p:nvPr userDrawn="1"/>
          </p:nvSpPr>
          <p:spPr bwMode="auto">
            <a:xfrm>
              <a:off x="5287963" y="4435475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246"/>
            <p:cNvSpPr/>
            <p:nvPr userDrawn="1"/>
          </p:nvSpPr>
          <p:spPr bwMode="auto">
            <a:xfrm>
              <a:off x="5183188" y="4435475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247"/>
            <p:cNvSpPr/>
            <p:nvPr userDrawn="1"/>
          </p:nvSpPr>
          <p:spPr bwMode="auto">
            <a:xfrm>
              <a:off x="5080000" y="4435475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9" name="Freeform 248"/>
            <p:cNvSpPr/>
            <p:nvPr userDrawn="1"/>
          </p:nvSpPr>
          <p:spPr bwMode="auto">
            <a:xfrm>
              <a:off x="4976813" y="4435475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10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10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249"/>
            <p:cNvSpPr/>
            <p:nvPr userDrawn="1"/>
          </p:nvSpPr>
          <p:spPr bwMode="auto">
            <a:xfrm>
              <a:off x="4879975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250"/>
            <p:cNvSpPr/>
            <p:nvPr userDrawn="1"/>
          </p:nvSpPr>
          <p:spPr bwMode="auto">
            <a:xfrm>
              <a:off x="5805488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251"/>
            <p:cNvSpPr/>
            <p:nvPr userDrawn="1"/>
          </p:nvSpPr>
          <p:spPr bwMode="auto">
            <a:xfrm>
              <a:off x="5702300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252"/>
            <p:cNvSpPr/>
            <p:nvPr userDrawn="1"/>
          </p:nvSpPr>
          <p:spPr bwMode="auto">
            <a:xfrm>
              <a:off x="5599113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253"/>
            <p:cNvSpPr/>
            <p:nvPr userDrawn="1"/>
          </p:nvSpPr>
          <p:spPr bwMode="auto">
            <a:xfrm>
              <a:off x="5494338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254"/>
            <p:cNvSpPr/>
            <p:nvPr userDrawn="1"/>
          </p:nvSpPr>
          <p:spPr bwMode="auto">
            <a:xfrm>
              <a:off x="5391150" y="4603750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Freeform 255"/>
            <p:cNvSpPr/>
            <p:nvPr userDrawn="1"/>
          </p:nvSpPr>
          <p:spPr bwMode="auto">
            <a:xfrm>
              <a:off x="5287963" y="4603750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Freeform 256"/>
            <p:cNvSpPr/>
            <p:nvPr userDrawn="1"/>
          </p:nvSpPr>
          <p:spPr bwMode="auto">
            <a:xfrm>
              <a:off x="5183188" y="4603750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Freeform 257"/>
            <p:cNvSpPr/>
            <p:nvPr userDrawn="1"/>
          </p:nvSpPr>
          <p:spPr bwMode="auto">
            <a:xfrm>
              <a:off x="5080000" y="4603750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Freeform 258"/>
            <p:cNvSpPr/>
            <p:nvPr userDrawn="1"/>
          </p:nvSpPr>
          <p:spPr bwMode="auto">
            <a:xfrm>
              <a:off x="4976813" y="4603750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10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10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0" name="Freeform 259"/>
            <p:cNvSpPr/>
            <p:nvPr userDrawn="1"/>
          </p:nvSpPr>
          <p:spPr bwMode="auto">
            <a:xfrm>
              <a:off x="4879975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1" name="Freeform 260"/>
            <p:cNvSpPr/>
            <p:nvPr userDrawn="1"/>
          </p:nvSpPr>
          <p:spPr bwMode="auto">
            <a:xfrm>
              <a:off x="7223125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2" name="Freeform 261"/>
            <p:cNvSpPr/>
            <p:nvPr userDrawn="1"/>
          </p:nvSpPr>
          <p:spPr bwMode="auto">
            <a:xfrm>
              <a:off x="7118350" y="4435475"/>
              <a:ext cx="63500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3" name="Freeform 262"/>
            <p:cNvSpPr/>
            <p:nvPr userDrawn="1"/>
          </p:nvSpPr>
          <p:spPr bwMode="auto">
            <a:xfrm>
              <a:off x="7015163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4" name="Freeform 263"/>
            <p:cNvSpPr/>
            <p:nvPr userDrawn="1"/>
          </p:nvSpPr>
          <p:spPr bwMode="auto">
            <a:xfrm>
              <a:off x="6911975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5" name="Freeform 264"/>
            <p:cNvSpPr/>
            <p:nvPr userDrawn="1"/>
          </p:nvSpPr>
          <p:spPr bwMode="auto">
            <a:xfrm>
              <a:off x="6807200" y="4435475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6" name="Freeform 265"/>
            <p:cNvSpPr/>
            <p:nvPr userDrawn="1"/>
          </p:nvSpPr>
          <p:spPr bwMode="auto">
            <a:xfrm>
              <a:off x="6704013" y="4435475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7" name="Freeform 266"/>
            <p:cNvSpPr/>
            <p:nvPr userDrawn="1"/>
          </p:nvSpPr>
          <p:spPr bwMode="auto">
            <a:xfrm>
              <a:off x="6600825" y="4435475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8" name="Freeform 267"/>
            <p:cNvSpPr/>
            <p:nvPr userDrawn="1"/>
          </p:nvSpPr>
          <p:spPr bwMode="auto">
            <a:xfrm>
              <a:off x="6497638" y="4435475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9" name="Freeform 268"/>
            <p:cNvSpPr/>
            <p:nvPr userDrawn="1"/>
          </p:nvSpPr>
          <p:spPr bwMode="auto">
            <a:xfrm>
              <a:off x="6392863" y="4435475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10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10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0" name="Freeform 269"/>
            <p:cNvSpPr/>
            <p:nvPr userDrawn="1"/>
          </p:nvSpPr>
          <p:spPr bwMode="auto">
            <a:xfrm>
              <a:off x="6296025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1" name="Freeform 270"/>
            <p:cNvSpPr/>
            <p:nvPr userDrawn="1"/>
          </p:nvSpPr>
          <p:spPr bwMode="auto">
            <a:xfrm>
              <a:off x="7223125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" name="Freeform 271"/>
            <p:cNvSpPr/>
            <p:nvPr userDrawn="1"/>
          </p:nvSpPr>
          <p:spPr bwMode="auto">
            <a:xfrm>
              <a:off x="7118350" y="4603750"/>
              <a:ext cx="63500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3" name="Freeform 272"/>
            <p:cNvSpPr/>
            <p:nvPr userDrawn="1"/>
          </p:nvSpPr>
          <p:spPr bwMode="auto">
            <a:xfrm>
              <a:off x="7015163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4" name="Freeform 273"/>
            <p:cNvSpPr/>
            <p:nvPr userDrawn="1"/>
          </p:nvSpPr>
          <p:spPr bwMode="auto">
            <a:xfrm>
              <a:off x="6911975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5" name="Freeform 274"/>
            <p:cNvSpPr/>
            <p:nvPr userDrawn="1"/>
          </p:nvSpPr>
          <p:spPr bwMode="auto">
            <a:xfrm>
              <a:off x="6807200" y="4603750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6" name="Freeform 275"/>
            <p:cNvSpPr/>
            <p:nvPr userDrawn="1"/>
          </p:nvSpPr>
          <p:spPr bwMode="auto">
            <a:xfrm>
              <a:off x="6704013" y="4603750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7" name="Freeform 276"/>
            <p:cNvSpPr/>
            <p:nvPr userDrawn="1"/>
          </p:nvSpPr>
          <p:spPr bwMode="auto">
            <a:xfrm>
              <a:off x="6600825" y="4603750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8" name="Freeform 277"/>
            <p:cNvSpPr/>
            <p:nvPr userDrawn="1"/>
          </p:nvSpPr>
          <p:spPr bwMode="auto">
            <a:xfrm>
              <a:off x="6497638" y="4603750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9" name="Freeform 278"/>
            <p:cNvSpPr/>
            <p:nvPr userDrawn="1"/>
          </p:nvSpPr>
          <p:spPr bwMode="auto">
            <a:xfrm>
              <a:off x="6392863" y="4603750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10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10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0" name="Freeform 279"/>
            <p:cNvSpPr/>
            <p:nvPr userDrawn="1"/>
          </p:nvSpPr>
          <p:spPr bwMode="auto">
            <a:xfrm>
              <a:off x="6296025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1" name="Freeform 280"/>
            <p:cNvSpPr>
              <a:spLocks noEditPoints="1"/>
            </p:cNvSpPr>
            <p:nvPr userDrawn="1"/>
          </p:nvSpPr>
          <p:spPr bwMode="auto">
            <a:xfrm>
              <a:off x="2101850" y="4162425"/>
              <a:ext cx="2170113" cy="679450"/>
            </a:xfrm>
            <a:custGeom>
              <a:avLst/>
              <a:gdLst>
                <a:gd name="T0" fmla="*/ 164 w 314"/>
                <a:gd name="T1" fmla="*/ 68 h 97"/>
                <a:gd name="T2" fmla="*/ 111 w 314"/>
                <a:gd name="T3" fmla="*/ 20 h 97"/>
                <a:gd name="T4" fmla="*/ 83 w 314"/>
                <a:gd name="T5" fmla="*/ 60 h 97"/>
                <a:gd name="T6" fmla="*/ 64 w 314"/>
                <a:gd name="T7" fmla="*/ 72 h 97"/>
                <a:gd name="T8" fmla="*/ 44 w 314"/>
                <a:gd name="T9" fmla="*/ 60 h 97"/>
                <a:gd name="T10" fmla="*/ 36 w 314"/>
                <a:gd name="T11" fmla="*/ 60 h 97"/>
                <a:gd name="T12" fmla="*/ 21 w 314"/>
                <a:gd name="T13" fmla="*/ 79 h 97"/>
                <a:gd name="T14" fmla="*/ 113 w 314"/>
                <a:gd name="T15" fmla="*/ 87 h 97"/>
                <a:gd name="T16" fmla="*/ 163 w 314"/>
                <a:gd name="T17" fmla="*/ 86 h 97"/>
                <a:gd name="T18" fmla="*/ 261 w 314"/>
                <a:gd name="T19" fmla="*/ 40 h 97"/>
                <a:gd name="T20" fmla="*/ 261 w 314"/>
                <a:gd name="T21" fmla="*/ 59 h 97"/>
                <a:gd name="T22" fmla="*/ 261 w 314"/>
                <a:gd name="T23" fmla="*/ 87 h 97"/>
                <a:gd name="T24" fmla="*/ 313 w 314"/>
                <a:gd name="T25" fmla="*/ 97 h 97"/>
                <a:gd name="T26" fmla="*/ 73 w 314"/>
                <a:gd name="T27" fmla="*/ 95 h 97"/>
                <a:gd name="T28" fmla="*/ 67 w 314"/>
                <a:gd name="T29" fmla="*/ 77 h 97"/>
                <a:gd name="T30" fmla="*/ 84 w 314"/>
                <a:gd name="T31" fmla="*/ 58 h 97"/>
                <a:gd name="T32" fmla="*/ 75 w 314"/>
                <a:gd name="T33" fmla="*/ 94 h 97"/>
                <a:gd name="T34" fmla="*/ 48 w 314"/>
                <a:gd name="T35" fmla="*/ 58 h 97"/>
                <a:gd name="T36" fmla="*/ 62 w 314"/>
                <a:gd name="T37" fmla="*/ 73 h 97"/>
                <a:gd name="T38" fmla="*/ 39 w 314"/>
                <a:gd name="T39" fmla="*/ 74 h 97"/>
                <a:gd name="T40" fmla="*/ 22 w 314"/>
                <a:gd name="T41" fmla="*/ 64 h 97"/>
                <a:gd name="T42" fmla="*/ 32 w 314"/>
                <a:gd name="T43" fmla="*/ 64 h 97"/>
                <a:gd name="T44" fmla="*/ 23 w 314"/>
                <a:gd name="T45" fmla="*/ 77 h 97"/>
                <a:gd name="T46" fmla="*/ 28 w 314"/>
                <a:gd name="T47" fmla="*/ 95 h 97"/>
                <a:gd name="T48" fmla="*/ 132 w 314"/>
                <a:gd name="T49" fmla="*/ 53 h 97"/>
                <a:gd name="T50" fmla="*/ 144 w 314"/>
                <a:gd name="T51" fmla="*/ 63 h 97"/>
                <a:gd name="T52" fmla="*/ 113 w 314"/>
                <a:gd name="T53" fmla="*/ 43 h 97"/>
                <a:gd name="T54" fmla="*/ 145 w 314"/>
                <a:gd name="T55" fmla="*/ 32 h 97"/>
                <a:gd name="T56" fmla="*/ 163 w 314"/>
                <a:gd name="T57" fmla="*/ 37 h 97"/>
                <a:gd name="T58" fmla="*/ 163 w 314"/>
                <a:gd name="T59" fmla="*/ 45 h 97"/>
                <a:gd name="T60" fmla="*/ 113 w 314"/>
                <a:gd name="T61" fmla="*/ 30 h 97"/>
                <a:gd name="T62" fmla="*/ 154 w 314"/>
                <a:gd name="T63" fmla="*/ 68 h 97"/>
                <a:gd name="T64" fmla="*/ 163 w 314"/>
                <a:gd name="T65" fmla="*/ 20 h 97"/>
                <a:gd name="T66" fmla="*/ 113 w 314"/>
                <a:gd name="T67" fmla="*/ 79 h 97"/>
                <a:gd name="T68" fmla="*/ 113 w 314"/>
                <a:gd name="T69" fmla="*/ 79 h 97"/>
                <a:gd name="T70" fmla="*/ 287 w 314"/>
                <a:gd name="T71" fmla="*/ 48 h 97"/>
                <a:gd name="T72" fmla="*/ 288 w 314"/>
                <a:gd name="T73" fmla="*/ 41 h 97"/>
                <a:gd name="T74" fmla="*/ 312 w 314"/>
                <a:gd name="T75" fmla="*/ 41 h 97"/>
                <a:gd name="T76" fmla="*/ 288 w 314"/>
                <a:gd name="T77" fmla="*/ 60 h 97"/>
                <a:gd name="T78" fmla="*/ 297 w 314"/>
                <a:gd name="T79" fmla="*/ 60 h 97"/>
                <a:gd name="T80" fmla="*/ 272 w 314"/>
                <a:gd name="T81" fmla="*/ 67 h 97"/>
                <a:gd name="T82" fmla="*/ 272 w 314"/>
                <a:gd name="T83" fmla="*/ 69 h 97"/>
                <a:gd name="T84" fmla="*/ 288 w 314"/>
                <a:gd name="T85" fmla="*/ 69 h 97"/>
                <a:gd name="T86" fmla="*/ 304 w 314"/>
                <a:gd name="T87" fmla="*/ 77 h 97"/>
                <a:gd name="T88" fmla="*/ 305 w 314"/>
                <a:gd name="T89" fmla="*/ 69 h 97"/>
                <a:gd name="T90" fmla="*/ 305 w 314"/>
                <a:gd name="T91" fmla="*/ 50 h 97"/>
                <a:gd name="T92" fmla="*/ 304 w 314"/>
                <a:gd name="T93" fmla="*/ 50 h 97"/>
                <a:gd name="T94" fmla="*/ 287 w 314"/>
                <a:gd name="T95" fmla="*/ 58 h 97"/>
                <a:gd name="T96" fmla="*/ 272 w 314"/>
                <a:gd name="T97" fmla="*/ 50 h 97"/>
                <a:gd name="T98" fmla="*/ 270 w 314"/>
                <a:gd name="T99" fmla="*/ 58 h 97"/>
                <a:gd name="T100" fmla="*/ 270 w 314"/>
                <a:gd name="T101" fmla="*/ 77 h 97"/>
                <a:gd name="T102" fmla="*/ 263 w 314"/>
                <a:gd name="T103" fmla="*/ 79 h 97"/>
                <a:gd name="T104" fmla="*/ 280 w 314"/>
                <a:gd name="T105" fmla="*/ 79 h 97"/>
                <a:gd name="T106" fmla="*/ 295 w 314"/>
                <a:gd name="T107" fmla="*/ 86 h 97"/>
                <a:gd name="T108" fmla="*/ 297 w 314"/>
                <a:gd name="T109" fmla="*/ 79 h 97"/>
                <a:gd name="T110" fmla="*/ 263 w 314"/>
                <a:gd name="T111" fmla="*/ 48 h 97"/>
                <a:gd name="T112" fmla="*/ 263 w 314"/>
                <a:gd name="T113" fmla="*/ 95 h 97"/>
                <a:gd name="T114" fmla="*/ 280 w 314"/>
                <a:gd name="T115" fmla="*/ 88 h 97"/>
                <a:gd name="T116" fmla="*/ 295 w 314"/>
                <a:gd name="T117" fmla="*/ 95 h 97"/>
                <a:gd name="T118" fmla="*/ 297 w 314"/>
                <a:gd name="T119" fmla="*/ 88 h 97"/>
                <a:gd name="T120" fmla="*/ 312 w 314"/>
                <a:gd name="T121" fmla="*/ 39 h 97"/>
                <a:gd name="T122" fmla="*/ 288 w 314"/>
                <a:gd name="T123" fmla="*/ 39 h 97"/>
                <a:gd name="T124" fmla="*/ 271 w 314"/>
                <a:gd name="T125" fmla="*/ 39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14" h="97">
                  <a:moveTo>
                    <a:pt x="263" y="1"/>
                  </a:moveTo>
                  <a:cubicBezTo>
                    <a:pt x="263" y="0"/>
                    <a:pt x="262" y="0"/>
                    <a:pt x="262" y="1"/>
                  </a:cubicBezTo>
                  <a:cubicBezTo>
                    <a:pt x="173" y="63"/>
                    <a:pt x="173" y="63"/>
                    <a:pt x="173" y="63"/>
                  </a:cubicBezTo>
                  <a:cubicBezTo>
                    <a:pt x="172" y="63"/>
                    <a:pt x="172" y="63"/>
                    <a:pt x="172" y="64"/>
                  </a:cubicBezTo>
                  <a:cubicBezTo>
                    <a:pt x="172" y="84"/>
                    <a:pt x="172" y="84"/>
                    <a:pt x="172" y="84"/>
                  </a:cubicBezTo>
                  <a:cubicBezTo>
                    <a:pt x="164" y="84"/>
                    <a:pt x="164" y="84"/>
                    <a:pt x="164" y="84"/>
                  </a:cubicBezTo>
                  <a:cubicBezTo>
                    <a:pt x="164" y="68"/>
                    <a:pt x="164" y="68"/>
                    <a:pt x="164" y="68"/>
                  </a:cubicBezTo>
                  <a:cubicBezTo>
                    <a:pt x="164" y="68"/>
                    <a:pt x="164" y="68"/>
                    <a:pt x="164" y="68"/>
                  </a:cubicBezTo>
                  <a:cubicBezTo>
                    <a:pt x="164" y="19"/>
                    <a:pt x="164" y="19"/>
                    <a:pt x="164" y="19"/>
                  </a:cubicBezTo>
                  <a:cubicBezTo>
                    <a:pt x="164" y="19"/>
                    <a:pt x="164" y="18"/>
                    <a:pt x="164" y="18"/>
                  </a:cubicBezTo>
                  <a:cubicBezTo>
                    <a:pt x="146" y="7"/>
                    <a:pt x="146" y="7"/>
                    <a:pt x="146" y="7"/>
                  </a:cubicBezTo>
                  <a:cubicBezTo>
                    <a:pt x="145" y="7"/>
                    <a:pt x="145" y="7"/>
                    <a:pt x="145" y="7"/>
                  </a:cubicBezTo>
                  <a:cubicBezTo>
                    <a:pt x="112" y="19"/>
                    <a:pt x="112" y="19"/>
                    <a:pt x="112" y="19"/>
                  </a:cubicBezTo>
                  <a:cubicBezTo>
                    <a:pt x="111" y="19"/>
                    <a:pt x="111" y="20"/>
                    <a:pt x="111" y="20"/>
                  </a:cubicBezTo>
                  <a:cubicBezTo>
                    <a:pt x="111" y="95"/>
                    <a:pt x="111" y="95"/>
                    <a:pt x="111" y="95"/>
                  </a:cubicBezTo>
                  <a:cubicBezTo>
                    <a:pt x="80" y="95"/>
                    <a:pt x="80" y="95"/>
                    <a:pt x="80" y="95"/>
                  </a:cubicBezTo>
                  <a:cubicBezTo>
                    <a:pt x="80" y="79"/>
                    <a:pt x="80" y="79"/>
                    <a:pt x="80" y="79"/>
                  </a:cubicBezTo>
                  <a:cubicBezTo>
                    <a:pt x="96" y="79"/>
                    <a:pt x="96" y="79"/>
                    <a:pt x="96" y="79"/>
                  </a:cubicBezTo>
                  <a:cubicBezTo>
                    <a:pt x="83" y="66"/>
                    <a:pt x="83" y="66"/>
                    <a:pt x="83" y="66"/>
                  </a:cubicBezTo>
                  <a:cubicBezTo>
                    <a:pt x="89" y="66"/>
                    <a:pt x="89" y="66"/>
                    <a:pt x="89" y="66"/>
                  </a:cubicBezTo>
                  <a:cubicBezTo>
                    <a:pt x="83" y="60"/>
                    <a:pt x="83" y="60"/>
                    <a:pt x="83" y="60"/>
                  </a:cubicBezTo>
                  <a:cubicBezTo>
                    <a:pt x="89" y="60"/>
                    <a:pt x="89" y="60"/>
                    <a:pt x="89" y="60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60"/>
                    <a:pt x="70" y="60"/>
                    <a:pt x="70" y="60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70" y="66"/>
                    <a:pt x="70" y="66"/>
                    <a:pt x="70" y="66"/>
                  </a:cubicBezTo>
                  <a:cubicBezTo>
                    <a:pt x="64" y="72"/>
                    <a:pt x="64" y="72"/>
                    <a:pt x="64" y="72"/>
                  </a:cubicBezTo>
                  <a:cubicBezTo>
                    <a:pt x="58" y="66"/>
                    <a:pt x="58" y="66"/>
                    <a:pt x="58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58" y="60"/>
                    <a:pt x="58" y="60"/>
                    <a:pt x="58" y="60"/>
                  </a:cubicBezTo>
                  <a:cubicBezTo>
                    <a:pt x="63" y="60"/>
                    <a:pt x="63" y="60"/>
                    <a:pt x="63" y="60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44" y="60"/>
                    <a:pt x="44" y="60"/>
                    <a:pt x="44" y="60"/>
                  </a:cubicBezTo>
                  <a:cubicBezTo>
                    <a:pt x="39" y="66"/>
                    <a:pt x="39" y="66"/>
                    <a:pt x="39" y="66"/>
                  </a:cubicBezTo>
                  <a:cubicBezTo>
                    <a:pt x="44" y="66"/>
                    <a:pt x="44" y="66"/>
                    <a:pt x="44" y="66"/>
                  </a:cubicBezTo>
                  <a:cubicBezTo>
                    <a:pt x="38" y="72"/>
                    <a:pt x="38" y="72"/>
                    <a:pt x="38" y="72"/>
                  </a:cubicBezTo>
                  <a:cubicBezTo>
                    <a:pt x="31" y="66"/>
                    <a:pt x="31" y="66"/>
                    <a:pt x="31" y="66"/>
                  </a:cubicBezTo>
                  <a:cubicBezTo>
                    <a:pt x="36" y="66"/>
                    <a:pt x="36" y="66"/>
                    <a:pt x="36" y="66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24" y="48"/>
                    <a:pt x="24" y="48"/>
                    <a:pt x="24" y="48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7" y="60"/>
                    <a:pt x="17" y="60"/>
                    <a:pt x="17" y="60"/>
                  </a:cubicBezTo>
                  <a:cubicBezTo>
                    <a:pt x="12" y="66"/>
                    <a:pt x="12" y="66"/>
                    <a:pt x="12" y="66"/>
                  </a:cubicBezTo>
                  <a:cubicBezTo>
                    <a:pt x="17" y="66"/>
                    <a:pt x="17" y="66"/>
                    <a:pt x="17" y="66"/>
                  </a:cubicBezTo>
                  <a:cubicBezTo>
                    <a:pt x="4" y="79"/>
                    <a:pt x="4" y="79"/>
                    <a:pt x="4" y="79"/>
                  </a:cubicBezTo>
                  <a:cubicBezTo>
                    <a:pt x="21" y="79"/>
                    <a:pt x="21" y="79"/>
                    <a:pt x="21" y="79"/>
                  </a:cubicBezTo>
                  <a:cubicBezTo>
                    <a:pt x="21" y="95"/>
                    <a:pt x="21" y="95"/>
                    <a:pt x="21" y="95"/>
                  </a:cubicBezTo>
                  <a:cubicBezTo>
                    <a:pt x="1" y="95"/>
                    <a:pt x="1" y="95"/>
                    <a:pt x="1" y="95"/>
                  </a:cubicBezTo>
                  <a:cubicBezTo>
                    <a:pt x="1" y="95"/>
                    <a:pt x="0" y="96"/>
                    <a:pt x="0" y="96"/>
                  </a:cubicBezTo>
                  <a:cubicBezTo>
                    <a:pt x="0" y="97"/>
                    <a:pt x="1" y="97"/>
                    <a:pt x="1" y="97"/>
                  </a:cubicBezTo>
                  <a:cubicBezTo>
                    <a:pt x="112" y="97"/>
                    <a:pt x="112" y="97"/>
                    <a:pt x="112" y="97"/>
                  </a:cubicBezTo>
                  <a:cubicBezTo>
                    <a:pt x="113" y="97"/>
                    <a:pt x="113" y="97"/>
                    <a:pt x="113" y="96"/>
                  </a:cubicBezTo>
                  <a:cubicBezTo>
                    <a:pt x="113" y="87"/>
                    <a:pt x="113" y="87"/>
                    <a:pt x="113" y="87"/>
                  </a:cubicBezTo>
                  <a:cubicBezTo>
                    <a:pt x="143" y="79"/>
                    <a:pt x="143" y="79"/>
                    <a:pt x="143" y="79"/>
                  </a:cubicBezTo>
                  <a:cubicBezTo>
                    <a:pt x="143" y="96"/>
                    <a:pt x="143" y="96"/>
                    <a:pt x="143" y="96"/>
                  </a:cubicBezTo>
                  <a:cubicBezTo>
                    <a:pt x="143" y="97"/>
                    <a:pt x="144" y="97"/>
                    <a:pt x="144" y="97"/>
                  </a:cubicBezTo>
                  <a:cubicBezTo>
                    <a:pt x="145" y="97"/>
                    <a:pt x="145" y="97"/>
                    <a:pt x="145" y="96"/>
                  </a:cubicBezTo>
                  <a:cubicBezTo>
                    <a:pt x="145" y="79"/>
                    <a:pt x="145" y="79"/>
                    <a:pt x="145" y="79"/>
                  </a:cubicBezTo>
                  <a:cubicBezTo>
                    <a:pt x="163" y="86"/>
                    <a:pt x="163" y="86"/>
                    <a:pt x="163" y="86"/>
                  </a:cubicBezTo>
                  <a:cubicBezTo>
                    <a:pt x="163" y="86"/>
                    <a:pt x="163" y="86"/>
                    <a:pt x="163" y="86"/>
                  </a:cubicBezTo>
                  <a:cubicBezTo>
                    <a:pt x="163" y="86"/>
                    <a:pt x="163" y="86"/>
                    <a:pt x="163" y="86"/>
                  </a:cubicBezTo>
                  <a:cubicBezTo>
                    <a:pt x="173" y="86"/>
                    <a:pt x="173" y="86"/>
                    <a:pt x="173" y="86"/>
                  </a:cubicBezTo>
                  <a:cubicBezTo>
                    <a:pt x="174" y="86"/>
                    <a:pt x="174" y="85"/>
                    <a:pt x="174" y="85"/>
                  </a:cubicBezTo>
                  <a:cubicBezTo>
                    <a:pt x="174" y="64"/>
                    <a:pt x="174" y="64"/>
                    <a:pt x="174" y="64"/>
                  </a:cubicBezTo>
                  <a:cubicBezTo>
                    <a:pt x="261" y="4"/>
                    <a:pt x="261" y="4"/>
                    <a:pt x="261" y="4"/>
                  </a:cubicBezTo>
                  <a:cubicBezTo>
                    <a:pt x="261" y="40"/>
                    <a:pt x="261" y="40"/>
                    <a:pt x="261" y="40"/>
                  </a:cubicBezTo>
                  <a:cubicBezTo>
                    <a:pt x="261" y="40"/>
                    <a:pt x="261" y="40"/>
                    <a:pt x="261" y="40"/>
                  </a:cubicBezTo>
                  <a:cubicBezTo>
                    <a:pt x="261" y="40"/>
                    <a:pt x="261" y="40"/>
                    <a:pt x="261" y="40"/>
                  </a:cubicBezTo>
                  <a:cubicBezTo>
                    <a:pt x="261" y="49"/>
                    <a:pt x="261" y="49"/>
                    <a:pt x="261" y="49"/>
                  </a:cubicBezTo>
                  <a:cubicBezTo>
                    <a:pt x="261" y="49"/>
                    <a:pt x="261" y="49"/>
                    <a:pt x="261" y="49"/>
                  </a:cubicBezTo>
                  <a:cubicBezTo>
                    <a:pt x="261" y="49"/>
                    <a:pt x="261" y="49"/>
                    <a:pt x="261" y="50"/>
                  </a:cubicBezTo>
                  <a:cubicBezTo>
                    <a:pt x="261" y="59"/>
                    <a:pt x="261" y="59"/>
                    <a:pt x="261" y="59"/>
                  </a:cubicBezTo>
                  <a:cubicBezTo>
                    <a:pt x="261" y="59"/>
                    <a:pt x="261" y="59"/>
                    <a:pt x="261" y="59"/>
                  </a:cubicBezTo>
                  <a:cubicBezTo>
                    <a:pt x="261" y="59"/>
                    <a:pt x="261" y="59"/>
                    <a:pt x="261" y="59"/>
                  </a:cubicBezTo>
                  <a:cubicBezTo>
                    <a:pt x="261" y="68"/>
                    <a:pt x="261" y="68"/>
                    <a:pt x="261" y="68"/>
                  </a:cubicBezTo>
                  <a:cubicBezTo>
                    <a:pt x="261" y="68"/>
                    <a:pt x="261" y="68"/>
                    <a:pt x="261" y="68"/>
                  </a:cubicBezTo>
                  <a:cubicBezTo>
                    <a:pt x="261" y="68"/>
                    <a:pt x="261" y="68"/>
                    <a:pt x="261" y="68"/>
                  </a:cubicBezTo>
                  <a:cubicBezTo>
                    <a:pt x="261" y="77"/>
                    <a:pt x="261" y="77"/>
                    <a:pt x="261" y="77"/>
                  </a:cubicBezTo>
                  <a:cubicBezTo>
                    <a:pt x="261" y="77"/>
                    <a:pt x="261" y="77"/>
                    <a:pt x="261" y="78"/>
                  </a:cubicBezTo>
                  <a:cubicBezTo>
                    <a:pt x="261" y="78"/>
                    <a:pt x="261" y="78"/>
                    <a:pt x="261" y="78"/>
                  </a:cubicBezTo>
                  <a:cubicBezTo>
                    <a:pt x="261" y="87"/>
                    <a:pt x="261" y="87"/>
                    <a:pt x="261" y="87"/>
                  </a:cubicBezTo>
                  <a:cubicBezTo>
                    <a:pt x="261" y="87"/>
                    <a:pt x="261" y="87"/>
                    <a:pt x="261" y="87"/>
                  </a:cubicBezTo>
                  <a:cubicBezTo>
                    <a:pt x="261" y="87"/>
                    <a:pt x="261" y="87"/>
                    <a:pt x="261" y="87"/>
                  </a:cubicBezTo>
                  <a:cubicBezTo>
                    <a:pt x="261" y="96"/>
                    <a:pt x="261" y="96"/>
                    <a:pt x="261" y="96"/>
                  </a:cubicBezTo>
                  <a:cubicBezTo>
                    <a:pt x="261" y="96"/>
                    <a:pt x="261" y="96"/>
                    <a:pt x="261" y="96"/>
                  </a:cubicBezTo>
                  <a:cubicBezTo>
                    <a:pt x="261" y="97"/>
                    <a:pt x="261" y="97"/>
                    <a:pt x="262" y="97"/>
                  </a:cubicBezTo>
                  <a:cubicBezTo>
                    <a:pt x="312" y="97"/>
                    <a:pt x="312" y="97"/>
                    <a:pt x="312" y="97"/>
                  </a:cubicBezTo>
                  <a:cubicBezTo>
                    <a:pt x="313" y="97"/>
                    <a:pt x="313" y="97"/>
                    <a:pt x="313" y="97"/>
                  </a:cubicBezTo>
                  <a:cubicBezTo>
                    <a:pt x="314" y="96"/>
                    <a:pt x="314" y="96"/>
                    <a:pt x="314" y="96"/>
                  </a:cubicBezTo>
                  <a:cubicBezTo>
                    <a:pt x="314" y="35"/>
                    <a:pt x="314" y="35"/>
                    <a:pt x="314" y="35"/>
                  </a:cubicBezTo>
                  <a:cubicBezTo>
                    <a:pt x="314" y="35"/>
                    <a:pt x="314" y="34"/>
                    <a:pt x="313" y="34"/>
                  </a:cubicBezTo>
                  <a:lnTo>
                    <a:pt x="263" y="1"/>
                  </a:lnTo>
                  <a:close/>
                  <a:moveTo>
                    <a:pt x="71" y="79"/>
                  </a:moveTo>
                  <a:cubicBezTo>
                    <a:pt x="73" y="79"/>
                    <a:pt x="73" y="79"/>
                    <a:pt x="73" y="79"/>
                  </a:cubicBezTo>
                  <a:cubicBezTo>
                    <a:pt x="73" y="95"/>
                    <a:pt x="73" y="95"/>
                    <a:pt x="73" y="95"/>
                  </a:cubicBezTo>
                  <a:cubicBezTo>
                    <a:pt x="54" y="95"/>
                    <a:pt x="54" y="95"/>
                    <a:pt x="54" y="95"/>
                  </a:cubicBezTo>
                  <a:cubicBezTo>
                    <a:pt x="54" y="79"/>
                    <a:pt x="54" y="79"/>
                    <a:pt x="54" y="79"/>
                  </a:cubicBezTo>
                  <a:cubicBezTo>
                    <a:pt x="56" y="79"/>
                    <a:pt x="56" y="79"/>
                    <a:pt x="56" y="79"/>
                  </a:cubicBezTo>
                  <a:lnTo>
                    <a:pt x="71" y="79"/>
                  </a:lnTo>
                  <a:close/>
                  <a:moveTo>
                    <a:pt x="61" y="77"/>
                  </a:moveTo>
                  <a:cubicBezTo>
                    <a:pt x="64" y="74"/>
                    <a:pt x="64" y="74"/>
                    <a:pt x="64" y="74"/>
                  </a:cubicBezTo>
                  <a:cubicBezTo>
                    <a:pt x="67" y="77"/>
                    <a:pt x="67" y="77"/>
                    <a:pt x="67" y="77"/>
                  </a:cubicBezTo>
                  <a:lnTo>
                    <a:pt x="61" y="77"/>
                  </a:lnTo>
                  <a:close/>
                  <a:moveTo>
                    <a:pt x="74" y="64"/>
                  </a:moveTo>
                  <a:cubicBezTo>
                    <a:pt x="69" y="64"/>
                    <a:pt x="69" y="64"/>
                    <a:pt x="69" y="64"/>
                  </a:cubicBezTo>
                  <a:cubicBezTo>
                    <a:pt x="74" y="58"/>
                    <a:pt x="74" y="58"/>
                    <a:pt x="74" y="58"/>
                  </a:cubicBezTo>
                  <a:cubicBezTo>
                    <a:pt x="69" y="58"/>
                    <a:pt x="69" y="58"/>
                    <a:pt x="69" y="58"/>
                  </a:cubicBezTo>
                  <a:cubicBezTo>
                    <a:pt x="76" y="50"/>
                    <a:pt x="76" y="50"/>
                    <a:pt x="76" y="50"/>
                  </a:cubicBezTo>
                  <a:cubicBezTo>
                    <a:pt x="84" y="58"/>
                    <a:pt x="84" y="58"/>
                    <a:pt x="84" y="58"/>
                  </a:cubicBezTo>
                  <a:cubicBezTo>
                    <a:pt x="79" y="58"/>
                    <a:pt x="79" y="58"/>
                    <a:pt x="79" y="58"/>
                  </a:cubicBezTo>
                  <a:cubicBezTo>
                    <a:pt x="84" y="64"/>
                    <a:pt x="84" y="64"/>
                    <a:pt x="84" y="64"/>
                  </a:cubicBezTo>
                  <a:cubicBezTo>
                    <a:pt x="79" y="64"/>
                    <a:pt x="79" y="64"/>
                    <a:pt x="79" y="64"/>
                  </a:cubicBezTo>
                  <a:cubicBezTo>
                    <a:pt x="92" y="77"/>
                    <a:pt x="92" y="77"/>
                    <a:pt x="92" y="77"/>
                  </a:cubicBezTo>
                  <a:cubicBezTo>
                    <a:pt x="78" y="77"/>
                    <a:pt x="78" y="77"/>
                    <a:pt x="78" y="77"/>
                  </a:cubicBezTo>
                  <a:cubicBezTo>
                    <a:pt x="78" y="94"/>
                    <a:pt x="78" y="94"/>
                    <a:pt x="78" y="94"/>
                  </a:cubicBezTo>
                  <a:cubicBezTo>
                    <a:pt x="75" y="94"/>
                    <a:pt x="75" y="94"/>
                    <a:pt x="75" y="94"/>
                  </a:cubicBezTo>
                  <a:cubicBezTo>
                    <a:pt x="75" y="77"/>
                    <a:pt x="75" y="77"/>
                    <a:pt x="75" y="77"/>
                  </a:cubicBezTo>
                  <a:cubicBezTo>
                    <a:pt x="69" y="77"/>
                    <a:pt x="69" y="77"/>
                    <a:pt x="69" y="77"/>
                  </a:cubicBezTo>
                  <a:cubicBezTo>
                    <a:pt x="65" y="73"/>
                    <a:pt x="65" y="73"/>
                    <a:pt x="65" y="73"/>
                  </a:cubicBezTo>
                  <a:lnTo>
                    <a:pt x="74" y="64"/>
                  </a:lnTo>
                  <a:close/>
                  <a:moveTo>
                    <a:pt x="49" y="64"/>
                  </a:moveTo>
                  <a:cubicBezTo>
                    <a:pt x="43" y="64"/>
                    <a:pt x="43" y="64"/>
                    <a:pt x="43" y="64"/>
                  </a:cubicBezTo>
                  <a:cubicBezTo>
                    <a:pt x="48" y="58"/>
                    <a:pt x="48" y="58"/>
                    <a:pt x="48" y="58"/>
                  </a:cubicBezTo>
                  <a:cubicBezTo>
                    <a:pt x="43" y="58"/>
                    <a:pt x="43" y="58"/>
                    <a:pt x="43" y="58"/>
                  </a:cubicBezTo>
                  <a:cubicBezTo>
                    <a:pt x="51" y="50"/>
                    <a:pt x="51" y="50"/>
                    <a:pt x="51" y="50"/>
                  </a:cubicBezTo>
                  <a:cubicBezTo>
                    <a:pt x="59" y="58"/>
                    <a:pt x="59" y="58"/>
                    <a:pt x="59" y="58"/>
                  </a:cubicBezTo>
                  <a:cubicBezTo>
                    <a:pt x="53" y="58"/>
                    <a:pt x="53" y="58"/>
                    <a:pt x="53" y="58"/>
                  </a:cubicBezTo>
                  <a:cubicBezTo>
                    <a:pt x="59" y="64"/>
                    <a:pt x="59" y="64"/>
                    <a:pt x="59" y="64"/>
                  </a:cubicBezTo>
                  <a:cubicBezTo>
                    <a:pt x="54" y="64"/>
                    <a:pt x="54" y="64"/>
                    <a:pt x="54" y="64"/>
                  </a:cubicBezTo>
                  <a:cubicBezTo>
                    <a:pt x="62" y="73"/>
                    <a:pt x="62" y="73"/>
                    <a:pt x="62" y="73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52" y="77"/>
                    <a:pt x="52" y="77"/>
                    <a:pt x="52" y="77"/>
                  </a:cubicBezTo>
                  <a:cubicBezTo>
                    <a:pt x="52" y="94"/>
                    <a:pt x="52" y="94"/>
                    <a:pt x="52" y="94"/>
                  </a:cubicBezTo>
                  <a:cubicBezTo>
                    <a:pt x="49" y="94"/>
                    <a:pt x="49" y="94"/>
                    <a:pt x="49" y="94"/>
                  </a:cubicBezTo>
                  <a:cubicBezTo>
                    <a:pt x="49" y="77"/>
                    <a:pt x="49" y="77"/>
                    <a:pt x="49" y="77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39" y="74"/>
                    <a:pt x="39" y="74"/>
                    <a:pt x="39" y="74"/>
                  </a:cubicBezTo>
                  <a:lnTo>
                    <a:pt x="49" y="64"/>
                  </a:lnTo>
                  <a:close/>
                  <a:moveTo>
                    <a:pt x="40" y="77"/>
                  </a:moveTo>
                  <a:cubicBezTo>
                    <a:pt x="35" y="77"/>
                    <a:pt x="35" y="77"/>
                    <a:pt x="35" y="77"/>
                  </a:cubicBezTo>
                  <a:cubicBezTo>
                    <a:pt x="38" y="75"/>
                    <a:pt x="38" y="75"/>
                    <a:pt x="38" y="75"/>
                  </a:cubicBezTo>
                  <a:lnTo>
                    <a:pt x="40" y="77"/>
                  </a:lnTo>
                  <a:close/>
                  <a:moveTo>
                    <a:pt x="8" y="77"/>
                  </a:moveTo>
                  <a:cubicBezTo>
                    <a:pt x="22" y="64"/>
                    <a:pt x="22" y="64"/>
                    <a:pt x="22" y="64"/>
                  </a:cubicBezTo>
                  <a:cubicBezTo>
                    <a:pt x="16" y="64"/>
                    <a:pt x="16" y="64"/>
                    <a:pt x="16" y="64"/>
                  </a:cubicBezTo>
                  <a:cubicBezTo>
                    <a:pt x="22" y="58"/>
                    <a:pt x="22" y="58"/>
                    <a:pt x="22" y="58"/>
                  </a:cubicBezTo>
                  <a:cubicBezTo>
                    <a:pt x="16" y="58"/>
                    <a:pt x="16" y="58"/>
                    <a:pt x="16" y="58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32" y="58"/>
                    <a:pt x="32" y="58"/>
                    <a:pt x="32" y="58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32" y="64"/>
                    <a:pt x="32" y="64"/>
                    <a:pt x="32" y="64"/>
                  </a:cubicBezTo>
                  <a:cubicBezTo>
                    <a:pt x="27" y="64"/>
                    <a:pt x="27" y="64"/>
                    <a:pt x="27" y="64"/>
                  </a:cubicBezTo>
                  <a:cubicBezTo>
                    <a:pt x="36" y="74"/>
                    <a:pt x="36" y="74"/>
                    <a:pt x="36" y="74"/>
                  </a:cubicBezTo>
                  <a:cubicBezTo>
                    <a:pt x="33" y="77"/>
                    <a:pt x="33" y="77"/>
                    <a:pt x="33" y="77"/>
                  </a:cubicBezTo>
                  <a:cubicBezTo>
                    <a:pt x="26" y="77"/>
                    <a:pt x="26" y="77"/>
                    <a:pt x="26" y="77"/>
                  </a:cubicBezTo>
                  <a:cubicBezTo>
                    <a:pt x="26" y="94"/>
                    <a:pt x="26" y="94"/>
                    <a:pt x="26" y="94"/>
                  </a:cubicBezTo>
                  <a:cubicBezTo>
                    <a:pt x="23" y="94"/>
                    <a:pt x="23" y="94"/>
                    <a:pt x="23" y="94"/>
                  </a:cubicBezTo>
                  <a:cubicBezTo>
                    <a:pt x="23" y="77"/>
                    <a:pt x="23" y="77"/>
                    <a:pt x="23" y="77"/>
                  </a:cubicBezTo>
                  <a:lnTo>
                    <a:pt x="8" y="77"/>
                  </a:lnTo>
                  <a:close/>
                  <a:moveTo>
                    <a:pt x="28" y="79"/>
                  </a:moveTo>
                  <a:cubicBezTo>
                    <a:pt x="31" y="79"/>
                    <a:pt x="31" y="79"/>
                    <a:pt x="31" y="79"/>
                  </a:cubicBezTo>
                  <a:cubicBezTo>
                    <a:pt x="44" y="79"/>
                    <a:pt x="44" y="79"/>
                    <a:pt x="44" y="79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48" y="95"/>
                    <a:pt x="48" y="95"/>
                    <a:pt x="48" y="95"/>
                  </a:cubicBezTo>
                  <a:cubicBezTo>
                    <a:pt x="28" y="95"/>
                    <a:pt x="28" y="95"/>
                    <a:pt x="28" y="95"/>
                  </a:cubicBezTo>
                  <a:lnTo>
                    <a:pt x="28" y="79"/>
                  </a:lnTo>
                  <a:close/>
                  <a:moveTo>
                    <a:pt x="113" y="45"/>
                  </a:moveTo>
                  <a:cubicBezTo>
                    <a:pt x="129" y="51"/>
                    <a:pt x="129" y="51"/>
                    <a:pt x="129" y="51"/>
                  </a:cubicBezTo>
                  <a:cubicBezTo>
                    <a:pt x="113" y="56"/>
                    <a:pt x="113" y="56"/>
                    <a:pt x="113" y="56"/>
                  </a:cubicBezTo>
                  <a:lnTo>
                    <a:pt x="113" y="45"/>
                  </a:lnTo>
                  <a:close/>
                  <a:moveTo>
                    <a:pt x="113" y="58"/>
                  </a:moveTo>
                  <a:cubicBezTo>
                    <a:pt x="132" y="53"/>
                    <a:pt x="132" y="53"/>
                    <a:pt x="132" y="53"/>
                  </a:cubicBezTo>
                  <a:cubicBezTo>
                    <a:pt x="140" y="56"/>
                    <a:pt x="140" y="56"/>
                    <a:pt x="140" y="56"/>
                  </a:cubicBezTo>
                  <a:cubicBezTo>
                    <a:pt x="113" y="63"/>
                    <a:pt x="113" y="63"/>
                    <a:pt x="113" y="63"/>
                  </a:cubicBezTo>
                  <a:lnTo>
                    <a:pt x="113" y="58"/>
                  </a:lnTo>
                  <a:close/>
                  <a:moveTo>
                    <a:pt x="113" y="65"/>
                  </a:moveTo>
                  <a:cubicBezTo>
                    <a:pt x="142" y="57"/>
                    <a:pt x="142" y="57"/>
                    <a:pt x="142" y="57"/>
                  </a:cubicBezTo>
                  <a:cubicBezTo>
                    <a:pt x="151" y="65"/>
                    <a:pt x="151" y="65"/>
                    <a:pt x="151" y="65"/>
                  </a:cubicBezTo>
                  <a:cubicBezTo>
                    <a:pt x="144" y="63"/>
                    <a:pt x="144" y="63"/>
                    <a:pt x="144" y="63"/>
                  </a:cubicBezTo>
                  <a:cubicBezTo>
                    <a:pt x="144" y="63"/>
                    <a:pt x="144" y="63"/>
                    <a:pt x="144" y="63"/>
                  </a:cubicBezTo>
                  <a:cubicBezTo>
                    <a:pt x="113" y="71"/>
                    <a:pt x="113" y="71"/>
                    <a:pt x="113" y="71"/>
                  </a:cubicBezTo>
                  <a:lnTo>
                    <a:pt x="113" y="65"/>
                  </a:lnTo>
                  <a:close/>
                  <a:moveTo>
                    <a:pt x="143" y="55"/>
                  </a:moveTo>
                  <a:cubicBezTo>
                    <a:pt x="143" y="55"/>
                    <a:pt x="143" y="55"/>
                    <a:pt x="143" y="55"/>
                  </a:cubicBezTo>
                  <a:cubicBezTo>
                    <a:pt x="143" y="55"/>
                    <a:pt x="143" y="55"/>
                    <a:pt x="143" y="55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37"/>
                    <a:pt x="113" y="37"/>
                    <a:pt x="113" y="37"/>
                  </a:cubicBezTo>
                  <a:cubicBezTo>
                    <a:pt x="142" y="50"/>
                    <a:pt x="142" y="50"/>
                    <a:pt x="142" y="50"/>
                  </a:cubicBezTo>
                  <a:cubicBezTo>
                    <a:pt x="163" y="69"/>
                    <a:pt x="163" y="69"/>
                    <a:pt x="163" y="69"/>
                  </a:cubicBezTo>
                  <a:cubicBezTo>
                    <a:pt x="163" y="73"/>
                    <a:pt x="163" y="73"/>
                    <a:pt x="163" y="73"/>
                  </a:cubicBezTo>
                  <a:lnTo>
                    <a:pt x="143" y="55"/>
                  </a:lnTo>
                  <a:close/>
                  <a:moveTo>
                    <a:pt x="163" y="43"/>
                  </a:moveTo>
                  <a:cubicBezTo>
                    <a:pt x="145" y="32"/>
                    <a:pt x="145" y="32"/>
                    <a:pt x="145" y="32"/>
                  </a:cubicBezTo>
                  <a:cubicBezTo>
                    <a:pt x="144" y="32"/>
                    <a:pt x="144" y="32"/>
                    <a:pt x="144" y="32"/>
                  </a:cubicBezTo>
                  <a:cubicBezTo>
                    <a:pt x="122" y="39"/>
                    <a:pt x="122" y="39"/>
                    <a:pt x="122" y="39"/>
                  </a:cubicBezTo>
                  <a:cubicBezTo>
                    <a:pt x="122" y="39"/>
                    <a:pt x="122" y="39"/>
                    <a:pt x="122" y="39"/>
                  </a:cubicBezTo>
                  <a:cubicBezTo>
                    <a:pt x="115" y="36"/>
                    <a:pt x="115" y="36"/>
                    <a:pt x="115" y="36"/>
                  </a:cubicBezTo>
                  <a:cubicBezTo>
                    <a:pt x="144" y="25"/>
                    <a:pt x="144" y="25"/>
                    <a:pt x="144" y="25"/>
                  </a:cubicBezTo>
                  <a:cubicBezTo>
                    <a:pt x="162" y="37"/>
                    <a:pt x="162" y="37"/>
                    <a:pt x="162" y="37"/>
                  </a:cubicBezTo>
                  <a:cubicBezTo>
                    <a:pt x="162" y="37"/>
                    <a:pt x="163" y="37"/>
                    <a:pt x="163" y="37"/>
                  </a:cubicBezTo>
                  <a:lnTo>
                    <a:pt x="163" y="43"/>
                  </a:lnTo>
                  <a:close/>
                  <a:moveTo>
                    <a:pt x="144" y="48"/>
                  </a:moveTo>
                  <a:cubicBezTo>
                    <a:pt x="143" y="48"/>
                    <a:pt x="143" y="48"/>
                    <a:pt x="143" y="48"/>
                  </a:cubicBezTo>
                  <a:cubicBezTo>
                    <a:pt x="125" y="40"/>
                    <a:pt x="125" y="40"/>
                    <a:pt x="125" y="40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62" y="45"/>
                    <a:pt x="162" y="45"/>
                    <a:pt x="162" y="45"/>
                  </a:cubicBezTo>
                  <a:cubicBezTo>
                    <a:pt x="162" y="45"/>
                    <a:pt x="163" y="45"/>
                    <a:pt x="163" y="45"/>
                  </a:cubicBezTo>
                  <a:cubicBezTo>
                    <a:pt x="163" y="66"/>
                    <a:pt x="163" y="66"/>
                    <a:pt x="163" y="66"/>
                  </a:cubicBezTo>
                  <a:lnTo>
                    <a:pt x="144" y="48"/>
                  </a:lnTo>
                  <a:close/>
                  <a:moveTo>
                    <a:pt x="163" y="35"/>
                  </a:moveTo>
                  <a:cubicBezTo>
                    <a:pt x="145" y="23"/>
                    <a:pt x="145" y="23"/>
                    <a:pt x="145" y="23"/>
                  </a:cubicBezTo>
                  <a:cubicBezTo>
                    <a:pt x="144" y="23"/>
                    <a:pt x="144" y="23"/>
                    <a:pt x="144" y="23"/>
                  </a:cubicBezTo>
                  <a:cubicBezTo>
                    <a:pt x="113" y="35"/>
                    <a:pt x="113" y="35"/>
                    <a:pt x="113" y="35"/>
                  </a:cubicBezTo>
                  <a:cubicBezTo>
                    <a:pt x="113" y="30"/>
                    <a:pt x="113" y="30"/>
                    <a:pt x="113" y="30"/>
                  </a:cubicBezTo>
                  <a:cubicBezTo>
                    <a:pt x="144" y="18"/>
                    <a:pt x="144" y="18"/>
                    <a:pt x="144" y="18"/>
                  </a:cubicBezTo>
                  <a:cubicBezTo>
                    <a:pt x="162" y="30"/>
                    <a:pt x="162" y="30"/>
                    <a:pt x="162" y="30"/>
                  </a:cubicBezTo>
                  <a:cubicBezTo>
                    <a:pt x="162" y="30"/>
                    <a:pt x="163" y="30"/>
                    <a:pt x="163" y="30"/>
                  </a:cubicBezTo>
                  <a:lnTo>
                    <a:pt x="163" y="35"/>
                  </a:lnTo>
                  <a:close/>
                  <a:moveTo>
                    <a:pt x="113" y="73"/>
                  </a:moveTo>
                  <a:cubicBezTo>
                    <a:pt x="144" y="64"/>
                    <a:pt x="144" y="64"/>
                    <a:pt x="144" y="64"/>
                  </a:cubicBezTo>
                  <a:cubicBezTo>
                    <a:pt x="154" y="68"/>
                    <a:pt x="154" y="68"/>
                    <a:pt x="154" y="68"/>
                  </a:cubicBezTo>
                  <a:cubicBezTo>
                    <a:pt x="162" y="76"/>
                    <a:pt x="162" y="76"/>
                    <a:pt x="162" y="76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13" y="77"/>
                    <a:pt x="113" y="77"/>
                    <a:pt x="113" y="77"/>
                  </a:cubicBezTo>
                  <a:lnTo>
                    <a:pt x="113" y="73"/>
                  </a:lnTo>
                  <a:close/>
                  <a:moveTo>
                    <a:pt x="145" y="9"/>
                  </a:moveTo>
                  <a:cubicBezTo>
                    <a:pt x="163" y="20"/>
                    <a:pt x="163" y="20"/>
                    <a:pt x="163" y="20"/>
                  </a:cubicBezTo>
                  <a:cubicBezTo>
                    <a:pt x="163" y="28"/>
                    <a:pt x="163" y="28"/>
                    <a:pt x="163" y="28"/>
                  </a:cubicBezTo>
                  <a:cubicBezTo>
                    <a:pt x="145" y="17"/>
                    <a:pt x="145" y="17"/>
                    <a:pt x="145" y="17"/>
                  </a:cubicBezTo>
                  <a:cubicBezTo>
                    <a:pt x="144" y="16"/>
                    <a:pt x="144" y="16"/>
                    <a:pt x="144" y="16"/>
                  </a:cubicBezTo>
                  <a:cubicBezTo>
                    <a:pt x="113" y="28"/>
                    <a:pt x="113" y="28"/>
                    <a:pt x="113" y="28"/>
                  </a:cubicBezTo>
                  <a:cubicBezTo>
                    <a:pt x="113" y="21"/>
                    <a:pt x="113" y="21"/>
                    <a:pt x="113" y="21"/>
                  </a:cubicBezTo>
                  <a:lnTo>
                    <a:pt x="145" y="9"/>
                  </a:lnTo>
                  <a:close/>
                  <a:moveTo>
                    <a:pt x="113" y="79"/>
                  </a:moveTo>
                  <a:cubicBezTo>
                    <a:pt x="144" y="71"/>
                    <a:pt x="144" y="71"/>
                    <a:pt x="144" y="71"/>
                  </a:cubicBezTo>
                  <a:cubicBezTo>
                    <a:pt x="163" y="78"/>
                    <a:pt x="163" y="78"/>
                    <a:pt x="163" y="78"/>
                  </a:cubicBezTo>
                  <a:cubicBezTo>
                    <a:pt x="163" y="84"/>
                    <a:pt x="163" y="84"/>
                    <a:pt x="163" y="84"/>
                  </a:cubicBezTo>
                  <a:cubicBezTo>
                    <a:pt x="144" y="77"/>
                    <a:pt x="144" y="77"/>
                    <a:pt x="144" y="77"/>
                  </a:cubicBezTo>
                  <a:cubicBezTo>
                    <a:pt x="144" y="77"/>
                    <a:pt x="144" y="77"/>
                    <a:pt x="144" y="77"/>
                  </a:cubicBezTo>
                  <a:cubicBezTo>
                    <a:pt x="113" y="85"/>
                    <a:pt x="113" y="85"/>
                    <a:pt x="113" y="85"/>
                  </a:cubicBezTo>
                  <a:lnTo>
                    <a:pt x="113" y="79"/>
                  </a:lnTo>
                  <a:close/>
                  <a:moveTo>
                    <a:pt x="278" y="41"/>
                  </a:moveTo>
                  <a:cubicBezTo>
                    <a:pt x="278" y="48"/>
                    <a:pt x="278" y="48"/>
                    <a:pt x="278" y="48"/>
                  </a:cubicBezTo>
                  <a:cubicBezTo>
                    <a:pt x="272" y="48"/>
                    <a:pt x="272" y="48"/>
                    <a:pt x="272" y="48"/>
                  </a:cubicBezTo>
                  <a:cubicBezTo>
                    <a:pt x="272" y="41"/>
                    <a:pt x="272" y="41"/>
                    <a:pt x="272" y="41"/>
                  </a:cubicBezTo>
                  <a:lnTo>
                    <a:pt x="278" y="41"/>
                  </a:lnTo>
                  <a:close/>
                  <a:moveTo>
                    <a:pt x="287" y="41"/>
                  </a:moveTo>
                  <a:cubicBezTo>
                    <a:pt x="287" y="48"/>
                    <a:pt x="287" y="48"/>
                    <a:pt x="287" y="48"/>
                  </a:cubicBezTo>
                  <a:cubicBezTo>
                    <a:pt x="280" y="48"/>
                    <a:pt x="280" y="48"/>
                    <a:pt x="280" y="48"/>
                  </a:cubicBezTo>
                  <a:cubicBezTo>
                    <a:pt x="280" y="41"/>
                    <a:pt x="280" y="41"/>
                    <a:pt x="280" y="41"/>
                  </a:cubicBezTo>
                  <a:lnTo>
                    <a:pt x="287" y="41"/>
                  </a:lnTo>
                  <a:close/>
                  <a:moveTo>
                    <a:pt x="295" y="41"/>
                  </a:moveTo>
                  <a:cubicBezTo>
                    <a:pt x="295" y="48"/>
                    <a:pt x="295" y="48"/>
                    <a:pt x="295" y="48"/>
                  </a:cubicBezTo>
                  <a:cubicBezTo>
                    <a:pt x="288" y="48"/>
                    <a:pt x="288" y="48"/>
                    <a:pt x="288" y="48"/>
                  </a:cubicBezTo>
                  <a:cubicBezTo>
                    <a:pt x="288" y="41"/>
                    <a:pt x="288" y="41"/>
                    <a:pt x="288" y="41"/>
                  </a:cubicBezTo>
                  <a:lnTo>
                    <a:pt x="295" y="41"/>
                  </a:lnTo>
                  <a:close/>
                  <a:moveTo>
                    <a:pt x="304" y="41"/>
                  </a:moveTo>
                  <a:cubicBezTo>
                    <a:pt x="304" y="48"/>
                    <a:pt x="304" y="48"/>
                    <a:pt x="304" y="48"/>
                  </a:cubicBezTo>
                  <a:cubicBezTo>
                    <a:pt x="297" y="48"/>
                    <a:pt x="297" y="48"/>
                    <a:pt x="297" y="48"/>
                  </a:cubicBezTo>
                  <a:cubicBezTo>
                    <a:pt x="297" y="41"/>
                    <a:pt x="297" y="41"/>
                    <a:pt x="297" y="41"/>
                  </a:cubicBezTo>
                  <a:lnTo>
                    <a:pt x="304" y="41"/>
                  </a:lnTo>
                  <a:close/>
                  <a:moveTo>
                    <a:pt x="312" y="41"/>
                  </a:moveTo>
                  <a:cubicBezTo>
                    <a:pt x="312" y="48"/>
                    <a:pt x="312" y="48"/>
                    <a:pt x="312" y="48"/>
                  </a:cubicBezTo>
                  <a:cubicBezTo>
                    <a:pt x="305" y="48"/>
                    <a:pt x="305" y="48"/>
                    <a:pt x="305" y="48"/>
                  </a:cubicBezTo>
                  <a:cubicBezTo>
                    <a:pt x="305" y="41"/>
                    <a:pt x="305" y="41"/>
                    <a:pt x="305" y="41"/>
                  </a:cubicBezTo>
                  <a:lnTo>
                    <a:pt x="312" y="41"/>
                  </a:lnTo>
                  <a:close/>
                  <a:moveTo>
                    <a:pt x="295" y="67"/>
                  </a:moveTo>
                  <a:cubicBezTo>
                    <a:pt x="288" y="67"/>
                    <a:pt x="288" y="67"/>
                    <a:pt x="288" y="67"/>
                  </a:cubicBezTo>
                  <a:cubicBezTo>
                    <a:pt x="288" y="60"/>
                    <a:pt x="288" y="60"/>
                    <a:pt x="288" y="60"/>
                  </a:cubicBezTo>
                  <a:cubicBezTo>
                    <a:pt x="295" y="60"/>
                    <a:pt x="295" y="60"/>
                    <a:pt x="295" y="60"/>
                  </a:cubicBezTo>
                  <a:lnTo>
                    <a:pt x="295" y="67"/>
                  </a:lnTo>
                  <a:close/>
                  <a:moveTo>
                    <a:pt x="297" y="60"/>
                  </a:moveTo>
                  <a:cubicBezTo>
                    <a:pt x="304" y="60"/>
                    <a:pt x="304" y="60"/>
                    <a:pt x="304" y="60"/>
                  </a:cubicBezTo>
                  <a:cubicBezTo>
                    <a:pt x="304" y="67"/>
                    <a:pt x="304" y="67"/>
                    <a:pt x="304" y="67"/>
                  </a:cubicBezTo>
                  <a:cubicBezTo>
                    <a:pt x="297" y="67"/>
                    <a:pt x="297" y="67"/>
                    <a:pt x="297" y="67"/>
                  </a:cubicBezTo>
                  <a:lnTo>
                    <a:pt x="297" y="60"/>
                  </a:lnTo>
                  <a:close/>
                  <a:moveTo>
                    <a:pt x="287" y="67"/>
                  </a:moveTo>
                  <a:cubicBezTo>
                    <a:pt x="280" y="67"/>
                    <a:pt x="280" y="67"/>
                    <a:pt x="280" y="67"/>
                  </a:cubicBezTo>
                  <a:cubicBezTo>
                    <a:pt x="280" y="60"/>
                    <a:pt x="280" y="60"/>
                    <a:pt x="280" y="60"/>
                  </a:cubicBezTo>
                  <a:cubicBezTo>
                    <a:pt x="287" y="60"/>
                    <a:pt x="287" y="60"/>
                    <a:pt x="287" y="60"/>
                  </a:cubicBezTo>
                  <a:lnTo>
                    <a:pt x="287" y="67"/>
                  </a:lnTo>
                  <a:close/>
                  <a:moveTo>
                    <a:pt x="278" y="67"/>
                  </a:moveTo>
                  <a:cubicBezTo>
                    <a:pt x="272" y="67"/>
                    <a:pt x="272" y="67"/>
                    <a:pt x="272" y="67"/>
                  </a:cubicBezTo>
                  <a:cubicBezTo>
                    <a:pt x="272" y="60"/>
                    <a:pt x="272" y="60"/>
                    <a:pt x="272" y="60"/>
                  </a:cubicBezTo>
                  <a:cubicBezTo>
                    <a:pt x="278" y="60"/>
                    <a:pt x="278" y="60"/>
                    <a:pt x="278" y="60"/>
                  </a:cubicBezTo>
                  <a:lnTo>
                    <a:pt x="278" y="67"/>
                  </a:lnTo>
                  <a:close/>
                  <a:moveTo>
                    <a:pt x="278" y="69"/>
                  </a:moveTo>
                  <a:cubicBezTo>
                    <a:pt x="278" y="77"/>
                    <a:pt x="278" y="77"/>
                    <a:pt x="278" y="77"/>
                  </a:cubicBezTo>
                  <a:cubicBezTo>
                    <a:pt x="272" y="77"/>
                    <a:pt x="272" y="77"/>
                    <a:pt x="272" y="77"/>
                  </a:cubicBezTo>
                  <a:cubicBezTo>
                    <a:pt x="272" y="69"/>
                    <a:pt x="272" y="69"/>
                    <a:pt x="272" y="69"/>
                  </a:cubicBezTo>
                  <a:lnTo>
                    <a:pt x="278" y="69"/>
                  </a:lnTo>
                  <a:close/>
                  <a:moveTo>
                    <a:pt x="280" y="69"/>
                  </a:moveTo>
                  <a:cubicBezTo>
                    <a:pt x="287" y="69"/>
                    <a:pt x="287" y="69"/>
                    <a:pt x="287" y="69"/>
                  </a:cubicBezTo>
                  <a:cubicBezTo>
                    <a:pt x="287" y="77"/>
                    <a:pt x="287" y="77"/>
                    <a:pt x="287" y="77"/>
                  </a:cubicBezTo>
                  <a:cubicBezTo>
                    <a:pt x="280" y="77"/>
                    <a:pt x="280" y="77"/>
                    <a:pt x="280" y="77"/>
                  </a:cubicBezTo>
                  <a:lnTo>
                    <a:pt x="280" y="69"/>
                  </a:lnTo>
                  <a:close/>
                  <a:moveTo>
                    <a:pt x="288" y="69"/>
                  </a:moveTo>
                  <a:cubicBezTo>
                    <a:pt x="295" y="69"/>
                    <a:pt x="295" y="69"/>
                    <a:pt x="295" y="69"/>
                  </a:cubicBezTo>
                  <a:cubicBezTo>
                    <a:pt x="295" y="77"/>
                    <a:pt x="295" y="77"/>
                    <a:pt x="295" y="77"/>
                  </a:cubicBezTo>
                  <a:cubicBezTo>
                    <a:pt x="288" y="77"/>
                    <a:pt x="288" y="77"/>
                    <a:pt x="288" y="77"/>
                  </a:cubicBezTo>
                  <a:lnTo>
                    <a:pt x="288" y="69"/>
                  </a:lnTo>
                  <a:close/>
                  <a:moveTo>
                    <a:pt x="297" y="69"/>
                  </a:moveTo>
                  <a:cubicBezTo>
                    <a:pt x="304" y="69"/>
                    <a:pt x="304" y="69"/>
                    <a:pt x="304" y="69"/>
                  </a:cubicBezTo>
                  <a:cubicBezTo>
                    <a:pt x="304" y="77"/>
                    <a:pt x="304" y="77"/>
                    <a:pt x="304" y="77"/>
                  </a:cubicBezTo>
                  <a:cubicBezTo>
                    <a:pt x="297" y="77"/>
                    <a:pt x="297" y="77"/>
                    <a:pt x="297" y="77"/>
                  </a:cubicBezTo>
                  <a:lnTo>
                    <a:pt x="297" y="69"/>
                  </a:lnTo>
                  <a:close/>
                  <a:moveTo>
                    <a:pt x="305" y="69"/>
                  </a:moveTo>
                  <a:cubicBezTo>
                    <a:pt x="312" y="69"/>
                    <a:pt x="312" y="69"/>
                    <a:pt x="312" y="69"/>
                  </a:cubicBezTo>
                  <a:cubicBezTo>
                    <a:pt x="312" y="77"/>
                    <a:pt x="312" y="77"/>
                    <a:pt x="312" y="77"/>
                  </a:cubicBezTo>
                  <a:cubicBezTo>
                    <a:pt x="305" y="77"/>
                    <a:pt x="305" y="77"/>
                    <a:pt x="305" y="77"/>
                  </a:cubicBezTo>
                  <a:lnTo>
                    <a:pt x="305" y="69"/>
                  </a:lnTo>
                  <a:close/>
                  <a:moveTo>
                    <a:pt x="305" y="67"/>
                  </a:moveTo>
                  <a:cubicBezTo>
                    <a:pt x="305" y="60"/>
                    <a:pt x="305" y="60"/>
                    <a:pt x="305" y="60"/>
                  </a:cubicBezTo>
                  <a:cubicBezTo>
                    <a:pt x="312" y="60"/>
                    <a:pt x="312" y="60"/>
                    <a:pt x="312" y="60"/>
                  </a:cubicBezTo>
                  <a:cubicBezTo>
                    <a:pt x="312" y="67"/>
                    <a:pt x="312" y="67"/>
                    <a:pt x="312" y="67"/>
                  </a:cubicBezTo>
                  <a:lnTo>
                    <a:pt x="305" y="67"/>
                  </a:lnTo>
                  <a:close/>
                  <a:moveTo>
                    <a:pt x="305" y="58"/>
                  </a:moveTo>
                  <a:cubicBezTo>
                    <a:pt x="305" y="50"/>
                    <a:pt x="305" y="50"/>
                    <a:pt x="305" y="50"/>
                  </a:cubicBezTo>
                  <a:cubicBezTo>
                    <a:pt x="312" y="50"/>
                    <a:pt x="312" y="50"/>
                    <a:pt x="312" y="50"/>
                  </a:cubicBezTo>
                  <a:cubicBezTo>
                    <a:pt x="312" y="58"/>
                    <a:pt x="312" y="58"/>
                    <a:pt x="312" y="58"/>
                  </a:cubicBezTo>
                  <a:lnTo>
                    <a:pt x="305" y="58"/>
                  </a:lnTo>
                  <a:close/>
                  <a:moveTo>
                    <a:pt x="304" y="58"/>
                  </a:moveTo>
                  <a:cubicBezTo>
                    <a:pt x="297" y="58"/>
                    <a:pt x="297" y="58"/>
                    <a:pt x="297" y="58"/>
                  </a:cubicBezTo>
                  <a:cubicBezTo>
                    <a:pt x="297" y="50"/>
                    <a:pt x="297" y="50"/>
                    <a:pt x="297" y="50"/>
                  </a:cubicBezTo>
                  <a:cubicBezTo>
                    <a:pt x="304" y="50"/>
                    <a:pt x="304" y="50"/>
                    <a:pt x="304" y="50"/>
                  </a:cubicBezTo>
                  <a:lnTo>
                    <a:pt x="304" y="58"/>
                  </a:lnTo>
                  <a:close/>
                  <a:moveTo>
                    <a:pt x="295" y="58"/>
                  </a:moveTo>
                  <a:cubicBezTo>
                    <a:pt x="288" y="58"/>
                    <a:pt x="288" y="58"/>
                    <a:pt x="288" y="58"/>
                  </a:cubicBezTo>
                  <a:cubicBezTo>
                    <a:pt x="288" y="50"/>
                    <a:pt x="288" y="50"/>
                    <a:pt x="288" y="50"/>
                  </a:cubicBezTo>
                  <a:cubicBezTo>
                    <a:pt x="295" y="50"/>
                    <a:pt x="295" y="50"/>
                    <a:pt x="295" y="50"/>
                  </a:cubicBezTo>
                  <a:lnTo>
                    <a:pt x="295" y="58"/>
                  </a:lnTo>
                  <a:close/>
                  <a:moveTo>
                    <a:pt x="287" y="58"/>
                  </a:moveTo>
                  <a:cubicBezTo>
                    <a:pt x="280" y="58"/>
                    <a:pt x="280" y="58"/>
                    <a:pt x="280" y="58"/>
                  </a:cubicBezTo>
                  <a:cubicBezTo>
                    <a:pt x="280" y="50"/>
                    <a:pt x="280" y="50"/>
                    <a:pt x="280" y="50"/>
                  </a:cubicBezTo>
                  <a:cubicBezTo>
                    <a:pt x="287" y="50"/>
                    <a:pt x="287" y="50"/>
                    <a:pt x="287" y="50"/>
                  </a:cubicBezTo>
                  <a:lnTo>
                    <a:pt x="287" y="58"/>
                  </a:lnTo>
                  <a:close/>
                  <a:moveTo>
                    <a:pt x="278" y="58"/>
                  </a:moveTo>
                  <a:cubicBezTo>
                    <a:pt x="272" y="58"/>
                    <a:pt x="272" y="58"/>
                    <a:pt x="272" y="58"/>
                  </a:cubicBezTo>
                  <a:cubicBezTo>
                    <a:pt x="272" y="50"/>
                    <a:pt x="272" y="50"/>
                    <a:pt x="272" y="50"/>
                  </a:cubicBezTo>
                  <a:cubicBezTo>
                    <a:pt x="278" y="50"/>
                    <a:pt x="278" y="50"/>
                    <a:pt x="278" y="50"/>
                  </a:cubicBezTo>
                  <a:lnTo>
                    <a:pt x="278" y="58"/>
                  </a:lnTo>
                  <a:close/>
                  <a:moveTo>
                    <a:pt x="270" y="58"/>
                  </a:moveTo>
                  <a:cubicBezTo>
                    <a:pt x="263" y="58"/>
                    <a:pt x="263" y="58"/>
                    <a:pt x="263" y="58"/>
                  </a:cubicBezTo>
                  <a:cubicBezTo>
                    <a:pt x="263" y="50"/>
                    <a:pt x="263" y="50"/>
                    <a:pt x="263" y="50"/>
                  </a:cubicBezTo>
                  <a:cubicBezTo>
                    <a:pt x="270" y="50"/>
                    <a:pt x="270" y="50"/>
                    <a:pt x="270" y="50"/>
                  </a:cubicBezTo>
                  <a:lnTo>
                    <a:pt x="270" y="58"/>
                  </a:lnTo>
                  <a:close/>
                  <a:moveTo>
                    <a:pt x="270" y="60"/>
                  </a:moveTo>
                  <a:cubicBezTo>
                    <a:pt x="270" y="67"/>
                    <a:pt x="270" y="67"/>
                    <a:pt x="270" y="67"/>
                  </a:cubicBezTo>
                  <a:cubicBezTo>
                    <a:pt x="263" y="67"/>
                    <a:pt x="263" y="67"/>
                    <a:pt x="263" y="67"/>
                  </a:cubicBezTo>
                  <a:cubicBezTo>
                    <a:pt x="263" y="60"/>
                    <a:pt x="263" y="60"/>
                    <a:pt x="263" y="60"/>
                  </a:cubicBezTo>
                  <a:lnTo>
                    <a:pt x="270" y="60"/>
                  </a:lnTo>
                  <a:close/>
                  <a:moveTo>
                    <a:pt x="270" y="69"/>
                  </a:moveTo>
                  <a:cubicBezTo>
                    <a:pt x="270" y="77"/>
                    <a:pt x="270" y="77"/>
                    <a:pt x="270" y="77"/>
                  </a:cubicBezTo>
                  <a:cubicBezTo>
                    <a:pt x="263" y="77"/>
                    <a:pt x="263" y="77"/>
                    <a:pt x="263" y="77"/>
                  </a:cubicBezTo>
                  <a:cubicBezTo>
                    <a:pt x="263" y="69"/>
                    <a:pt x="263" y="69"/>
                    <a:pt x="263" y="69"/>
                  </a:cubicBezTo>
                  <a:lnTo>
                    <a:pt x="270" y="69"/>
                  </a:lnTo>
                  <a:close/>
                  <a:moveTo>
                    <a:pt x="270" y="79"/>
                  </a:moveTo>
                  <a:cubicBezTo>
                    <a:pt x="270" y="86"/>
                    <a:pt x="270" y="86"/>
                    <a:pt x="270" y="86"/>
                  </a:cubicBezTo>
                  <a:cubicBezTo>
                    <a:pt x="263" y="86"/>
                    <a:pt x="263" y="86"/>
                    <a:pt x="263" y="86"/>
                  </a:cubicBezTo>
                  <a:cubicBezTo>
                    <a:pt x="263" y="79"/>
                    <a:pt x="263" y="79"/>
                    <a:pt x="263" y="79"/>
                  </a:cubicBezTo>
                  <a:lnTo>
                    <a:pt x="270" y="79"/>
                  </a:lnTo>
                  <a:close/>
                  <a:moveTo>
                    <a:pt x="272" y="79"/>
                  </a:moveTo>
                  <a:cubicBezTo>
                    <a:pt x="278" y="79"/>
                    <a:pt x="278" y="79"/>
                    <a:pt x="278" y="79"/>
                  </a:cubicBezTo>
                  <a:cubicBezTo>
                    <a:pt x="278" y="86"/>
                    <a:pt x="278" y="86"/>
                    <a:pt x="278" y="86"/>
                  </a:cubicBezTo>
                  <a:cubicBezTo>
                    <a:pt x="272" y="86"/>
                    <a:pt x="272" y="86"/>
                    <a:pt x="272" y="86"/>
                  </a:cubicBezTo>
                  <a:lnTo>
                    <a:pt x="272" y="79"/>
                  </a:lnTo>
                  <a:close/>
                  <a:moveTo>
                    <a:pt x="280" y="79"/>
                  </a:moveTo>
                  <a:cubicBezTo>
                    <a:pt x="287" y="79"/>
                    <a:pt x="287" y="79"/>
                    <a:pt x="287" y="79"/>
                  </a:cubicBezTo>
                  <a:cubicBezTo>
                    <a:pt x="287" y="86"/>
                    <a:pt x="287" y="86"/>
                    <a:pt x="287" y="86"/>
                  </a:cubicBezTo>
                  <a:cubicBezTo>
                    <a:pt x="280" y="86"/>
                    <a:pt x="280" y="86"/>
                    <a:pt x="280" y="86"/>
                  </a:cubicBezTo>
                  <a:lnTo>
                    <a:pt x="280" y="79"/>
                  </a:lnTo>
                  <a:close/>
                  <a:moveTo>
                    <a:pt x="288" y="79"/>
                  </a:moveTo>
                  <a:cubicBezTo>
                    <a:pt x="295" y="79"/>
                    <a:pt x="295" y="79"/>
                    <a:pt x="295" y="79"/>
                  </a:cubicBezTo>
                  <a:cubicBezTo>
                    <a:pt x="295" y="86"/>
                    <a:pt x="295" y="86"/>
                    <a:pt x="295" y="86"/>
                  </a:cubicBezTo>
                  <a:cubicBezTo>
                    <a:pt x="288" y="86"/>
                    <a:pt x="288" y="86"/>
                    <a:pt x="288" y="86"/>
                  </a:cubicBezTo>
                  <a:lnTo>
                    <a:pt x="288" y="79"/>
                  </a:lnTo>
                  <a:close/>
                  <a:moveTo>
                    <a:pt x="297" y="79"/>
                  </a:moveTo>
                  <a:cubicBezTo>
                    <a:pt x="304" y="79"/>
                    <a:pt x="304" y="79"/>
                    <a:pt x="304" y="79"/>
                  </a:cubicBezTo>
                  <a:cubicBezTo>
                    <a:pt x="304" y="86"/>
                    <a:pt x="304" y="86"/>
                    <a:pt x="304" y="86"/>
                  </a:cubicBezTo>
                  <a:cubicBezTo>
                    <a:pt x="297" y="86"/>
                    <a:pt x="297" y="86"/>
                    <a:pt x="297" y="86"/>
                  </a:cubicBezTo>
                  <a:lnTo>
                    <a:pt x="297" y="79"/>
                  </a:lnTo>
                  <a:close/>
                  <a:moveTo>
                    <a:pt x="305" y="79"/>
                  </a:moveTo>
                  <a:cubicBezTo>
                    <a:pt x="312" y="79"/>
                    <a:pt x="312" y="79"/>
                    <a:pt x="312" y="79"/>
                  </a:cubicBezTo>
                  <a:cubicBezTo>
                    <a:pt x="312" y="86"/>
                    <a:pt x="312" y="86"/>
                    <a:pt x="312" y="86"/>
                  </a:cubicBezTo>
                  <a:cubicBezTo>
                    <a:pt x="305" y="86"/>
                    <a:pt x="305" y="86"/>
                    <a:pt x="305" y="86"/>
                  </a:cubicBezTo>
                  <a:lnTo>
                    <a:pt x="305" y="79"/>
                  </a:lnTo>
                  <a:close/>
                  <a:moveTo>
                    <a:pt x="270" y="48"/>
                  </a:moveTo>
                  <a:cubicBezTo>
                    <a:pt x="263" y="48"/>
                    <a:pt x="263" y="48"/>
                    <a:pt x="263" y="48"/>
                  </a:cubicBezTo>
                  <a:cubicBezTo>
                    <a:pt x="263" y="41"/>
                    <a:pt x="263" y="41"/>
                    <a:pt x="263" y="41"/>
                  </a:cubicBezTo>
                  <a:cubicBezTo>
                    <a:pt x="270" y="41"/>
                    <a:pt x="270" y="41"/>
                    <a:pt x="270" y="41"/>
                  </a:cubicBezTo>
                  <a:lnTo>
                    <a:pt x="270" y="48"/>
                  </a:lnTo>
                  <a:close/>
                  <a:moveTo>
                    <a:pt x="263" y="88"/>
                  </a:moveTo>
                  <a:cubicBezTo>
                    <a:pt x="270" y="88"/>
                    <a:pt x="270" y="88"/>
                    <a:pt x="270" y="88"/>
                  </a:cubicBezTo>
                  <a:cubicBezTo>
                    <a:pt x="270" y="95"/>
                    <a:pt x="270" y="95"/>
                    <a:pt x="270" y="95"/>
                  </a:cubicBezTo>
                  <a:cubicBezTo>
                    <a:pt x="263" y="95"/>
                    <a:pt x="263" y="95"/>
                    <a:pt x="263" y="95"/>
                  </a:cubicBezTo>
                  <a:lnTo>
                    <a:pt x="263" y="88"/>
                  </a:lnTo>
                  <a:close/>
                  <a:moveTo>
                    <a:pt x="272" y="88"/>
                  </a:moveTo>
                  <a:cubicBezTo>
                    <a:pt x="278" y="88"/>
                    <a:pt x="278" y="88"/>
                    <a:pt x="278" y="88"/>
                  </a:cubicBezTo>
                  <a:cubicBezTo>
                    <a:pt x="278" y="95"/>
                    <a:pt x="278" y="95"/>
                    <a:pt x="278" y="95"/>
                  </a:cubicBezTo>
                  <a:cubicBezTo>
                    <a:pt x="272" y="95"/>
                    <a:pt x="272" y="95"/>
                    <a:pt x="272" y="95"/>
                  </a:cubicBezTo>
                  <a:lnTo>
                    <a:pt x="272" y="88"/>
                  </a:lnTo>
                  <a:close/>
                  <a:moveTo>
                    <a:pt x="280" y="88"/>
                  </a:moveTo>
                  <a:cubicBezTo>
                    <a:pt x="287" y="88"/>
                    <a:pt x="287" y="88"/>
                    <a:pt x="287" y="88"/>
                  </a:cubicBezTo>
                  <a:cubicBezTo>
                    <a:pt x="287" y="95"/>
                    <a:pt x="287" y="95"/>
                    <a:pt x="287" y="95"/>
                  </a:cubicBezTo>
                  <a:cubicBezTo>
                    <a:pt x="280" y="95"/>
                    <a:pt x="280" y="95"/>
                    <a:pt x="280" y="95"/>
                  </a:cubicBezTo>
                  <a:lnTo>
                    <a:pt x="280" y="88"/>
                  </a:lnTo>
                  <a:close/>
                  <a:moveTo>
                    <a:pt x="288" y="88"/>
                  </a:moveTo>
                  <a:cubicBezTo>
                    <a:pt x="295" y="88"/>
                    <a:pt x="295" y="88"/>
                    <a:pt x="295" y="88"/>
                  </a:cubicBezTo>
                  <a:cubicBezTo>
                    <a:pt x="295" y="95"/>
                    <a:pt x="295" y="95"/>
                    <a:pt x="295" y="95"/>
                  </a:cubicBezTo>
                  <a:cubicBezTo>
                    <a:pt x="288" y="95"/>
                    <a:pt x="288" y="95"/>
                    <a:pt x="288" y="95"/>
                  </a:cubicBezTo>
                  <a:lnTo>
                    <a:pt x="288" y="88"/>
                  </a:lnTo>
                  <a:close/>
                  <a:moveTo>
                    <a:pt x="297" y="88"/>
                  </a:moveTo>
                  <a:cubicBezTo>
                    <a:pt x="304" y="88"/>
                    <a:pt x="304" y="88"/>
                    <a:pt x="304" y="88"/>
                  </a:cubicBezTo>
                  <a:cubicBezTo>
                    <a:pt x="304" y="95"/>
                    <a:pt x="304" y="95"/>
                    <a:pt x="304" y="95"/>
                  </a:cubicBezTo>
                  <a:cubicBezTo>
                    <a:pt x="297" y="95"/>
                    <a:pt x="297" y="95"/>
                    <a:pt x="297" y="95"/>
                  </a:cubicBezTo>
                  <a:lnTo>
                    <a:pt x="297" y="88"/>
                  </a:lnTo>
                  <a:close/>
                  <a:moveTo>
                    <a:pt x="305" y="88"/>
                  </a:moveTo>
                  <a:cubicBezTo>
                    <a:pt x="312" y="88"/>
                    <a:pt x="312" y="88"/>
                    <a:pt x="312" y="88"/>
                  </a:cubicBezTo>
                  <a:cubicBezTo>
                    <a:pt x="312" y="95"/>
                    <a:pt x="312" y="95"/>
                    <a:pt x="312" y="95"/>
                  </a:cubicBezTo>
                  <a:cubicBezTo>
                    <a:pt x="305" y="95"/>
                    <a:pt x="305" y="95"/>
                    <a:pt x="305" y="95"/>
                  </a:cubicBezTo>
                  <a:lnTo>
                    <a:pt x="305" y="88"/>
                  </a:lnTo>
                  <a:close/>
                  <a:moveTo>
                    <a:pt x="312" y="36"/>
                  </a:moveTo>
                  <a:cubicBezTo>
                    <a:pt x="312" y="39"/>
                    <a:pt x="312" y="39"/>
                    <a:pt x="312" y="39"/>
                  </a:cubicBezTo>
                  <a:cubicBezTo>
                    <a:pt x="305" y="39"/>
                    <a:pt x="305" y="39"/>
                    <a:pt x="305" y="39"/>
                  </a:cubicBezTo>
                  <a:cubicBezTo>
                    <a:pt x="305" y="39"/>
                    <a:pt x="304" y="39"/>
                    <a:pt x="304" y="39"/>
                  </a:cubicBezTo>
                  <a:cubicBezTo>
                    <a:pt x="304" y="39"/>
                    <a:pt x="304" y="39"/>
                    <a:pt x="304" y="39"/>
                  </a:cubicBezTo>
                  <a:cubicBezTo>
                    <a:pt x="296" y="39"/>
                    <a:pt x="296" y="39"/>
                    <a:pt x="296" y="39"/>
                  </a:cubicBezTo>
                  <a:cubicBezTo>
                    <a:pt x="296" y="39"/>
                    <a:pt x="296" y="39"/>
                    <a:pt x="296" y="39"/>
                  </a:cubicBezTo>
                  <a:cubicBezTo>
                    <a:pt x="296" y="39"/>
                    <a:pt x="296" y="39"/>
                    <a:pt x="296" y="39"/>
                  </a:cubicBezTo>
                  <a:cubicBezTo>
                    <a:pt x="288" y="39"/>
                    <a:pt x="288" y="39"/>
                    <a:pt x="288" y="39"/>
                  </a:cubicBezTo>
                  <a:cubicBezTo>
                    <a:pt x="288" y="39"/>
                    <a:pt x="288" y="39"/>
                    <a:pt x="288" y="39"/>
                  </a:cubicBezTo>
                  <a:cubicBezTo>
                    <a:pt x="287" y="39"/>
                    <a:pt x="287" y="39"/>
                    <a:pt x="287" y="39"/>
                  </a:cubicBezTo>
                  <a:cubicBezTo>
                    <a:pt x="279" y="39"/>
                    <a:pt x="279" y="39"/>
                    <a:pt x="279" y="39"/>
                  </a:cubicBezTo>
                  <a:cubicBezTo>
                    <a:pt x="279" y="39"/>
                    <a:pt x="279" y="39"/>
                    <a:pt x="279" y="39"/>
                  </a:cubicBezTo>
                  <a:cubicBezTo>
                    <a:pt x="279" y="39"/>
                    <a:pt x="279" y="39"/>
                    <a:pt x="279" y="39"/>
                  </a:cubicBezTo>
                  <a:cubicBezTo>
                    <a:pt x="271" y="39"/>
                    <a:pt x="271" y="39"/>
                    <a:pt x="271" y="39"/>
                  </a:cubicBezTo>
                  <a:cubicBezTo>
                    <a:pt x="271" y="39"/>
                    <a:pt x="271" y="39"/>
                    <a:pt x="271" y="39"/>
                  </a:cubicBezTo>
                  <a:cubicBezTo>
                    <a:pt x="271" y="39"/>
                    <a:pt x="271" y="39"/>
                    <a:pt x="270" y="39"/>
                  </a:cubicBezTo>
                  <a:cubicBezTo>
                    <a:pt x="263" y="39"/>
                    <a:pt x="263" y="39"/>
                    <a:pt x="263" y="39"/>
                  </a:cubicBezTo>
                  <a:cubicBezTo>
                    <a:pt x="263" y="3"/>
                    <a:pt x="263" y="3"/>
                    <a:pt x="263" y="3"/>
                  </a:cubicBezTo>
                  <a:lnTo>
                    <a:pt x="312" y="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2" name="Freeform 281"/>
            <p:cNvSpPr>
              <a:spLocks noEditPoints="1"/>
            </p:cNvSpPr>
            <p:nvPr userDrawn="1"/>
          </p:nvSpPr>
          <p:spPr bwMode="auto">
            <a:xfrm>
              <a:off x="4313238" y="4302125"/>
              <a:ext cx="434975" cy="531813"/>
            </a:xfrm>
            <a:custGeom>
              <a:avLst/>
              <a:gdLst>
                <a:gd name="T0" fmla="*/ 217 w 274"/>
                <a:gd name="T1" fmla="*/ 119 h 335"/>
                <a:gd name="T2" fmla="*/ 178 w 274"/>
                <a:gd name="T3" fmla="*/ 80 h 335"/>
                <a:gd name="T4" fmla="*/ 217 w 274"/>
                <a:gd name="T5" fmla="*/ 80 h 335"/>
                <a:gd name="T6" fmla="*/ 139 w 274"/>
                <a:gd name="T7" fmla="*/ 0 h 335"/>
                <a:gd name="T8" fmla="*/ 56 w 274"/>
                <a:gd name="T9" fmla="*/ 80 h 335"/>
                <a:gd name="T10" fmla="*/ 96 w 274"/>
                <a:gd name="T11" fmla="*/ 80 h 335"/>
                <a:gd name="T12" fmla="*/ 56 w 274"/>
                <a:gd name="T13" fmla="*/ 119 h 335"/>
                <a:gd name="T14" fmla="*/ 96 w 274"/>
                <a:gd name="T15" fmla="*/ 119 h 335"/>
                <a:gd name="T16" fmla="*/ 0 w 274"/>
                <a:gd name="T17" fmla="*/ 216 h 335"/>
                <a:gd name="T18" fmla="*/ 117 w 274"/>
                <a:gd name="T19" fmla="*/ 216 h 335"/>
                <a:gd name="T20" fmla="*/ 117 w 274"/>
                <a:gd name="T21" fmla="*/ 335 h 335"/>
                <a:gd name="T22" fmla="*/ 156 w 274"/>
                <a:gd name="T23" fmla="*/ 335 h 335"/>
                <a:gd name="T24" fmla="*/ 156 w 274"/>
                <a:gd name="T25" fmla="*/ 216 h 335"/>
                <a:gd name="T26" fmla="*/ 274 w 274"/>
                <a:gd name="T27" fmla="*/ 216 h 335"/>
                <a:gd name="T28" fmla="*/ 183 w 274"/>
                <a:gd name="T29" fmla="*/ 119 h 335"/>
                <a:gd name="T30" fmla="*/ 217 w 274"/>
                <a:gd name="T31" fmla="*/ 119 h 335"/>
                <a:gd name="T32" fmla="*/ 252 w 274"/>
                <a:gd name="T33" fmla="*/ 207 h 335"/>
                <a:gd name="T34" fmla="*/ 152 w 274"/>
                <a:gd name="T35" fmla="*/ 207 h 335"/>
                <a:gd name="T36" fmla="*/ 152 w 274"/>
                <a:gd name="T37" fmla="*/ 331 h 335"/>
                <a:gd name="T38" fmla="*/ 122 w 274"/>
                <a:gd name="T39" fmla="*/ 331 h 335"/>
                <a:gd name="T40" fmla="*/ 122 w 274"/>
                <a:gd name="T41" fmla="*/ 207 h 335"/>
                <a:gd name="T42" fmla="*/ 21 w 274"/>
                <a:gd name="T43" fmla="*/ 207 h 335"/>
                <a:gd name="T44" fmla="*/ 113 w 274"/>
                <a:gd name="T45" fmla="*/ 110 h 335"/>
                <a:gd name="T46" fmla="*/ 78 w 274"/>
                <a:gd name="T47" fmla="*/ 110 h 335"/>
                <a:gd name="T48" fmla="*/ 113 w 274"/>
                <a:gd name="T49" fmla="*/ 75 h 335"/>
                <a:gd name="T50" fmla="*/ 78 w 274"/>
                <a:gd name="T51" fmla="*/ 75 h 335"/>
                <a:gd name="T52" fmla="*/ 139 w 274"/>
                <a:gd name="T53" fmla="*/ 9 h 335"/>
                <a:gd name="T54" fmla="*/ 200 w 274"/>
                <a:gd name="T55" fmla="*/ 75 h 335"/>
                <a:gd name="T56" fmla="*/ 161 w 274"/>
                <a:gd name="T57" fmla="*/ 75 h 335"/>
                <a:gd name="T58" fmla="*/ 200 w 274"/>
                <a:gd name="T59" fmla="*/ 110 h 335"/>
                <a:gd name="T60" fmla="*/ 161 w 274"/>
                <a:gd name="T61" fmla="*/ 110 h 335"/>
                <a:gd name="T62" fmla="*/ 252 w 274"/>
                <a:gd name="T63" fmla="*/ 207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74" h="335">
                  <a:moveTo>
                    <a:pt x="217" y="119"/>
                  </a:moveTo>
                  <a:lnTo>
                    <a:pt x="178" y="80"/>
                  </a:lnTo>
                  <a:lnTo>
                    <a:pt x="217" y="80"/>
                  </a:lnTo>
                  <a:lnTo>
                    <a:pt x="139" y="0"/>
                  </a:lnTo>
                  <a:lnTo>
                    <a:pt x="56" y="80"/>
                  </a:lnTo>
                  <a:lnTo>
                    <a:pt x="96" y="80"/>
                  </a:lnTo>
                  <a:lnTo>
                    <a:pt x="56" y="119"/>
                  </a:lnTo>
                  <a:lnTo>
                    <a:pt x="96" y="119"/>
                  </a:lnTo>
                  <a:lnTo>
                    <a:pt x="0" y="216"/>
                  </a:lnTo>
                  <a:lnTo>
                    <a:pt x="117" y="216"/>
                  </a:lnTo>
                  <a:lnTo>
                    <a:pt x="117" y="335"/>
                  </a:lnTo>
                  <a:lnTo>
                    <a:pt x="156" y="335"/>
                  </a:lnTo>
                  <a:lnTo>
                    <a:pt x="156" y="216"/>
                  </a:lnTo>
                  <a:lnTo>
                    <a:pt x="274" y="216"/>
                  </a:lnTo>
                  <a:lnTo>
                    <a:pt x="183" y="119"/>
                  </a:lnTo>
                  <a:lnTo>
                    <a:pt x="217" y="119"/>
                  </a:lnTo>
                  <a:close/>
                  <a:moveTo>
                    <a:pt x="252" y="207"/>
                  </a:moveTo>
                  <a:lnTo>
                    <a:pt x="152" y="207"/>
                  </a:lnTo>
                  <a:lnTo>
                    <a:pt x="152" y="331"/>
                  </a:lnTo>
                  <a:lnTo>
                    <a:pt x="122" y="331"/>
                  </a:lnTo>
                  <a:lnTo>
                    <a:pt x="122" y="207"/>
                  </a:lnTo>
                  <a:lnTo>
                    <a:pt x="21" y="207"/>
                  </a:lnTo>
                  <a:lnTo>
                    <a:pt x="113" y="110"/>
                  </a:lnTo>
                  <a:lnTo>
                    <a:pt x="78" y="110"/>
                  </a:lnTo>
                  <a:lnTo>
                    <a:pt x="113" y="75"/>
                  </a:lnTo>
                  <a:lnTo>
                    <a:pt x="78" y="75"/>
                  </a:lnTo>
                  <a:lnTo>
                    <a:pt x="139" y="9"/>
                  </a:lnTo>
                  <a:lnTo>
                    <a:pt x="200" y="75"/>
                  </a:lnTo>
                  <a:lnTo>
                    <a:pt x="161" y="75"/>
                  </a:lnTo>
                  <a:lnTo>
                    <a:pt x="200" y="110"/>
                  </a:lnTo>
                  <a:lnTo>
                    <a:pt x="161" y="110"/>
                  </a:lnTo>
                  <a:lnTo>
                    <a:pt x="252" y="2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3" name="Freeform 282"/>
            <p:cNvSpPr>
              <a:spLocks noEditPoints="1"/>
            </p:cNvSpPr>
            <p:nvPr userDrawn="1"/>
          </p:nvSpPr>
          <p:spPr bwMode="auto">
            <a:xfrm>
              <a:off x="7381875" y="4302125"/>
              <a:ext cx="428625" cy="531813"/>
            </a:xfrm>
            <a:custGeom>
              <a:avLst/>
              <a:gdLst>
                <a:gd name="T0" fmla="*/ 217 w 270"/>
                <a:gd name="T1" fmla="*/ 119 h 335"/>
                <a:gd name="T2" fmla="*/ 178 w 270"/>
                <a:gd name="T3" fmla="*/ 80 h 335"/>
                <a:gd name="T4" fmla="*/ 217 w 270"/>
                <a:gd name="T5" fmla="*/ 80 h 335"/>
                <a:gd name="T6" fmla="*/ 139 w 270"/>
                <a:gd name="T7" fmla="*/ 0 h 335"/>
                <a:gd name="T8" fmla="*/ 56 w 270"/>
                <a:gd name="T9" fmla="*/ 80 h 335"/>
                <a:gd name="T10" fmla="*/ 96 w 270"/>
                <a:gd name="T11" fmla="*/ 80 h 335"/>
                <a:gd name="T12" fmla="*/ 56 w 270"/>
                <a:gd name="T13" fmla="*/ 119 h 335"/>
                <a:gd name="T14" fmla="*/ 96 w 270"/>
                <a:gd name="T15" fmla="*/ 119 h 335"/>
                <a:gd name="T16" fmla="*/ 0 w 270"/>
                <a:gd name="T17" fmla="*/ 216 h 335"/>
                <a:gd name="T18" fmla="*/ 113 w 270"/>
                <a:gd name="T19" fmla="*/ 216 h 335"/>
                <a:gd name="T20" fmla="*/ 113 w 270"/>
                <a:gd name="T21" fmla="*/ 335 h 335"/>
                <a:gd name="T22" fmla="*/ 157 w 270"/>
                <a:gd name="T23" fmla="*/ 335 h 335"/>
                <a:gd name="T24" fmla="*/ 157 w 270"/>
                <a:gd name="T25" fmla="*/ 216 h 335"/>
                <a:gd name="T26" fmla="*/ 270 w 270"/>
                <a:gd name="T27" fmla="*/ 216 h 335"/>
                <a:gd name="T28" fmla="*/ 178 w 270"/>
                <a:gd name="T29" fmla="*/ 119 h 335"/>
                <a:gd name="T30" fmla="*/ 217 w 270"/>
                <a:gd name="T31" fmla="*/ 119 h 335"/>
                <a:gd name="T32" fmla="*/ 252 w 270"/>
                <a:gd name="T33" fmla="*/ 207 h 335"/>
                <a:gd name="T34" fmla="*/ 148 w 270"/>
                <a:gd name="T35" fmla="*/ 207 h 335"/>
                <a:gd name="T36" fmla="*/ 148 w 270"/>
                <a:gd name="T37" fmla="*/ 331 h 335"/>
                <a:gd name="T38" fmla="*/ 122 w 270"/>
                <a:gd name="T39" fmla="*/ 331 h 335"/>
                <a:gd name="T40" fmla="*/ 122 w 270"/>
                <a:gd name="T41" fmla="*/ 207 h 335"/>
                <a:gd name="T42" fmla="*/ 22 w 270"/>
                <a:gd name="T43" fmla="*/ 207 h 335"/>
                <a:gd name="T44" fmla="*/ 113 w 270"/>
                <a:gd name="T45" fmla="*/ 110 h 335"/>
                <a:gd name="T46" fmla="*/ 74 w 270"/>
                <a:gd name="T47" fmla="*/ 110 h 335"/>
                <a:gd name="T48" fmla="*/ 113 w 270"/>
                <a:gd name="T49" fmla="*/ 75 h 335"/>
                <a:gd name="T50" fmla="*/ 74 w 270"/>
                <a:gd name="T51" fmla="*/ 75 h 335"/>
                <a:gd name="T52" fmla="*/ 139 w 270"/>
                <a:gd name="T53" fmla="*/ 9 h 335"/>
                <a:gd name="T54" fmla="*/ 196 w 270"/>
                <a:gd name="T55" fmla="*/ 75 h 335"/>
                <a:gd name="T56" fmla="*/ 161 w 270"/>
                <a:gd name="T57" fmla="*/ 75 h 335"/>
                <a:gd name="T58" fmla="*/ 196 w 270"/>
                <a:gd name="T59" fmla="*/ 110 h 335"/>
                <a:gd name="T60" fmla="*/ 161 w 270"/>
                <a:gd name="T61" fmla="*/ 110 h 335"/>
                <a:gd name="T62" fmla="*/ 252 w 270"/>
                <a:gd name="T63" fmla="*/ 207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70" h="335">
                  <a:moveTo>
                    <a:pt x="217" y="119"/>
                  </a:moveTo>
                  <a:lnTo>
                    <a:pt x="178" y="80"/>
                  </a:lnTo>
                  <a:lnTo>
                    <a:pt x="217" y="80"/>
                  </a:lnTo>
                  <a:lnTo>
                    <a:pt x="139" y="0"/>
                  </a:lnTo>
                  <a:lnTo>
                    <a:pt x="56" y="80"/>
                  </a:lnTo>
                  <a:lnTo>
                    <a:pt x="96" y="80"/>
                  </a:lnTo>
                  <a:lnTo>
                    <a:pt x="56" y="119"/>
                  </a:lnTo>
                  <a:lnTo>
                    <a:pt x="96" y="119"/>
                  </a:lnTo>
                  <a:lnTo>
                    <a:pt x="0" y="216"/>
                  </a:lnTo>
                  <a:lnTo>
                    <a:pt x="113" y="216"/>
                  </a:lnTo>
                  <a:lnTo>
                    <a:pt x="113" y="335"/>
                  </a:lnTo>
                  <a:lnTo>
                    <a:pt x="157" y="335"/>
                  </a:lnTo>
                  <a:lnTo>
                    <a:pt x="157" y="216"/>
                  </a:lnTo>
                  <a:lnTo>
                    <a:pt x="270" y="216"/>
                  </a:lnTo>
                  <a:lnTo>
                    <a:pt x="178" y="119"/>
                  </a:lnTo>
                  <a:lnTo>
                    <a:pt x="217" y="119"/>
                  </a:lnTo>
                  <a:close/>
                  <a:moveTo>
                    <a:pt x="252" y="207"/>
                  </a:moveTo>
                  <a:lnTo>
                    <a:pt x="148" y="207"/>
                  </a:lnTo>
                  <a:lnTo>
                    <a:pt x="148" y="331"/>
                  </a:lnTo>
                  <a:lnTo>
                    <a:pt x="122" y="331"/>
                  </a:lnTo>
                  <a:lnTo>
                    <a:pt x="122" y="207"/>
                  </a:lnTo>
                  <a:lnTo>
                    <a:pt x="22" y="207"/>
                  </a:lnTo>
                  <a:lnTo>
                    <a:pt x="113" y="110"/>
                  </a:lnTo>
                  <a:lnTo>
                    <a:pt x="74" y="110"/>
                  </a:lnTo>
                  <a:lnTo>
                    <a:pt x="113" y="75"/>
                  </a:lnTo>
                  <a:lnTo>
                    <a:pt x="74" y="75"/>
                  </a:lnTo>
                  <a:lnTo>
                    <a:pt x="139" y="9"/>
                  </a:lnTo>
                  <a:lnTo>
                    <a:pt x="196" y="75"/>
                  </a:lnTo>
                  <a:lnTo>
                    <a:pt x="161" y="75"/>
                  </a:lnTo>
                  <a:lnTo>
                    <a:pt x="196" y="110"/>
                  </a:lnTo>
                  <a:lnTo>
                    <a:pt x="161" y="110"/>
                  </a:lnTo>
                  <a:lnTo>
                    <a:pt x="252" y="2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4" name="Freeform 283"/>
            <p:cNvSpPr>
              <a:spLocks noEditPoints="1"/>
            </p:cNvSpPr>
            <p:nvPr userDrawn="1"/>
          </p:nvSpPr>
          <p:spPr bwMode="auto">
            <a:xfrm>
              <a:off x="11722100" y="4714875"/>
              <a:ext cx="26988" cy="34925"/>
            </a:xfrm>
            <a:custGeom>
              <a:avLst/>
              <a:gdLst>
                <a:gd name="T0" fmla="*/ 2 w 4"/>
                <a:gd name="T1" fmla="*/ 0 h 5"/>
                <a:gd name="T2" fmla="*/ 0 w 4"/>
                <a:gd name="T3" fmla="*/ 1 h 5"/>
                <a:gd name="T4" fmla="*/ 1 w 4"/>
                <a:gd name="T5" fmla="*/ 4 h 5"/>
                <a:gd name="T6" fmla="*/ 2 w 4"/>
                <a:gd name="T7" fmla="*/ 5 h 5"/>
                <a:gd name="T8" fmla="*/ 3 w 4"/>
                <a:gd name="T9" fmla="*/ 4 h 5"/>
                <a:gd name="T10" fmla="*/ 3 w 4"/>
                <a:gd name="T11" fmla="*/ 1 h 5"/>
                <a:gd name="T12" fmla="*/ 2 w 4"/>
                <a:gd name="T13" fmla="*/ 0 h 5"/>
                <a:gd name="T14" fmla="*/ 2 w 4"/>
                <a:gd name="T15" fmla="*/ 4 h 5"/>
                <a:gd name="T16" fmla="*/ 1 w 4"/>
                <a:gd name="T17" fmla="*/ 3 h 5"/>
                <a:gd name="T18" fmla="*/ 1 w 4"/>
                <a:gd name="T19" fmla="*/ 1 h 5"/>
                <a:gd name="T20" fmla="*/ 2 w 4"/>
                <a:gd name="T21" fmla="*/ 1 h 5"/>
                <a:gd name="T22" fmla="*/ 2 w 4"/>
                <a:gd name="T23" fmla="*/ 1 h 5"/>
                <a:gd name="T24" fmla="*/ 2 w 4"/>
                <a:gd name="T25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cubicBezTo>
                    <a:pt x="1" y="0"/>
                    <a:pt x="1" y="0"/>
                    <a:pt x="0" y="1"/>
                  </a:cubicBezTo>
                  <a:cubicBezTo>
                    <a:pt x="0" y="1"/>
                    <a:pt x="0" y="4"/>
                    <a:pt x="1" y="4"/>
                  </a:cubicBezTo>
                  <a:cubicBezTo>
                    <a:pt x="1" y="4"/>
                    <a:pt x="2" y="5"/>
                    <a:pt x="2" y="5"/>
                  </a:cubicBezTo>
                  <a:cubicBezTo>
                    <a:pt x="2" y="5"/>
                    <a:pt x="2" y="4"/>
                    <a:pt x="3" y="4"/>
                  </a:cubicBezTo>
                  <a:cubicBezTo>
                    <a:pt x="4" y="4"/>
                    <a:pt x="4" y="2"/>
                    <a:pt x="3" y="1"/>
                  </a:cubicBezTo>
                  <a:cubicBezTo>
                    <a:pt x="3" y="0"/>
                    <a:pt x="2" y="0"/>
                    <a:pt x="2" y="0"/>
                  </a:cubicBezTo>
                  <a:close/>
                  <a:moveTo>
                    <a:pt x="2" y="4"/>
                  </a:moveTo>
                  <a:cubicBezTo>
                    <a:pt x="2" y="4"/>
                    <a:pt x="2" y="4"/>
                    <a:pt x="1" y="3"/>
                  </a:cubicBezTo>
                  <a:cubicBezTo>
                    <a:pt x="1" y="3"/>
                    <a:pt x="1" y="2"/>
                    <a:pt x="1" y="1"/>
                  </a:cubicBezTo>
                  <a:cubicBezTo>
                    <a:pt x="1" y="1"/>
                    <a:pt x="1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2"/>
                    <a:pt x="3" y="3"/>
                    <a:pt x="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5" name="Freeform 284"/>
            <p:cNvSpPr>
              <a:spLocks noEditPoints="1"/>
            </p:cNvSpPr>
            <p:nvPr userDrawn="1"/>
          </p:nvSpPr>
          <p:spPr bwMode="auto">
            <a:xfrm>
              <a:off x="11798300" y="4778375"/>
              <a:ext cx="20638" cy="34925"/>
            </a:xfrm>
            <a:custGeom>
              <a:avLst/>
              <a:gdLst>
                <a:gd name="T0" fmla="*/ 0 w 3"/>
                <a:gd name="T1" fmla="*/ 3 h 5"/>
                <a:gd name="T2" fmla="*/ 1 w 3"/>
                <a:gd name="T3" fmla="*/ 5 h 5"/>
                <a:gd name="T4" fmla="*/ 2 w 3"/>
                <a:gd name="T5" fmla="*/ 5 h 5"/>
                <a:gd name="T6" fmla="*/ 3 w 3"/>
                <a:gd name="T7" fmla="*/ 4 h 5"/>
                <a:gd name="T8" fmla="*/ 3 w 3"/>
                <a:gd name="T9" fmla="*/ 1 h 5"/>
                <a:gd name="T10" fmla="*/ 1 w 3"/>
                <a:gd name="T11" fmla="*/ 0 h 5"/>
                <a:gd name="T12" fmla="*/ 0 w 3"/>
                <a:gd name="T13" fmla="*/ 3 h 5"/>
                <a:gd name="T14" fmla="*/ 2 w 3"/>
                <a:gd name="T15" fmla="*/ 1 h 5"/>
                <a:gd name="T16" fmla="*/ 2 w 3"/>
                <a:gd name="T17" fmla="*/ 2 h 5"/>
                <a:gd name="T18" fmla="*/ 2 w 3"/>
                <a:gd name="T19" fmla="*/ 4 h 5"/>
                <a:gd name="T20" fmla="*/ 2 w 3"/>
                <a:gd name="T21" fmla="*/ 4 h 5"/>
                <a:gd name="T22" fmla="*/ 1 w 3"/>
                <a:gd name="T23" fmla="*/ 4 h 5"/>
                <a:gd name="T24" fmla="*/ 1 w 3"/>
                <a:gd name="T25" fmla="*/ 3 h 5"/>
                <a:gd name="T26" fmla="*/ 1 w 3"/>
                <a:gd name="T27" fmla="*/ 1 h 5"/>
                <a:gd name="T28" fmla="*/ 2 w 3"/>
                <a:gd name="T29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" h="5">
                  <a:moveTo>
                    <a:pt x="0" y="3"/>
                  </a:moveTo>
                  <a:cubicBezTo>
                    <a:pt x="0" y="4"/>
                    <a:pt x="1" y="5"/>
                    <a:pt x="1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2" y="5"/>
                    <a:pt x="3" y="4"/>
                  </a:cubicBezTo>
                  <a:cubicBezTo>
                    <a:pt x="3" y="4"/>
                    <a:pt x="3" y="2"/>
                    <a:pt x="3" y="1"/>
                  </a:cubicBezTo>
                  <a:cubicBezTo>
                    <a:pt x="3" y="1"/>
                    <a:pt x="2" y="0"/>
                    <a:pt x="1" y="0"/>
                  </a:cubicBezTo>
                  <a:cubicBezTo>
                    <a:pt x="0" y="1"/>
                    <a:pt x="0" y="2"/>
                    <a:pt x="0" y="3"/>
                  </a:cubicBezTo>
                  <a:close/>
                  <a:moveTo>
                    <a:pt x="2" y="1"/>
                  </a:moveTo>
                  <a:cubicBezTo>
                    <a:pt x="2" y="1"/>
                    <a:pt x="2" y="1"/>
                    <a:pt x="2" y="2"/>
                  </a:cubicBezTo>
                  <a:cubicBezTo>
                    <a:pt x="2" y="2"/>
                    <a:pt x="2" y="3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1" y="4"/>
                    <a:pt x="1" y="4"/>
                  </a:cubicBezTo>
                  <a:cubicBezTo>
                    <a:pt x="1" y="4"/>
                    <a:pt x="1" y="3"/>
                    <a:pt x="1" y="3"/>
                  </a:cubicBezTo>
                  <a:cubicBezTo>
                    <a:pt x="1" y="2"/>
                    <a:pt x="1" y="1"/>
                    <a:pt x="1" y="1"/>
                  </a:cubicBezTo>
                  <a:cubicBezTo>
                    <a:pt x="1" y="1"/>
                    <a:pt x="1" y="1"/>
                    <a:pt x="2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6" name="Freeform 285"/>
            <p:cNvSpPr>
              <a:spLocks noEditPoints="1"/>
            </p:cNvSpPr>
            <p:nvPr userDrawn="1"/>
          </p:nvSpPr>
          <p:spPr bwMode="auto">
            <a:xfrm>
              <a:off x="10941050" y="4232275"/>
              <a:ext cx="1244600" cy="615950"/>
            </a:xfrm>
            <a:custGeom>
              <a:avLst/>
              <a:gdLst>
                <a:gd name="T0" fmla="*/ 175 w 180"/>
                <a:gd name="T1" fmla="*/ 84 h 88"/>
                <a:gd name="T2" fmla="*/ 168 w 180"/>
                <a:gd name="T3" fmla="*/ 84 h 88"/>
                <a:gd name="T4" fmla="*/ 168 w 180"/>
                <a:gd name="T5" fmla="*/ 3 h 88"/>
                <a:gd name="T6" fmla="*/ 165 w 180"/>
                <a:gd name="T7" fmla="*/ 0 h 88"/>
                <a:gd name="T8" fmla="*/ 56 w 180"/>
                <a:gd name="T9" fmla="*/ 0 h 88"/>
                <a:gd name="T10" fmla="*/ 52 w 180"/>
                <a:gd name="T11" fmla="*/ 5 h 88"/>
                <a:gd name="T12" fmla="*/ 52 w 180"/>
                <a:gd name="T13" fmla="*/ 42 h 88"/>
                <a:gd name="T14" fmla="*/ 125 w 180"/>
                <a:gd name="T15" fmla="*/ 43 h 88"/>
                <a:gd name="T16" fmla="*/ 127 w 180"/>
                <a:gd name="T17" fmla="*/ 65 h 88"/>
                <a:gd name="T18" fmla="*/ 165 w 180"/>
                <a:gd name="T19" fmla="*/ 66 h 88"/>
                <a:gd name="T20" fmla="*/ 107 w 180"/>
                <a:gd name="T21" fmla="*/ 85 h 88"/>
                <a:gd name="T22" fmla="*/ 126 w 180"/>
                <a:gd name="T23" fmla="*/ 66 h 88"/>
                <a:gd name="T24" fmla="*/ 126 w 180"/>
                <a:gd name="T25" fmla="*/ 45 h 88"/>
                <a:gd name="T26" fmla="*/ 21 w 180"/>
                <a:gd name="T27" fmla="*/ 43 h 88"/>
                <a:gd name="T28" fmla="*/ 17 w 180"/>
                <a:gd name="T29" fmla="*/ 44 h 88"/>
                <a:gd name="T30" fmla="*/ 16 w 180"/>
                <a:gd name="T31" fmla="*/ 49 h 88"/>
                <a:gd name="T32" fmla="*/ 15 w 180"/>
                <a:gd name="T33" fmla="*/ 65 h 88"/>
                <a:gd name="T34" fmla="*/ 13 w 180"/>
                <a:gd name="T35" fmla="*/ 64 h 88"/>
                <a:gd name="T36" fmla="*/ 10 w 180"/>
                <a:gd name="T37" fmla="*/ 62 h 88"/>
                <a:gd name="T38" fmla="*/ 6 w 180"/>
                <a:gd name="T39" fmla="*/ 62 h 88"/>
                <a:gd name="T40" fmla="*/ 5 w 180"/>
                <a:gd name="T41" fmla="*/ 68 h 88"/>
                <a:gd name="T42" fmla="*/ 5 w 180"/>
                <a:gd name="T43" fmla="*/ 84 h 88"/>
                <a:gd name="T44" fmla="*/ 0 w 180"/>
                <a:gd name="T45" fmla="*/ 86 h 88"/>
                <a:gd name="T46" fmla="*/ 3 w 180"/>
                <a:gd name="T47" fmla="*/ 88 h 88"/>
                <a:gd name="T48" fmla="*/ 6 w 180"/>
                <a:gd name="T49" fmla="*/ 88 h 88"/>
                <a:gd name="T50" fmla="*/ 172 w 180"/>
                <a:gd name="T51" fmla="*/ 88 h 88"/>
                <a:gd name="T52" fmla="*/ 180 w 180"/>
                <a:gd name="T53" fmla="*/ 87 h 88"/>
                <a:gd name="T54" fmla="*/ 178 w 180"/>
                <a:gd name="T55" fmla="*/ 87 h 88"/>
                <a:gd name="T56" fmla="*/ 169 w 180"/>
                <a:gd name="T57" fmla="*/ 87 h 88"/>
                <a:gd name="T58" fmla="*/ 5 w 180"/>
                <a:gd name="T59" fmla="*/ 87 h 88"/>
                <a:gd name="T60" fmla="*/ 1 w 180"/>
                <a:gd name="T61" fmla="*/ 86 h 88"/>
                <a:gd name="T62" fmla="*/ 4 w 180"/>
                <a:gd name="T63" fmla="*/ 85 h 88"/>
                <a:gd name="T64" fmla="*/ 6 w 180"/>
                <a:gd name="T65" fmla="*/ 85 h 88"/>
                <a:gd name="T66" fmla="*/ 6 w 180"/>
                <a:gd name="T67" fmla="*/ 68 h 88"/>
                <a:gd name="T68" fmla="*/ 7 w 180"/>
                <a:gd name="T69" fmla="*/ 63 h 88"/>
                <a:gd name="T70" fmla="*/ 10 w 180"/>
                <a:gd name="T71" fmla="*/ 63 h 88"/>
                <a:gd name="T72" fmla="*/ 12 w 180"/>
                <a:gd name="T73" fmla="*/ 64 h 88"/>
                <a:gd name="T74" fmla="*/ 13 w 180"/>
                <a:gd name="T75" fmla="*/ 66 h 88"/>
                <a:gd name="T76" fmla="*/ 17 w 180"/>
                <a:gd name="T77" fmla="*/ 66 h 88"/>
                <a:gd name="T78" fmla="*/ 17 w 180"/>
                <a:gd name="T79" fmla="*/ 66 h 88"/>
                <a:gd name="T80" fmla="*/ 17 w 180"/>
                <a:gd name="T81" fmla="*/ 48 h 88"/>
                <a:gd name="T82" fmla="*/ 20 w 180"/>
                <a:gd name="T83" fmla="*/ 44 h 88"/>
                <a:gd name="T84" fmla="*/ 125 w 180"/>
                <a:gd name="T85" fmla="*/ 44 h 88"/>
                <a:gd name="T86" fmla="*/ 126 w 180"/>
                <a:gd name="T87" fmla="*/ 65 h 88"/>
                <a:gd name="T88" fmla="*/ 106 w 180"/>
                <a:gd name="T89" fmla="*/ 66 h 88"/>
                <a:gd name="T90" fmla="*/ 107 w 180"/>
                <a:gd name="T91" fmla="*/ 85 h 88"/>
                <a:gd name="T92" fmla="*/ 166 w 180"/>
                <a:gd name="T93" fmla="*/ 85 h 88"/>
                <a:gd name="T94" fmla="*/ 166 w 180"/>
                <a:gd name="T95" fmla="*/ 65 h 88"/>
                <a:gd name="T96" fmla="*/ 128 w 180"/>
                <a:gd name="T97" fmla="*/ 45 h 88"/>
                <a:gd name="T98" fmla="*/ 53 w 180"/>
                <a:gd name="T99" fmla="*/ 42 h 88"/>
                <a:gd name="T100" fmla="*/ 53 w 180"/>
                <a:gd name="T101" fmla="*/ 5 h 88"/>
                <a:gd name="T102" fmla="*/ 56 w 180"/>
                <a:gd name="T103" fmla="*/ 1 h 88"/>
                <a:gd name="T104" fmla="*/ 165 w 180"/>
                <a:gd name="T105" fmla="*/ 1 h 88"/>
                <a:gd name="T106" fmla="*/ 167 w 180"/>
                <a:gd name="T107" fmla="*/ 3 h 88"/>
                <a:gd name="T108" fmla="*/ 167 w 180"/>
                <a:gd name="T109" fmla="*/ 85 h 88"/>
                <a:gd name="T110" fmla="*/ 174 w 180"/>
                <a:gd name="T111" fmla="*/ 85 h 88"/>
                <a:gd name="T112" fmla="*/ 179 w 180"/>
                <a:gd name="T113" fmla="*/ 86 h 88"/>
                <a:gd name="T114" fmla="*/ 178 w 180"/>
                <a:gd name="T115" fmla="*/ 87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80" h="88">
                  <a:moveTo>
                    <a:pt x="180" y="85"/>
                  </a:moveTo>
                  <a:cubicBezTo>
                    <a:pt x="179" y="84"/>
                    <a:pt x="177" y="84"/>
                    <a:pt x="175" y="84"/>
                  </a:cubicBezTo>
                  <a:cubicBezTo>
                    <a:pt x="175" y="84"/>
                    <a:pt x="175" y="84"/>
                    <a:pt x="174" y="84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8" y="80"/>
                    <a:pt x="168" y="73"/>
                    <a:pt x="168" y="64"/>
                  </a:cubicBezTo>
                  <a:cubicBezTo>
                    <a:pt x="168" y="40"/>
                    <a:pt x="168" y="4"/>
                    <a:pt x="168" y="3"/>
                  </a:cubicBezTo>
                  <a:cubicBezTo>
                    <a:pt x="168" y="3"/>
                    <a:pt x="168" y="2"/>
                    <a:pt x="167" y="1"/>
                  </a:cubicBezTo>
                  <a:cubicBezTo>
                    <a:pt x="167" y="0"/>
                    <a:pt x="166" y="0"/>
                    <a:pt x="165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57" y="0"/>
                    <a:pt x="56" y="0"/>
                    <a:pt x="56" y="0"/>
                  </a:cubicBezTo>
                  <a:cubicBezTo>
                    <a:pt x="55" y="0"/>
                    <a:pt x="54" y="0"/>
                    <a:pt x="53" y="0"/>
                  </a:cubicBezTo>
                  <a:cubicBezTo>
                    <a:pt x="52" y="0"/>
                    <a:pt x="52" y="3"/>
                    <a:pt x="52" y="5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2" y="42"/>
                    <a:pt x="52" y="42"/>
                    <a:pt x="52" y="42"/>
                  </a:cubicBezTo>
                  <a:cubicBezTo>
                    <a:pt x="52" y="43"/>
                    <a:pt x="52" y="43"/>
                    <a:pt x="52" y="43"/>
                  </a:cubicBezTo>
                  <a:cubicBezTo>
                    <a:pt x="125" y="43"/>
                    <a:pt x="125" y="43"/>
                    <a:pt x="125" y="43"/>
                  </a:cubicBezTo>
                  <a:cubicBezTo>
                    <a:pt x="126" y="43"/>
                    <a:pt x="127" y="44"/>
                    <a:pt x="127" y="45"/>
                  </a:cubicBezTo>
                  <a:cubicBezTo>
                    <a:pt x="127" y="65"/>
                    <a:pt x="127" y="65"/>
                    <a:pt x="127" y="65"/>
                  </a:cubicBezTo>
                  <a:cubicBezTo>
                    <a:pt x="127" y="66"/>
                    <a:pt x="127" y="66"/>
                    <a:pt x="127" y="66"/>
                  </a:cubicBezTo>
                  <a:cubicBezTo>
                    <a:pt x="165" y="66"/>
                    <a:pt x="165" y="66"/>
                    <a:pt x="165" y="66"/>
                  </a:cubicBezTo>
                  <a:cubicBezTo>
                    <a:pt x="165" y="85"/>
                    <a:pt x="165" y="85"/>
                    <a:pt x="165" y="85"/>
                  </a:cubicBezTo>
                  <a:cubicBezTo>
                    <a:pt x="107" y="85"/>
                    <a:pt x="107" y="85"/>
                    <a:pt x="107" y="85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26" y="66"/>
                    <a:pt x="126" y="66"/>
                    <a:pt x="126" y="66"/>
                  </a:cubicBezTo>
                  <a:cubicBezTo>
                    <a:pt x="126" y="66"/>
                    <a:pt x="126" y="66"/>
                    <a:pt x="126" y="6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4"/>
                    <a:pt x="126" y="43"/>
                    <a:pt x="125" y="43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3"/>
                    <a:pt x="21" y="43"/>
                    <a:pt x="20" y="43"/>
                  </a:cubicBezTo>
                  <a:cubicBezTo>
                    <a:pt x="19" y="43"/>
                    <a:pt x="18" y="43"/>
                    <a:pt x="17" y="44"/>
                  </a:cubicBezTo>
                  <a:cubicBezTo>
                    <a:pt x="16" y="44"/>
                    <a:pt x="16" y="46"/>
                    <a:pt x="16" y="48"/>
                  </a:cubicBezTo>
                  <a:cubicBezTo>
                    <a:pt x="16" y="48"/>
                    <a:pt x="16" y="49"/>
                    <a:pt x="16" y="49"/>
                  </a:cubicBezTo>
                  <a:cubicBezTo>
                    <a:pt x="16" y="65"/>
                    <a:pt x="16" y="65"/>
                    <a:pt x="16" y="65"/>
                  </a:cubicBezTo>
                  <a:cubicBezTo>
                    <a:pt x="16" y="65"/>
                    <a:pt x="16" y="65"/>
                    <a:pt x="15" y="65"/>
                  </a:cubicBezTo>
                  <a:cubicBezTo>
                    <a:pt x="15" y="65"/>
                    <a:pt x="14" y="65"/>
                    <a:pt x="13" y="65"/>
                  </a:cubicBezTo>
                  <a:cubicBezTo>
                    <a:pt x="13" y="65"/>
                    <a:pt x="13" y="65"/>
                    <a:pt x="13" y="64"/>
                  </a:cubicBezTo>
                  <a:cubicBezTo>
                    <a:pt x="13" y="64"/>
                    <a:pt x="13" y="63"/>
                    <a:pt x="13" y="62"/>
                  </a:cubicBezTo>
                  <a:cubicBezTo>
                    <a:pt x="12" y="62"/>
                    <a:pt x="11" y="62"/>
                    <a:pt x="10" y="62"/>
                  </a:cubicBezTo>
                  <a:cubicBezTo>
                    <a:pt x="10" y="62"/>
                    <a:pt x="9" y="62"/>
                    <a:pt x="9" y="62"/>
                  </a:cubicBezTo>
                  <a:cubicBezTo>
                    <a:pt x="8" y="62"/>
                    <a:pt x="7" y="62"/>
                    <a:pt x="6" y="62"/>
                  </a:cubicBezTo>
                  <a:cubicBezTo>
                    <a:pt x="5" y="63"/>
                    <a:pt x="5" y="64"/>
                    <a:pt x="5" y="66"/>
                  </a:cubicBezTo>
                  <a:cubicBezTo>
                    <a:pt x="5" y="67"/>
                    <a:pt x="5" y="67"/>
                    <a:pt x="5" y="68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5" y="76"/>
                    <a:pt x="5" y="81"/>
                    <a:pt x="5" y="84"/>
                  </a:cubicBezTo>
                  <a:cubicBezTo>
                    <a:pt x="5" y="84"/>
                    <a:pt x="5" y="84"/>
                    <a:pt x="4" y="84"/>
                  </a:cubicBezTo>
                  <a:cubicBezTo>
                    <a:pt x="3" y="84"/>
                    <a:pt x="0" y="84"/>
                    <a:pt x="0" y="86"/>
                  </a:cubicBezTo>
                  <a:cubicBezTo>
                    <a:pt x="0" y="87"/>
                    <a:pt x="0" y="87"/>
                    <a:pt x="1" y="87"/>
                  </a:cubicBezTo>
                  <a:cubicBezTo>
                    <a:pt x="1" y="88"/>
                    <a:pt x="2" y="88"/>
                    <a:pt x="3" y="88"/>
                  </a:cubicBezTo>
                  <a:cubicBezTo>
                    <a:pt x="4" y="88"/>
                    <a:pt x="4" y="88"/>
                    <a:pt x="5" y="88"/>
                  </a:cubicBezTo>
                  <a:cubicBezTo>
                    <a:pt x="5" y="88"/>
                    <a:pt x="6" y="88"/>
                    <a:pt x="6" y="88"/>
                  </a:cubicBezTo>
                  <a:cubicBezTo>
                    <a:pt x="169" y="88"/>
                    <a:pt x="169" y="88"/>
                    <a:pt x="169" y="88"/>
                  </a:cubicBezTo>
                  <a:cubicBezTo>
                    <a:pt x="170" y="88"/>
                    <a:pt x="171" y="88"/>
                    <a:pt x="172" y="88"/>
                  </a:cubicBezTo>
                  <a:cubicBezTo>
                    <a:pt x="174" y="88"/>
                    <a:pt x="176" y="88"/>
                    <a:pt x="178" y="88"/>
                  </a:cubicBezTo>
                  <a:cubicBezTo>
                    <a:pt x="180" y="88"/>
                    <a:pt x="180" y="87"/>
                    <a:pt x="180" y="87"/>
                  </a:cubicBezTo>
                  <a:cubicBezTo>
                    <a:pt x="180" y="86"/>
                    <a:pt x="180" y="85"/>
                    <a:pt x="180" y="85"/>
                  </a:cubicBezTo>
                  <a:close/>
                  <a:moveTo>
                    <a:pt x="178" y="87"/>
                  </a:moveTo>
                  <a:cubicBezTo>
                    <a:pt x="176" y="87"/>
                    <a:pt x="174" y="87"/>
                    <a:pt x="172" y="87"/>
                  </a:cubicBezTo>
                  <a:cubicBezTo>
                    <a:pt x="171" y="87"/>
                    <a:pt x="170" y="87"/>
                    <a:pt x="169" y="87"/>
                  </a:cubicBezTo>
                  <a:cubicBezTo>
                    <a:pt x="6" y="87"/>
                    <a:pt x="6" y="87"/>
                    <a:pt x="6" y="87"/>
                  </a:cubicBezTo>
                  <a:cubicBezTo>
                    <a:pt x="6" y="87"/>
                    <a:pt x="5" y="87"/>
                    <a:pt x="5" y="87"/>
                  </a:cubicBezTo>
                  <a:cubicBezTo>
                    <a:pt x="3" y="87"/>
                    <a:pt x="2" y="87"/>
                    <a:pt x="1" y="87"/>
                  </a:cubicBezTo>
                  <a:cubicBezTo>
                    <a:pt x="1" y="87"/>
                    <a:pt x="1" y="87"/>
                    <a:pt x="1" y="86"/>
                  </a:cubicBezTo>
                  <a:cubicBezTo>
                    <a:pt x="1" y="85"/>
                    <a:pt x="2" y="85"/>
                    <a:pt x="3" y="85"/>
                  </a:cubicBezTo>
                  <a:cubicBezTo>
                    <a:pt x="3" y="85"/>
                    <a:pt x="4" y="85"/>
                    <a:pt x="4" y="85"/>
                  </a:cubicBezTo>
                  <a:cubicBezTo>
                    <a:pt x="5" y="85"/>
                    <a:pt x="5" y="85"/>
                    <a:pt x="6" y="85"/>
                  </a:cubicBezTo>
                  <a:cubicBezTo>
                    <a:pt x="6" y="85"/>
                    <a:pt x="6" y="85"/>
                    <a:pt x="6" y="85"/>
                  </a:cubicBezTo>
                  <a:cubicBezTo>
                    <a:pt x="6" y="81"/>
                    <a:pt x="6" y="76"/>
                    <a:pt x="6" y="72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7"/>
                    <a:pt x="6" y="67"/>
                    <a:pt x="6" y="66"/>
                  </a:cubicBezTo>
                  <a:cubicBezTo>
                    <a:pt x="6" y="65"/>
                    <a:pt x="6" y="63"/>
                    <a:pt x="7" y="63"/>
                  </a:cubicBezTo>
                  <a:cubicBezTo>
                    <a:pt x="7" y="62"/>
                    <a:pt x="8" y="63"/>
                    <a:pt x="9" y="63"/>
                  </a:cubicBezTo>
                  <a:cubicBezTo>
                    <a:pt x="9" y="63"/>
                    <a:pt x="10" y="63"/>
                    <a:pt x="10" y="63"/>
                  </a:cubicBezTo>
                  <a:cubicBezTo>
                    <a:pt x="11" y="62"/>
                    <a:pt x="12" y="62"/>
                    <a:pt x="12" y="63"/>
                  </a:cubicBezTo>
                  <a:cubicBezTo>
                    <a:pt x="12" y="63"/>
                    <a:pt x="12" y="64"/>
                    <a:pt x="12" y="64"/>
                  </a:cubicBezTo>
                  <a:cubicBezTo>
                    <a:pt x="12" y="65"/>
                    <a:pt x="12" y="65"/>
                    <a:pt x="12" y="66"/>
                  </a:cubicBezTo>
                  <a:cubicBezTo>
                    <a:pt x="12" y="66"/>
                    <a:pt x="12" y="66"/>
                    <a:pt x="13" y="66"/>
                  </a:cubicBezTo>
                  <a:cubicBezTo>
                    <a:pt x="13" y="66"/>
                    <a:pt x="14" y="66"/>
                    <a:pt x="15" y="66"/>
                  </a:cubicBezTo>
                  <a:cubicBezTo>
                    <a:pt x="16" y="66"/>
                    <a:pt x="16" y="66"/>
                    <a:pt x="17" y="66"/>
                  </a:cubicBezTo>
                  <a:cubicBezTo>
                    <a:pt x="17" y="66"/>
                    <a:pt x="17" y="66"/>
                    <a:pt x="17" y="66"/>
                  </a:cubicBezTo>
                  <a:cubicBezTo>
                    <a:pt x="17" y="66"/>
                    <a:pt x="17" y="66"/>
                    <a:pt x="17" y="66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7" y="49"/>
                    <a:pt x="17" y="48"/>
                    <a:pt x="17" y="48"/>
                  </a:cubicBezTo>
                  <a:cubicBezTo>
                    <a:pt x="17" y="47"/>
                    <a:pt x="17" y="45"/>
                    <a:pt x="18" y="44"/>
                  </a:cubicBezTo>
                  <a:cubicBezTo>
                    <a:pt x="18" y="44"/>
                    <a:pt x="19" y="44"/>
                    <a:pt x="20" y="44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125" y="44"/>
                    <a:pt x="125" y="44"/>
                    <a:pt x="125" y="44"/>
                  </a:cubicBezTo>
                  <a:cubicBezTo>
                    <a:pt x="125" y="44"/>
                    <a:pt x="126" y="44"/>
                    <a:pt x="126" y="45"/>
                  </a:cubicBezTo>
                  <a:cubicBezTo>
                    <a:pt x="126" y="65"/>
                    <a:pt x="126" y="65"/>
                    <a:pt x="126" y="65"/>
                  </a:cubicBezTo>
                  <a:cubicBezTo>
                    <a:pt x="107" y="65"/>
                    <a:pt x="107" y="65"/>
                    <a:pt x="107" y="65"/>
                  </a:cubicBezTo>
                  <a:cubicBezTo>
                    <a:pt x="107" y="65"/>
                    <a:pt x="106" y="65"/>
                    <a:pt x="106" y="66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06" y="85"/>
                    <a:pt x="107" y="85"/>
                    <a:pt x="107" y="85"/>
                  </a:cubicBezTo>
                  <a:cubicBezTo>
                    <a:pt x="166" y="85"/>
                    <a:pt x="166" y="85"/>
                    <a:pt x="166" y="85"/>
                  </a:cubicBezTo>
                  <a:cubicBezTo>
                    <a:pt x="166" y="85"/>
                    <a:pt x="166" y="85"/>
                    <a:pt x="166" y="85"/>
                  </a:cubicBezTo>
                  <a:cubicBezTo>
                    <a:pt x="166" y="65"/>
                    <a:pt x="166" y="65"/>
                    <a:pt x="166" y="65"/>
                  </a:cubicBezTo>
                  <a:cubicBezTo>
                    <a:pt x="166" y="65"/>
                    <a:pt x="166" y="65"/>
                    <a:pt x="166" y="65"/>
                  </a:cubicBezTo>
                  <a:cubicBezTo>
                    <a:pt x="128" y="65"/>
                    <a:pt x="128" y="65"/>
                    <a:pt x="128" y="65"/>
                  </a:cubicBezTo>
                  <a:cubicBezTo>
                    <a:pt x="128" y="45"/>
                    <a:pt x="128" y="45"/>
                    <a:pt x="128" y="45"/>
                  </a:cubicBezTo>
                  <a:cubicBezTo>
                    <a:pt x="128" y="43"/>
                    <a:pt x="126" y="42"/>
                    <a:pt x="125" y="42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3" y="6"/>
                    <a:pt x="53" y="6"/>
                    <a:pt x="53" y="5"/>
                  </a:cubicBezTo>
                  <a:cubicBezTo>
                    <a:pt x="53" y="3"/>
                    <a:pt x="53" y="1"/>
                    <a:pt x="54" y="1"/>
                  </a:cubicBezTo>
                  <a:cubicBezTo>
                    <a:pt x="54" y="1"/>
                    <a:pt x="55" y="1"/>
                    <a:pt x="56" y="1"/>
                  </a:cubicBezTo>
                  <a:cubicBezTo>
                    <a:pt x="56" y="1"/>
                    <a:pt x="57" y="1"/>
                    <a:pt x="57" y="1"/>
                  </a:cubicBezTo>
                  <a:cubicBezTo>
                    <a:pt x="165" y="1"/>
                    <a:pt x="165" y="1"/>
                    <a:pt x="165" y="1"/>
                  </a:cubicBezTo>
                  <a:cubicBezTo>
                    <a:pt x="166" y="1"/>
                    <a:pt x="166" y="1"/>
                    <a:pt x="167" y="2"/>
                  </a:cubicBezTo>
                  <a:cubicBezTo>
                    <a:pt x="167" y="2"/>
                    <a:pt x="167" y="3"/>
                    <a:pt x="167" y="3"/>
                  </a:cubicBezTo>
                  <a:cubicBezTo>
                    <a:pt x="167" y="4"/>
                    <a:pt x="167" y="31"/>
                    <a:pt x="167" y="64"/>
                  </a:cubicBezTo>
                  <a:cubicBezTo>
                    <a:pt x="167" y="73"/>
                    <a:pt x="167" y="81"/>
                    <a:pt x="167" y="85"/>
                  </a:cubicBezTo>
                  <a:cubicBezTo>
                    <a:pt x="167" y="85"/>
                    <a:pt x="167" y="85"/>
                    <a:pt x="168" y="85"/>
                  </a:cubicBezTo>
                  <a:cubicBezTo>
                    <a:pt x="174" y="85"/>
                    <a:pt x="174" y="85"/>
                    <a:pt x="174" y="85"/>
                  </a:cubicBezTo>
                  <a:cubicBezTo>
                    <a:pt x="175" y="85"/>
                    <a:pt x="175" y="85"/>
                    <a:pt x="175" y="85"/>
                  </a:cubicBezTo>
                  <a:cubicBezTo>
                    <a:pt x="177" y="85"/>
                    <a:pt x="178" y="85"/>
                    <a:pt x="179" y="86"/>
                  </a:cubicBezTo>
                  <a:cubicBezTo>
                    <a:pt x="179" y="86"/>
                    <a:pt x="179" y="86"/>
                    <a:pt x="179" y="86"/>
                  </a:cubicBezTo>
                  <a:cubicBezTo>
                    <a:pt x="179" y="87"/>
                    <a:pt x="179" y="87"/>
                    <a:pt x="178" y="8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7" name="Freeform 286"/>
            <p:cNvSpPr>
              <a:spLocks noEditPoints="1"/>
            </p:cNvSpPr>
            <p:nvPr userDrawn="1"/>
          </p:nvSpPr>
          <p:spPr bwMode="auto">
            <a:xfrm>
              <a:off x="11915775" y="4275138"/>
              <a:ext cx="14288" cy="160338"/>
            </a:xfrm>
            <a:custGeom>
              <a:avLst/>
              <a:gdLst>
                <a:gd name="T0" fmla="*/ 1 w 2"/>
                <a:gd name="T1" fmla="*/ 23 h 23"/>
                <a:gd name="T2" fmla="*/ 2 w 2"/>
                <a:gd name="T3" fmla="*/ 22 h 23"/>
                <a:gd name="T4" fmla="*/ 2 w 2"/>
                <a:gd name="T5" fmla="*/ 1 h 23"/>
                <a:gd name="T6" fmla="*/ 1 w 2"/>
                <a:gd name="T7" fmla="*/ 0 h 23"/>
                <a:gd name="T8" fmla="*/ 0 w 2"/>
                <a:gd name="T9" fmla="*/ 1 h 23"/>
                <a:gd name="T10" fmla="*/ 0 w 2"/>
                <a:gd name="T11" fmla="*/ 22 h 23"/>
                <a:gd name="T12" fmla="*/ 1 w 2"/>
                <a:gd name="T13" fmla="*/ 23 h 23"/>
                <a:gd name="T14" fmla="*/ 1 w 2"/>
                <a:gd name="T15" fmla="*/ 1 h 23"/>
                <a:gd name="T16" fmla="*/ 1 w 2"/>
                <a:gd name="T17" fmla="*/ 1 h 23"/>
                <a:gd name="T18" fmla="*/ 1 w 2"/>
                <a:gd name="T19" fmla="*/ 1 h 23"/>
                <a:gd name="T20" fmla="*/ 1 w 2"/>
                <a:gd name="T21" fmla="*/ 22 h 23"/>
                <a:gd name="T22" fmla="*/ 1 w 2"/>
                <a:gd name="T23" fmla="*/ 22 h 23"/>
                <a:gd name="T24" fmla="*/ 1 w 2"/>
                <a:gd name="T25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23">
                  <a:moveTo>
                    <a:pt x="1" y="23"/>
                  </a:moveTo>
                  <a:cubicBezTo>
                    <a:pt x="1" y="23"/>
                    <a:pt x="2" y="23"/>
                    <a:pt x="2" y="2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3"/>
                    <a:pt x="0" y="23"/>
                    <a:pt x="1" y="23"/>
                  </a:cubicBezTo>
                  <a:close/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22"/>
                    <a:pt x="1" y="22"/>
                    <a:pt x="1" y="22"/>
                  </a:cubicBezTo>
                  <a:cubicBezTo>
                    <a:pt x="1" y="22"/>
                    <a:pt x="1" y="22"/>
                    <a:pt x="1" y="22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" name="Freeform 287"/>
            <p:cNvSpPr>
              <a:spLocks noEditPoints="1"/>
            </p:cNvSpPr>
            <p:nvPr userDrawn="1"/>
          </p:nvSpPr>
          <p:spPr bwMode="auto">
            <a:xfrm>
              <a:off x="11736388" y="4568825"/>
              <a:ext cx="12700" cy="90488"/>
            </a:xfrm>
            <a:custGeom>
              <a:avLst/>
              <a:gdLst>
                <a:gd name="T0" fmla="*/ 1 w 2"/>
                <a:gd name="T1" fmla="*/ 13 h 13"/>
                <a:gd name="T2" fmla="*/ 2 w 2"/>
                <a:gd name="T3" fmla="*/ 12 h 13"/>
                <a:gd name="T4" fmla="*/ 2 w 2"/>
                <a:gd name="T5" fmla="*/ 1 h 13"/>
                <a:gd name="T6" fmla="*/ 1 w 2"/>
                <a:gd name="T7" fmla="*/ 0 h 13"/>
                <a:gd name="T8" fmla="*/ 0 w 2"/>
                <a:gd name="T9" fmla="*/ 1 h 13"/>
                <a:gd name="T10" fmla="*/ 0 w 2"/>
                <a:gd name="T11" fmla="*/ 12 h 13"/>
                <a:gd name="T12" fmla="*/ 1 w 2"/>
                <a:gd name="T13" fmla="*/ 13 h 13"/>
                <a:gd name="T14" fmla="*/ 1 w 2"/>
                <a:gd name="T15" fmla="*/ 1 h 13"/>
                <a:gd name="T16" fmla="*/ 1 w 2"/>
                <a:gd name="T17" fmla="*/ 1 h 13"/>
                <a:gd name="T18" fmla="*/ 1 w 2"/>
                <a:gd name="T19" fmla="*/ 1 h 13"/>
                <a:gd name="T20" fmla="*/ 1 w 2"/>
                <a:gd name="T21" fmla="*/ 12 h 13"/>
                <a:gd name="T22" fmla="*/ 1 w 2"/>
                <a:gd name="T23" fmla="*/ 12 h 13"/>
                <a:gd name="T24" fmla="*/ 1 w 2"/>
                <a:gd name="T25" fmla="*/ 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13">
                  <a:moveTo>
                    <a:pt x="1" y="13"/>
                  </a:moveTo>
                  <a:cubicBezTo>
                    <a:pt x="2" y="13"/>
                    <a:pt x="2" y="13"/>
                    <a:pt x="2" y="1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3"/>
                    <a:pt x="0" y="13"/>
                    <a:pt x="1" y="13"/>
                  </a:cubicBezTo>
                  <a:close/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" name="Freeform 288"/>
            <p:cNvSpPr>
              <a:spLocks noEditPoints="1"/>
            </p:cNvSpPr>
            <p:nvPr userDrawn="1"/>
          </p:nvSpPr>
          <p:spPr bwMode="auto">
            <a:xfrm>
              <a:off x="11845925" y="4476750"/>
              <a:ext cx="242888" cy="182563"/>
            </a:xfrm>
            <a:custGeom>
              <a:avLst/>
              <a:gdLst>
                <a:gd name="T0" fmla="*/ 35 w 35"/>
                <a:gd name="T1" fmla="*/ 0 h 26"/>
                <a:gd name="T2" fmla="*/ 0 w 35"/>
                <a:gd name="T3" fmla="*/ 0 h 26"/>
                <a:gd name="T4" fmla="*/ 0 w 35"/>
                <a:gd name="T5" fmla="*/ 1 h 26"/>
                <a:gd name="T6" fmla="*/ 0 w 35"/>
                <a:gd name="T7" fmla="*/ 25 h 26"/>
                <a:gd name="T8" fmla="*/ 0 w 35"/>
                <a:gd name="T9" fmla="*/ 26 h 26"/>
                <a:gd name="T10" fmla="*/ 35 w 35"/>
                <a:gd name="T11" fmla="*/ 26 h 26"/>
                <a:gd name="T12" fmla="*/ 35 w 35"/>
                <a:gd name="T13" fmla="*/ 25 h 26"/>
                <a:gd name="T14" fmla="*/ 35 w 35"/>
                <a:gd name="T15" fmla="*/ 1 h 26"/>
                <a:gd name="T16" fmla="*/ 35 w 35"/>
                <a:gd name="T17" fmla="*/ 0 h 26"/>
                <a:gd name="T18" fmla="*/ 34 w 35"/>
                <a:gd name="T19" fmla="*/ 25 h 26"/>
                <a:gd name="T20" fmla="*/ 1 w 35"/>
                <a:gd name="T21" fmla="*/ 25 h 26"/>
                <a:gd name="T22" fmla="*/ 1 w 35"/>
                <a:gd name="T23" fmla="*/ 1 h 26"/>
                <a:gd name="T24" fmla="*/ 34 w 35"/>
                <a:gd name="T25" fmla="*/ 1 h 26"/>
                <a:gd name="T26" fmla="*/ 34 w 35"/>
                <a:gd name="T27" fmla="*/ 25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5" h="26">
                  <a:moveTo>
                    <a:pt x="3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6"/>
                    <a:pt x="35" y="26"/>
                    <a:pt x="35" y="25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35" y="0"/>
                    <a:pt x="35" y="0"/>
                    <a:pt x="35" y="0"/>
                  </a:cubicBezTo>
                  <a:close/>
                  <a:moveTo>
                    <a:pt x="34" y="25"/>
                  </a:moveTo>
                  <a:cubicBezTo>
                    <a:pt x="1" y="25"/>
                    <a:pt x="1" y="25"/>
                    <a:pt x="1" y="25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34" y="1"/>
                    <a:pt x="34" y="1"/>
                    <a:pt x="34" y="1"/>
                  </a:cubicBezTo>
                  <a:lnTo>
                    <a:pt x="34" y="2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0" name="Freeform 289"/>
            <p:cNvSpPr>
              <a:spLocks noEditPoints="1"/>
            </p:cNvSpPr>
            <p:nvPr userDrawn="1"/>
          </p:nvSpPr>
          <p:spPr bwMode="auto">
            <a:xfrm>
              <a:off x="11804650" y="4275138"/>
              <a:ext cx="14288" cy="215900"/>
            </a:xfrm>
            <a:custGeom>
              <a:avLst/>
              <a:gdLst>
                <a:gd name="T0" fmla="*/ 1 w 2"/>
                <a:gd name="T1" fmla="*/ 0 h 31"/>
                <a:gd name="T2" fmla="*/ 0 w 2"/>
                <a:gd name="T3" fmla="*/ 2 h 31"/>
                <a:gd name="T4" fmla="*/ 0 w 2"/>
                <a:gd name="T5" fmla="*/ 30 h 31"/>
                <a:gd name="T6" fmla="*/ 1 w 2"/>
                <a:gd name="T7" fmla="*/ 31 h 31"/>
                <a:gd name="T8" fmla="*/ 2 w 2"/>
                <a:gd name="T9" fmla="*/ 30 h 31"/>
                <a:gd name="T10" fmla="*/ 2 w 2"/>
                <a:gd name="T11" fmla="*/ 2 h 31"/>
                <a:gd name="T12" fmla="*/ 1 w 2"/>
                <a:gd name="T13" fmla="*/ 0 h 31"/>
                <a:gd name="T14" fmla="*/ 1 w 2"/>
                <a:gd name="T15" fmla="*/ 30 h 31"/>
                <a:gd name="T16" fmla="*/ 1 w 2"/>
                <a:gd name="T17" fmla="*/ 30 h 31"/>
                <a:gd name="T18" fmla="*/ 1 w 2"/>
                <a:gd name="T19" fmla="*/ 2 h 31"/>
                <a:gd name="T20" fmla="*/ 1 w 2"/>
                <a:gd name="T21" fmla="*/ 1 h 31"/>
                <a:gd name="T22" fmla="*/ 1 w 2"/>
                <a:gd name="T23" fmla="*/ 2 h 31"/>
                <a:gd name="T24" fmla="*/ 1 w 2"/>
                <a:gd name="T25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31">
                  <a:moveTo>
                    <a:pt x="1" y="0"/>
                  </a:moveTo>
                  <a:cubicBezTo>
                    <a:pt x="0" y="0"/>
                    <a:pt x="0" y="1"/>
                    <a:pt x="0" y="2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1"/>
                    <a:pt x="0" y="31"/>
                    <a:pt x="1" y="31"/>
                  </a:cubicBezTo>
                  <a:cubicBezTo>
                    <a:pt x="2" y="31"/>
                    <a:pt x="2" y="31"/>
                    <a:pt x="2" y="30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0"/>
                    <a:pt x="1" y="0"/>
                  </a:cubicBezTo>
                  <a:close/>
                  <a:moveTo>
                    <a:pt x="1" y="30"/>
                  </a:moveTo>
                  <a:cubicBezTo>
                    <a:pt x="1" y="30"/>
                    <a:pt x="1" y="30"/>
                    <a:pt x="1" y="3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2"/>
                  </a:cubicBezTo>
                  <a:lnTo>
                    <a:pt x="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1" name="Freeform 290"/>
            <p:cNvSpPr>
              <a:spLocks noEditPoints="1"/>
            </p:cNvSpPr>
            <p:nvPr userDrawn="1"/>
          </p:nvSpPr>
          <p:spPr bwMode="auto">
            <a:xfrm>
              <a:off x="11542713" y="4568825"/>
              <a:ext cx="20638" cy="133350"/>
            </a:xfrm>
            <a:custGeom>
              <a:avLst/>
              <a:gdLst>
                <a:gd name="T0" fmla="*/ 2 w 3"/>
                <a:gd name="T1" fmla="*/ 19 h 19"/>
                <a:gd name="T2" fmla="*/ 3 w 3"/>
                <a:gd name="T3" fmla="*/ 18 h 19"/>
                <a:gd name="T4" fmla="*/ 3 w 3"/>
                <a:gd name="T5" fmla="*/ 1 h 19"/>
                <a:gd name="T6" fmla="*/ 2 w 3"/>
                <a:gd name="T7" fmla="*/ 0 h 19"/>
                <a:gd name="T8" fmla="*/ 0 w 3"/>
                <a:gd name="T9" fmla="*/ 1 h 19"/>
                <a:gd name="T10" fmla="*/ 0 w 3"/>
                <a:gd name="T11" fmla="*/ 18 h 19"/>
                <a:gd name="T12" fmla="*/ 2 w 3"/>
                <a:gd name="T13" fmla="*/ 19 h 19"/>
                <a:gd name="T14" fmla="*/ 1 w 3"/>
                <a:gd name="T15" fmla="*/ 1 h 19"/>
                <a:gd name="T16" fmla="*/ 2 w 3"/>
                <a:gd name="T17" fmla="*/ 1 h 19"/>
                <a:gd name="T18" fmla="*/ 2 w 3"/>
                <a:gd name="T19" fmla="*/ 1 h 19"/>
                <a:gd name="T20" fmla="*/ 2 w 3"/>
                <a:gd name="T21" fmla="*/ 18 h 19"/>
                <a:gd name="T22" fmla="*/ 1 w 3"/>
                <a:gd name="T23" fmla="*/ 18 h 19"/>
                <a:gd name="T24" fmla="*/ 1 w 3"/>
                <a:gd name="T25" fmla="*/ 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" h="19">
                  <a:moveTo>
                    <a:pt x="2" y="19"/>
                  </a:moveTo>
                  <a:cubicBezTo>
                    <a:pt x="2" y="19"/>
                    <a:pt x="3" y="19"/>
                    <a:pt x="3" y="18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9"/>
                    <a:pt x="1" y="19"/>
                    <a:pt x="2" y="19"/>
                  </a:cubicBezTo>
                  <a:close/>
                  <a:moveTo>
                    <a:pt x="1" y="1"/>
                  </a:moveTo>
                  <a:cubicBezTo>
                    <a:pt x="1" y="1"/>
                    <a:pt x="1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2" y="18"/>
                    <a:pt x="1" y="18"/>
                    <a:pt x="1" y="18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2" name="Freeform 291"/>
            <p:cNvSpPr>
              <a:spLocks noEditPoints="1"/>
            </p:cNvSpPr>
            <p:nvPr userDrawn="1"/>
          </p:nvSpPr>
          <p:spPr bwMode="auto">
            <a:xfrm>
              <a:off x="11363325" y="4275138"/>
              <a:ext cx="12700" cy="215900"/>
            </a:xfrm>
            <a:custGeom>
              <a:avLst/>
              <a:gdLst>
                <a:gd name="T0" fmla="*/ 1 w 2"/>
                <a:gd name="T1" fmla="*/ 0 h 31"/>
                <a:gd name="T2" fmla="*/ 0 w 2"/>
                <a:gd name="T3" fmla="*/ 2 h 31"/>
                <a:gd name="T4" fmla="*/ 0 w 2"/>
                <a:gd name="T5" fmla="*/ 30 h 31"/>
                <a:gd name="T6" fmla="*/ 1 w 2"/>
                <a:gd name="T7" fmla="*/ 31 h 31"/>
                <a:gd name="T8" fmla="*/ 2 w 2"/>
                <a:gd name="T9" fmla="*/ 30 h 31"/>
                <a:gd name="T10" fmla="*/ 2 w 2"/>
                <a:gd name="T11" fmla="*/ 2 h 31"/>
                <a:gd name="T12" fmla="*/ 1 w 2"/>
                <a:gd name="T13" fmla="*/ 0 h 31"/>
                <a:gd name="T14" fmla="*/ 2 w 2"/>
                <a:gd name="T15" fmla="*/ 30 h 31"/>
                <a:gd name="T16" fmla="*/ 1 w 2"/>
                <a:gd name="T17" fmla="*/ 30 h 31"/>
                <a:gd name="T18" fmla="*/ 1 w 2"/>
                <a:gd name="T19" fmla="*/ 2 h 31"/>
                <a:gd name="T20" fmla="*/ 1 w 2"/>
                <a:gd name="T21" fmla="*/ 1 h 31"/>
                <a:gd name="T22" fmla="*/ 2 w 2"/>
                <a:gd name="T23" fmla="*/ 2 h 31"/>
                <a:gd name="T24" fmla="*/ 2 w 2"/>
                <a:gd name="T25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31">
                  <a:moveTo>
                    <a:pt x="1" y="0"/>
                  </a:moveTo>
                  <a:cubicBezTo>
                    <a:pt x="1" y="0"/>
                    <a:pt x="0" y="1"/>
                    <a:pt x="0" y="2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1"/>
                    <a:pt x="1" y="31"/>
                    <a:pt x="1" y="31"/>
                  </a:cubicBezTo>
                  <a:cubicBezTo>
                    <a:pt x="2" y="31"/>
                    <a:pt x="2" y="31"/>
                    <a:pt x="2" y="30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0"/>
                    <a:pt x="1" y="0"/>
                  </a:cubicBezTo>
                  <a:close/>
                  <a:moveTo>
                    <a:pt x="2" y="30"/>
                  </a:moveTo>
                  <a:cubicBezTo>
                    <a:pt x="2" y="30"/>
                    <a:pt x="1" y="30"/>
                    <a:pt x="1" y="3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2" y="1"/>
                    <a:pt x="2" y="2"/>
                  </a:cubicBezTo>
                  <a:lnTo>
                    <a:pt x="2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3" name="Freeform 292"/>
            <p:cNvSpPr>
              <a:spLocks noEditPoints="1"/>
            </p:cNvSpPr>
            <p:nvPr userDrawn="1"/>
          </p:nvSpPr>
          <p:spPr bwMode="auto">
            <a:xfrm>
              <a:off x="11425238" y="4589463"/>
              <a:ext cx="61913" cy="112713"/>
            </a:xfrm>
            <a:custGeom>
              <a:avLst/>
              <a:gdLst>
                <a:gd name="T0" fmla="*/ 1 w 9"/>
                <a:gd name="T1" fmla="*/ 16 h 16"/>
                <a:gd name="T2" fmla="*/ 8 w 9"/>
                <a:gd name="T3" fmla="*/ 16 h 16"/>
                <a:gd name="T4" fmla="*/ 9 w 9"/>
                <a:gd name="T5" fmla="*/ 15 h 16"/>
                <a:gd name="T6" fmla="*/ 9 w 9"/>
                <a:gd name="T7" fmla="*/ 1 h 16"/>
                <a:gd name="T8" fmla="*/ 8 w 9"/>
                <a:gd name="T9" fmla="*/ 0 h 16"/>
                <a:gd name="T10" fmla="*/ 1 w 9"/>
                <a:gd name="T11" fmla="*/ 0 h 16"/>
                <a:gd name="T12" fmla="*/ 0 w 9"/>
                <a:gd name="T13" fmla="*/ 1 h 16"/>
                <a:gd name="T14" fmla="*/ 0 w 9"/>
                <a:gd name="T15" fmla="*/ 15 h 16"/>
                <a:gd name="T16" fmla="*/ 1 w 9"/>
                <a:gd name="T17" fmla="*/ 16 h 16"/>
                <a:gd name="T18" fmla="*/ 1 w 9"/>
                <a:gd name="T19" fmla="*/ 1 h 16"/>
                <a:gd name="T20" fmla="*/ 8 w 9"/>
                <a:gd name="T21" fmla="*/ 1 h 16"/>
                <a:gd name="T22" fmla="*/ 8 w 9"/>
                <a:gd name="T23" fmla="*/ 15 h 16"/>
                <a:gd name="T24" fmla="*/ 1 w 9"/>
                <a:gd name="T25" fmla="*/ 15 h 16"/>
                <a:gd name="T26" fmla="*/ 1 w 9"/>
                <a:gd name="T27" fmla="*/ 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" h="16">
                  <a:moveTo>
                    <a:pt x="1" y="16"/>
                  </a:moveTo>
                  <a:cubicBezTo>
                    <a:pt x="8" y="16"/>
                    <a:pt x="8" y="16"/>
                    <a:pt x="8" y="16"/>
                  </a:cubicBezTo>
                  <a:cubicBezTo>
                    <a:pt x="8" y="16"/>
                    <a:pt x="9" y="15"/>
                    <a:pt x="9" y="15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8" y="0"/>
                    <a:pt x="8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5"/>
                    <a:pt x="0" y="16"/>
                    <a:pt x="1" y="16"/>
                  </a:cubicBezTo>
                  <a:close/>
                  <a:moveTo>
                    <a:pt x="1" y="1"/>
                  </a:moveTo>
                  <a:cubicBezTo>
                    <a:pt x="8" y="1"/>
                    <a:pt x="8" y="1"/>
                    <a:pt x="8" y="1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1" y="15"/>
                    <a:pt x="1" y="15"/>
                    <a:pt x="1" y="15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4" name="Freeform 293"/>
            <p:cNvSpPr>
              <a:spLocks noEditPoints="1"/>
            </p:cNvSpPr>
            <p:nvPr userDrawn="1"/>
          </p:nvSpPr>
          <p:spPr bwMode="auto">
            <a:xfrm>
              <a:off x="11695113" y="4275138"/>
              <a:ext cx="12700" cy="215900"/>
            </a:xfrm>
            <a:custGeom>
              <a:avLst/>
              <a:gdLst>
                <a:gd name="T0" fmla="*/ 1 w 2"/>
                <a:gd name="T1" fmla="*/ 0 h 31"/>
                <a:gd name="T2" fmla="*/ 0 w 2"/>
                <a:gd name="T3" fmla="*/ 2 h 31"/>
                <a:gd name="T4" fmla="*/ 0 w 2"/>
                <a:gd name="T5" fmla="*/ 30 h 31"/>
                <a:gd name="T6" fmla="*/ 1 w 2"/>
                <a:gd name="T7" fmla="*/ 31 h 31"/>
                <a:gd name="T8" fmla="*/ 2 w 2"/>
                <a:gd name="T9" fmla="*/ 30 h 31"/>
                <a:gd name="T10" fmla="*/ 2 w 2"/>
                <a:gd name="T11" fmla="*/ 2 h 31"/>
                <a:gd name="T12" fmla="*/ 1 w 2"/>
                <a:gd name="T13" fmla="*/ 0 h 31"/>
                <a:gd name="T14" fmla="*/ 1 w 2"/>
                <a:gd name="T15" fmla="*/ 30 h 31"/>
                <a:gd name="T16" fmla="*/ 1 w 2"/>
                <a:gd name="T17" fmla="*/ 30 h 31"/>
                <a:gd name="T18" fmla="*/ 1 w 2"/>
                <a:gd name="T19" fmla="*/ 2 h 31"/>
                <a:gd name="T20" fmla="*/ 1 w 2"/>
                <a:gd name="T21" fmla="*/ 1 h 31"/>
                <a:gd name="T22" fmla="*/ 1 w 2"/>
                <a:gd name="T23" fmla="*/ 2 h 31"/>
                <a:gd name="T24" fmla="*/ 1 w 2"/>
                <a:gd name="T25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31">
                  <a:moveTo>
                    <a:pt x="1" y="0"/>
                  </a:moveTo>
                  <a:cubicBezTo>
                    <a:pt x="0" y="0"/>
                    <a:pt x="0" y="1"/>
                    <a:pt x="0" y="2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1"/>
                    <a:pt x="0" y="31"/>
                    <a:pt x="1" y="31"/>
                  </a:cubicBezTo>
                  <a:cubicBezTo>
                    <a:pt x="2" y="31"/>
                    <a:pt x="2" y="31"/>
                    <a:pt x="2" y="30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0"/>
                    <a:pt x="1" y="0"/>
                  </a:cubicBezTo>
                  <a:close/>
                  <a:moveTo>
                    <a:pt x="1" y="30"/>
                  </a:moveTo>
                  <a:cubicBezTo>
                    <a:pt x="1" y="30"/>
                    <a:pt x="1" y="30"/>
                    <a:pt x="1" y="3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2"/>
                  </a:cubicBezTo>
                  <a:lnTo>
                    <a:pt x="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5" name="Freeform 294"/>
            <p:cNvSpPr>
              <a:spLocks noEditPoints="1"/>
            </p:cNvSpPr>
            <p:nvPr userDrawn="1"/>
          </p:nvSpPr>
          <p:spPr bwMode="auto">
            <a:xfrm>
              <a:off x="11583988" y="4275138"/>
              <a:ext cx="14288" cy="215900"/>
            </a:xfrm>
            <a:custGeom>
              <a:avLst/>
              <a:gdLst>
                <a:gd name="T0" fmla="*/ 1 w 2"/>
                <a:gd name="T1" fmla="*/ 0 h 31"/>
                <a:gd name="T2" fmla="*/ 0 w 2"/>
                <a:gd name="T3" fmla="*/ 2 h 31"/>
                <a:gd name="T4" fmla="*/ 0 w 2"/>
                <a:gd name="T5" fmla="*/ 30 h 31"/>
                <a:gd name="T6" fmla="*/ 1 w 2"/>
                <a:gd name="T7" fmla="*/ 31 h 31"/>
                <a:gd name="T8" fmla="*/ 2 w 2"/>
                <a:gd name="T9" fmla="*/ 30 h 31"/>
                <a:gd name="T10" fmla="*/ 2 w 2"/>
                <a:gd name="T11" fmla="*/ 2 h 31"/>
                <a:gd name="T12" fmla="*/ 1 w 2"/>
                <a:gd name="T13" fmla="*/ 0 h 31"/>
                <a:gd name="T14" fmla="*/ 1 w 2"/>
                <a:gd name="T15" fmla="*/ 30 h 31"/>
                <a:gd name="T16" fmla="*/ 1 w 2"/>
                <a:gd name="T17" fmla="*/ 30 h 31"/>
                <a:gd name="T18" fmla="*/ 1 w 2"/>
                <a:gd name="T19" fmla="*/ 2 h 31"/>
                <a:gd name="T20" fmla="*/ 1 w 2"/>
                <a:gd name="T21" fmla="*/ 1 h 31"/>
                <a:gd name="T22" fmla="*/ 1 w 2"/>
                <a:gd name="T23" fmla="*/ 2 h 31"/>
                <a:gd name="T24" fmla="*/ 1 w 2"/>
                <a:gd name="T25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31">
                  <a:moveTo>
                    <a:pt x="1" y="0"/>
                  </a:moveTo>
                  <a:cubicBezTo>
                    <a:pt x="1" y="0"/>
                    <a:pt x="0" y="1"/>
                    <a:pt x="0" y="2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1"/>
                    <a:pt x="1" y="31"/>
                    <a:pt x="1" y="31"/>
                  </a:cubicBezTo>
                  <a:cubicBezTo>
                    <a:pt x="2" y="31"/>
                    <a:pt x="2" y="31"/>
                    <a:pt x="2" y="30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0"/>
                    <a:pt x="1" y="0"/>
                  </a:cubicBezTo>
                  <a:close/>
                  <a:moveTo>
                    <a:pt x="1" y="30"/>
                  </a:moveTo>
                  <a:cubicBezTo>
                    <a:pt x="1" y="30"/>
                    <a:pt x="1" y="30"/>
                    <a:pt x="1" y="3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2"/>
                  </a:cubicBezTo>
                  <a:lnTo>
                    <a:pt x="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6" name="Freeform 295"/>
            <p:cNvSpPr>
              <a:spLocks noEditPoints="1"/>
            </p:cNvSpPr>
            <p:nvPr userDrawn="1"/>
          </p:nvSpPr>
          <p:spPr bwMode="auto">
            <a:xfrm>
              <a:off x="11472863" y="4275138"/>
              <a:ext cx="14288" cy="215900"/>
            </a:xfrm>
            <a:custGeom>
              <a:avLst/>
              <a:gdLst>
                <a:gd name="T0" fmla="*/ 1 w 2"/>
                <a:gd name="T1" fmla="*/ 0 h 31"/>
                <a:gd name="T2" fmla="*/ 0 w 2"/>
                <a:gd name="T3" fmla="*/ 2 h 31"/>
                <a:gd name="T4" fmla="*/ 0 w 2"/>
                <a:gd name="T5" fmla="*/ 30 h 31"/>
                <a:gd name="T6" fmla="*/ 1 w 2"/>
                <a:gd name="T7" fmla="*/ 31 h 31"/>
                <a:gd name="T8" fmla="*/ 2 w 2"/>
                <a:gd name="T9" fmla="*/ 30 h 31"/>
                <a:gd name="T10" fmla="*/ 2 w 2"/>
                <a:gd name="T11" fmla="*/ 2 h 31"/>
                <a:gd name="T12" fmla="*/ 1 w 2"/>
                <a:gd name="T13" fmla="*/ 0 h 31"/>
                <a:gd name="T14" fmla="*/ 1 w 2"/>
                <a:gd name="T15" fmla="*/ 30 h 31"/>
                <a:gd name="T16" fmla="*/ 1 w 2"/>
                <a:gd name="T17" fmla="*/ 30 h 31"/>
                <a:gd name="T18" fmla="*/ 1 w 2"/>
                <a:gd name="T19" fmla="*/ 2 h 31"/>
                <a:gd name="T20" fmla="*/ 1 w 2"/>
                <a:gd name="T21" fmla="*/ 1 h 31"/>
                <a:gd name="T22" fmla="*/ 1 w 2"/>
                <a:gd name="T23" fmla="*/ 2 h 31"/>
                <a:gd name="T24" fmla="*/ 1 w 2"/>
                <a:gd name="T25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31">
                  <a:moveTo>
                    <a:pt x="1" y="0"/>
                  </a:moveTo>
                  <a:cubicBezTo>
                    <a:pt x="1" y="0"/>
                    <a:pt x="0" y="1"/>
                    <a:pt x="0" y="2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1"/>
                    <a:pt x="1" y="31"/>
                    <a:pt x="1" y="31"/>
                  </a:cubicBezTo>
                  <a:cubicBezTo>
                    <a:pt x="2" y="31"/>
                    <a:pt x="2" y="31"/>
                    <a:pt x="2" y="30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0"/>
                    <a:pt x="1" y="0"/>
                  </a:cubicBezTo>
                  <a:close/>
                  <a:moveTo>
                    <a:pt x="1" y="30"/>
                  </a:moveTo>
                  <a:cubicBezTo>
                    <a:pt x="1" y="30"/>
                    <a:pt x="1" y="30"/>
                    <a:pt x="1" y="3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2"/>
                  </a:cubicBezTo>
                  <a:lnTo>
                    <a:pt x="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7" name="Freeform 296"/>
            <p:cNvSpPr>
              <a:spLocks noEditPoints="1"/>
            </p:cNvSpPr>
            <p:nvPr userDrawn="1"/>
          </p:nvSpPr>
          <p:spPr bwMode="auto">
            <a:xfrm>
              <a:off x="11064875" y="4799013"/>
              <a:ext cx="560388" cy="22225"/>
            </a:xfrm>
            <a:custGeom>
              <a:avLst/>
              <a:gdLst>
                <a:gd name="T0" fmla="*/ 80 w 81"/>
                <a:gd name="T1" fmla="*/ 0 h 3"/>
                <a:gd name="T2" fmla="*/ 1 w 81"/>
                <a:gd name="T3" fmla="*/ 0 h 3"/>
                <a:gd name="T4" fmla="*/ 0 w 81"/>
                <a:gd name="T5" fmla="*/ 0 h 3"/>
                <a:gd name="T6" fmla="*/ 0 w 81"/>
                <a:gd name="T7" fmla="*/ 3 h 3"/>
                <a:gd name="T8" fmla="*/ 1 w 81"/>
                <a:gd name="T9" fmla="*/ 3 h 3"/>
                <a:gd name="T10" fmla="*/ 80 w 81"/>
                <a:gd name="T11" fmla="*/ 3 h 3"/>
                <a:gd name="T12" fmla="*/ 81 w 81"/>
                <a:gd name="T13" fmla="*/ 3 h 3"/>
                <a:gd name="T14" fmla="*/ 81 w 81"/>
                <a:gd name="T15" fmla="*/ 0 h 3"/>
                <a:gd name="T16" fmla="*/ 80 w 81"/>
                <a:gd name="T17" fmla="*/ 0 h 3"/>
                <a:gd name="T18" fmla="*/ 80 w 81"/>
                <a:gd name="T19" fmla="*/ 2 h 3"/>
                <a:gd name="T20" fmla="*/ 1 w 81"/>
                <a:gd name="T21" fmla="*/ 2 h 3"/>
                <a:gd name="T22" fmla="*/ 1 w 81"/>
                <a:gd name="T23" fmla="*/ 1 h 3"/>
                <a:gd name="T24" fmla="*/ 80 w 81"/>
                <a:gd name="T25" fmla="*/ 1 h 3"/>
                <a:gd name="T26" fmla="*/ 80 w 81"/>
                <a:gd name="T2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1" h="3">
                  <a:moveTo>
                    <a:pt x="80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1" y="3"/>
                  </a:cubicBezTo>
                  <a:cubicBezTo>
                    <a:pt x="80" y="3"/>
                    <a:pt x="80" y="3"/>
                    <a:pt x="80" y="3"/>
                  </a:cubicBezTo>
                  <a:cubicBezTo>
                    <a:pt x="81" y="3"/>
                    <a:pt x="81" y="3"/>
                    <a:pt x="81" y="3"/>
                  </a:cubicBez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81" y="0"/>
                    <a:pt x="80" y="0"/>
                  </a:cubicBezTo>
                  <a:close/>
                  <a:moveTo>
                    <a:pt x="80" y="2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80" y="1"/>
                    <a:pt x="80" y="1"/>
                    <a:pt x="80" y="1"/>
                  </a:cubicBezTo>
                  <a:lnTo>
                    <a:pt x="80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8" name="Freeform 297"/>
            <p:cNvSpPr>
              <a:spLocks noEditPoints="1"/>
            </p:cNvSpPr>
            <p:nvPr userDrawn="1"/>
          </p:nvSpPr>
          <p:spPr bwMode="auto">
            <a:xfrm>
              <a:off x="11639550" y="4568825"/>
              <a:ext cx="12700" cy="133350"/>
            </a:xfrm>
            <a:custGeom>
              <a:avLst/>
              <a:gdLst>
                <a:gd name="T0" fmla="*/ 1 w 2"/>
                <a:gd name="T1" fmla="*/ 0 h 19"/>
                <a:gd name="T2" fmla="*/ 0 w 2"/>
                <a:gd name="T3" fmla="*/ 1 h 19"/>
                <a:gd name="T4" fmla="*/ 0 w 2"/>
                <a:gd name="T5" fmla="*/ 18 h 19"/>
                <a:gd name="T6" fmla="*/ 1 w 2"/>
                <a:gd name="T7" fmla="*/ 19 h 19"/>
                <a:gd name="T8" fmla="*/ 2 w 2"/>
                <a:gd name="T9" fmla="*/ 18 h 19"/>
                <a:gd name="T10" fmla="*/ 2 w 2"/>
                <a:gd name="T11" fmla="*/ 1 h 19"/>
                <a:gd name="T12" fmla="*/ 1 w 2"/>
                <a:gd name="T13" fmla="*/ 0 h 19"/>
                <a:gd name="T14" fmla="*/ 1 w 2"/>
                <a:gd name="T15" fmla="*/ 18 h 19"/>
                <a:gd name="T16" fmla="*/ 1 w 2"/>
                <a:gd name="T17" fmla="*/ 18 h 19"/>
                <a:gd name="T18" fmla="*/ 1 w 2"/>
                <a:gd name="T19" fmla="*/ 1 h 19"/>
                <a:gd name="T20" fmla="*/ 1 w 2"/>
                <a:gd name="T21" fmla="*/ 1 h 19"/>
                <a:gd name="T22" fmla="*/ 1 w 2"/>
                <a:gd name="T23" fmla="*/ 1 h 19"/>
                <a:gd name="T24" fmla="*/ 1 w 2"/>
                <a:gd name="T25" fmla="*/ 1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19">
                  <a:moveTo>
                    <a:pt x="1" y="0"/>
                  </a:move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9"/>
                    <a:pt x="1" y="19"/>
                    <a:pt x="1" y="19"/>
                  </a:cubicBezTo>
                  <a:cubicBezTo>
                    <a:pt x="2" y="19"/>
                    <a:pt x="2" y="19"/>
                    <a:pt x="2" y="18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1" y="0"/>
                  </a:cubicBezTo>
                  <a:close/>
                  <a:moveTo>
                    <a:pt x="1" y="18"/>
                  </a:moveTo>
                  <a:cubicBezTo>
                    <a:pt x="1" y="18"/>
                    <a:pt x="1" y="18"/>
                    <a:pt x="1" y="18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lnTo>
                    <a:pt x="1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9" name="Freeform 298"/>
            <p:cNvSpPr>
              <a:spLocks noEditPoints="1"/>
            </p:cNvSpPr>
            <p:nvPr userDrawn="1"/>
          </p:nvSpPr>
          <p:spPr bwMode="auto">
            <a:xfrm>
              <a:off x="11064875" y="4743450"/>
              <a:ext cx="484188" cy="28575"/>
            </a:xfrm>
            <a:custGeom>
              <a:avLst/>
              <a:gdLst>
                <a:gd name="T0" fmla="*/ 1 w 70"/>
                <a:gd name="T1" fmla="*/ 4 h 4"/>
                <a:gd name="T2" fmla="*/ 70 w 70"/>
                <a:gd name="T3" fmla="*/ 4 h 4"/>
                <a:gd name="T4" fmla="*/ 70 w 70"/>
                <a:gd name="T5" fmla="*/ 4 h 4"/>
                <a:gd name="T6" fmla="*/ 70 w 70"/>
                <a:gd name="T7" fmla="*/ 1 h 4"/>
                <a:gd name="T8" fmla="*/ 70 w 70"/>
                <a:gd name="T9" fmla="*/ 0 h 4"/>
                <a:gd name="T10" fmla="*/ 1 w 70"/>
                <a:gd name="T11" fmla="*/ 0 h 4"/>
                <a:gd name="T12" fmla="*/ 0 w 70"/>
                <a:gd name="T13" fmla="*/ 1 h 4"/>
                <a:gd name="T14" fmla="*/ 0 w 70"/>
                <a:gd name="T15" fmla="*/ 4 h 4"/>
                <a:gd name="T16" fmla="*/ 1 w 70"/>
                <a:gd name="T17" fmla="*/ 4 h 4"/>
                <a:gd name="T18" fmla="*/ 1 w 70"/>
                <a:gd name="T19" fmla="*/ 1 h 4"/>
                <a:gd name="T20" fmla="*/ 69 w 70"/>
                <a:gd name="T21" fmla="*/ 1 h 4"/>
                <a:gd name="T22" fmla="*/ 69 w 70"/>
                <a:gd name="T23" fmla="*/ 3 h 4"/>
                <a:gd name="T24" fmla="*/ 1 w 70"/>
                <a:gd name="T25" fmla="*/ 3 h 4"/>
                <a:gd name="T26" fmla="*/ 1 w 70"/>
                <a:gd name="T2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4">
                  <a:moveTo>
                    <a:pt x="1" y="4"/>
                  </a:moveTo>
                  <a:cubicBezTo>
                    <a:pt x="70" y="4"/>
                    <a:pt x="70" y="4"/>
                    <a:pt x="70" y="4"/>
                  </a:cubicBezTo>
                  <a:cubicBezTo>
                    <a:pt x="70" y="4"/>
                    <a:pt x="70" y="4"/>
                    <a:pt x="70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0" y="1"/>
                    <a:pt x="70" y="0"/>
                    <a:pt x="7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1" y="4"/>
                  </a:cubicBezTo>
                  <a:close/>
                  <a:moveTo>
                    <a:pt x="1" y="1"/>
                  </a:moveTo>
                  <a:cubicBezTo>
                    <a:pt x="69" y="1"/>
                    <a:pt x="69" y="1"/>
                    <a:pt x="69" y="1"/>
                  </a:cubicBezTo>
                  <a:cubicBezTo>
                    <a:pt x="69" y="3"/>
                    <a:pt x="69" y="3"/>
                    <a:pt x="69" y="3"/>
                  </a:cubicBezTo>
                  <a:cubicBezTo>
                    <a:pt x="1" y="3"/>
                    <a:pt x="1" y="3"/>
                    <a:pt x="1" y="3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0" name="Freeform 299"/>
            <p:cNvSpPr>
              <a:spLocks noEditPoints="1"/>
            </p:cNvSpPr>
            <p:nvPr userDrawn="1"/>
          </p:nvSpPr>
          <p:spPr bwMode="auto">
            <a:xfrm>
              <a:off x="12026900" y="4275138"/>
              <a:ext cx="12700" cy="160338"/>
            </a:xfrm>
            <a:custGeom>
              <a:avLst/>
              <a:gdLst>
                <a:gd name="T0" fmla="*/ 1 w 2"/>
                <a:gd name="T1" fmla="*/ 23 h 23"/>
                <a:gd name="T2" fmla="*/ 2 w 2"/>
                <a:gd name="T3" fmla="*/ 22 h 23"/>
                <a:gd name="T4" fmla="*/ 2 w 2"/>
                <a:gd name="T5" fmla="*/ 1 h 23"/>
                <a:gd name="T6" fmla="*/ 1 w 2"/>
                <a:gd name="T7" fmla="*/ 0 h 23"/>
                <a:gd name="T8" fmla="*/ 0 w 2"/>
                <a:gd name="T9" fmla="*/ 1 h 23"/>
                <a:gd name="T10" fmla="*/ 0 w 2"/>
                <a:gd name="T11" fmla="*/ 22 h 23"/>
                <a:gd name="T12" fmla="*/ 1 w 2"/>
                <a:gd name="T13" fmla="*/ 23 h 23"/>
                <a:gd name="T14" fmla="*/ 1 w 2"/>
                <a:gd name="T15" fmla="*/ 1 h 23"/>
                <a:gd name="T16" fmla="*/ 1 w 2"/>
                <a:gd name="T17" fmla="*/ 1 h 23"/>
                <a:gd name="T18" fmla="*/ 1 w 2"/>
                <a:gd name="T19" fmla="*/ 1 h 23"/>
                <a:gd name="T20" fmla="*/ 1 w 2"/>
                <a:gd name="T21" fmla="*/ 22 h 23"/>
                <a:gd name="T22" fmla="*/ 1 w 2"/>
                <a:gd name="T23" fmla="*/ 22 h 23"/>
                <a:gd name="T24" fmla="*/ 1 w 2"/>
                <a:gd name="T25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23">
                  <a:moveTo>
                    <a:pt x="1" y="23"/>
                  </a:moveTo>
                  <a:cubicBezTo>
                    <a:pt x="1" y="23"/>
                    <a:pt x="2" y="23"/>
                    <a:pt x="2" y="2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3"/>
                    <a:pt x="0" y="23"/>
                    <a:pt x="1" y="23"/>
                  </a:cubicBezTo>
                  <a:close/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22"/>
                    <a:pt x="1" y="22"/>
                    <a:pt x="1" y="22"/>
                  </a:cubicBezTo>
                  <a:cubicBezTo>
                    <a:pt x="1" y="22"/>
                    <a:pt x="1" y="22"/>
                    <a:pt x="1" y="22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1" name="Freeform 300"/>
            <p:cNvSpPr>
              <a:spLocks noEditPoints="1"/>
            </p:cNvSpPr>
            <p:nvPr userDrawn="1"/>
          </p:nvSpPr>
          <p:spPr bwMode="auto">
            <a:xfrm>
              <a:off x="11293475" y="4589463"/>
              <a:ext cx="61913" cy="112713"/>
            </a:xfrm>
            <a:custGeom>
              <a:avLst/>
              <a:gdLst>
                <a:gd name="T0" fmla="*/ 1 w 9"/>
                <a:gd name="T1" fmla="*/ 16 h 16"/>
                <a:gd name="T2" fmla="*/ 8 w 9"/>
                <a:gd name="T3" fmla="*/ 16 h 16"/>
                <a:gd name="T4" fmla="*/ 9 w 9"/>
                <a:gd name="T5" fmla="*/ 15 h 16"/>
                <a:gd name="T6" fmla="*/ 9 w 9"/>
                <a:gd name="T7" fmla="*/ 1 h 16"/>
                <a:gd name="T8" fmla="*/ 8 w 9"/>
                <a:gd name="T9" fmla="*/ 0 h 16"/>
                <a:gd name="T10" fmla="*/ 1 w 9"/>
                <a:gd name="T11" fmla="*/ 0 h 16"/>
                <a:gd name="T12" fmla="*/ 0 w 9"/>
                <a:gd name="T13" fmla="*/ 1 h 16"/>
                <a:gd name="T14" fmla="*/ 0 w 9"/>
                <a:gd name="T15" fmla="*/ 15 h 16"/>
                <a:gd name="T16" fmla="*/ 1 w 9"/>
                <a:gd name="T17" fmla="*/ 16 h 16"/>
                <a:gd name="T18" fmla="*/ 1 w 9"/>
                <a:gd name="T19" fmla="*/ 1 h 16"/>
                <a:gd name="T20" fmla="*/ 8 w 9"/>
                <a:gd name="T21" fmla="*/ 1 h 16"/>
                <a:gd name="T22" fmla="*/ 8 w 9"/>
                <a:gd name="T23" fmla="*/ 15 h 16"/>
                <a:gd name="T24" fmla="*/ 1 w 9"/>
                <a:gd name="T25" fmla="*/ 15 h 16"/>
                <a:gd name="T26" fmla="*/ 1 w 9"/>
                <a:gd name="T27" fmla="*/ 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" h="16">
                  <a:moveTo>
                    <a:pt x="1" y="16"/>
                  </a:moveTo>
                  <a:cubicBezTo>
                    <a:pt x="8" y="16"/>
                    <a:pt x="8" y="16"/>
                    <a:pt x="8" y="16"/>
                  </a:cubicBezTo>
                  <a:cubicBezTo>
                    <a:pt x="9" y="16"/>
                    <a:pt x="9" y="15"/>
                    <a:pt x="9" y="15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5"/>
                    <a:pt x="1" y="16"/>
                    <a:pt x="1" y="16"/>
                  </a:cubicBezTo>
                  <a:close/>
                  <a:moveTo>
                    <a:pt x="1" y="1"/>
                  </a:moveTo>
                  <a:cubicBezTo>
                    <a:pt x="8" y="1"/>
                    <a:pt x="8" y="1"/>
                    <a:pt x="8" y="1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1" y="15"/>
                    <a:pt x="1" y="15"/>
                    <a:pt x="1" y="15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2" name="Freeform 301"/>
            <p:cNvSpPr>
              <a:spLocks noEditPoints="1"/>
            </p:cNvSpPr>
            <p:nvPr userDrawn="1"/>
          </p:nvSpPr>
          <p:spPr bwMode="auto">
            <a:xfrm>
              <a:off x="11363325" y="4589463"/>
              <a:ext cx="53975" cy="112713"/>
            </a:xfrm>
            <a:custGeom>
              <a:avLst/>
              <a:gdLst>
                <a:gd name="T0" fmla="*/ 0 w 8"/>
                <a:gd name="T1" fmla="*/ 16 h 16"/>
                <a:gd name="T2" fmla="*/ 8 w 8"/>
                <a:gd name="T3" fmla="*/ 16 h 16"/>
                <a:gd name="T4" fmla="*/ 8 w 8"/>
                <a:gd name="T5" fmla="*/ 15 h 16"/>
                <a:gd name="T6" fmla="*/ 8 w 8"/>
                <a:gd name="T7" fmla="*/ 1 h 16"/>
                <a:gd name="T8" fmla="*/ 8 w 8"/>
                <a:gd name="T9" fmla="*/ 0 h 16"/>
                <a:gd name="T10" fmla="*/ 0 w 8"/>
                <a:gd name="T11" fmla="*/ 0 h 16"/>
                <a:gd name="T12" fmla="*/ 0 w 8"/>
                <a:gd name="T13" fmla="*/ 1 h 16"/>
                <a:gd name="T14" fmla="*/ 0 w 8"/>
                <a:gd name="T15" fmla="*/ 15 h 16"/>
                <a:gd name="T16" fmla="*/ 0 w 8"/>
                <a:gd name="T17" fmla="*/ 16 h 16"/>
                <a:gd name="T18" fmla="*/ 1 w 8"/>
                <a:gd name="T19" fmla="*/ 1 h 16"/>
                <a:gd name="T20" fmla="*/ 7 w 8"/>
                <a:gd name="T21" fmla="*/ 1 h 16"/>
                <a:gd name="T22" fmla="*/ 7 w 8"/>
                <a:gd name="T23" fmla="*/ 15 h 16"/>
                <a:gd name="T24" fmla="*/ 1 w 8"/>
                <a:gd name="T25" fmla="*/ 15 h 16"/>
                <a:gd name="T26" fmla="*/ 1 w 8"/>
                <a:gd name="T27" fmla="*/ 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" h="16">
                  <a:moveTo>
                    <a:pt x="0" y="16"/>
                  </a:moveTo>
                  <a:cubicBezTo>
                    <a:pt x="8" y="16"/>
                    <a:pt x="8" y="16"/>
                    <a:pt x="8" y="16"/>
                  </a:cubicBezTo>
                  <a:cubicBezTo>
                    <a:pt x="8" y="16"/>
                    <a:pt x="8" y="15"/>
                    <a:pt x="8" y="15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5"/>
                    <a:pt x="0" y="16"/>
                    <a:pt x="0" y="16"/>
                  </a:cubicBezTo>
                  <a:close/>
                  <a:moveTo>
                    <a:pt x="1" y="1"/>
                  </a:moveTo>
                  <a:cubicBezTo>
                    <a:pt x="7" y="1"/>
                    <a:pt x="7" y="1"/>
                    <a:pt x="7" y="1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1" y="15"/>
                    <a:pt x="1" y="15"/>
                    <a:pt x="1" y="15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3" name="Freeform 302"/>
            <p:cNvSpPr>
              <a:spLocks noEditPoints="1"/>
            </p:cNvSpPr>
            <p:nvPr userDrawn="1"/>
          </p:nvSpPr>
          <p:spPr bwMode="auto">
            <a:xfrm>
              <a:off x="11120438" y="4568825"/>
              <a:ext cx="14288" cy="133350"/>
            </a:xfrm>
            <a:custGeom>
              <a:avLst/>
              <a:gdLst>
                <a:gd name="T0" fmla="*/ 1 w 2"/>
                <a:gd name="T1" fmla="*/ 19 h 19"/>
                <a:gd name="T2" fmla="*/ 2 w 2"/>
                <a:gd name="T3" fmla="*/ 18 h 19"/>
                <a:gd name="T4" fmla="*/ 2 w 2"/>
                <a:gd name="T5" fmla="*/ 1 h 19"/>
                <a:gd name="T6" fmla="*/ 1 w 2"/>
                <a:gd name="T7" fmla="*/ 0 h 19"/>
                <a:gd name="T8" fmla="*/ 0 w 2"/>
                <a:gd name="T9" fmla="*/ 1 h 19"/>
                <a:gd name="T10" fmla="*/ 0 w 2"/>
                <a:gd name="T11" fmla="*/ 18 h 19"/>
                <a:gd name="T12" fmla="*/ 1 w 2"/>
                <a:gd name="T13" fmla="*/ 19 h 19"/>
                <a:gd name="T14" fmla="*/ 1 w 2"/>
                <a:gd name="T15" fmla="*/ 1 h 19"/>
                <a:gd name="T16" fmla="*/ 1 w 2"/>
                <a:gd name="T17" fmla="*/ 1 h 19"/>
                <a:gd name="T18" fmla="*/ 1 w 2"/>
                <a:gd name="T19" fmla="*/ 1 h 19"/>
                <a:gd name="T20" fmla="*/ 1 w 2"/>
                <a:gd name="T21" fmla="*/ 18 h 19"/>
                <a:gd name="T22" fmla="*/ 1 w 2"/>
                <a:gd name="T23" fmla="*/ 18 h 19"/>
                <a:gd name="T24" fmla="*/ 1 w 2"/>
                <a:gd name="T25" fmla="*/ 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19">
                  <a:moveTo>
                    <a:pt x="1" y="19"/>
                  </a:moveTo>
                  <a:cubicBezTo>
                    <a:pt x="1" y="19"/>
                    <a:pt x="2" y="19"/>
                    <a:pt x="2" y="18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9"/>
                    <a:pt x="0" y="19"/>
                    <a:pt x="1" y="19"/>
                  </a:cubicBezTo>
                  <a:close/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1" y="18"/>
                    <a:pt x="1" y="18"/>
                    <a:pt x="1" y="18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4" name="Freeform 303"/>
            <p:cNvSpPr>
              <a:spLocks noEditPoints="1"/>
            </p:cNvSpPr>
            <p:nvPr userDrawn="1"/>
          </p:nvSpPr>
          <p:spPr bwMode="auto">
            <a:xfrm>
              <a:off x="11217275" y="4568825"/>
              <a:ext cx="14288" cy="133350"/>
            </a:xfrm>
            <a:custGeom>
              <a:avLst/>
              <a:gdLst>
                <a:gd name="T0" fmla="*/ 1 w 2"/>
                <a:gd name="T1" fmla="*/ 19 h 19"/>
                <a:gd name="T2" fmla="*/ 2 w 2"/>
                <a:gd name="T3" fmla="*/ 18 h 19"/>
                <a:gd name="T4" fmla="*/ 2 w 2"/>
                <a:gd name="T5" fmla="*/ 1 h 19"/>
                <a:gd name="T6" fmla="*/ 1 w 2"/>
                <a:gd name="T7" fmla="*/ 0 h 19"/>
                <a:gd name="T8" fmla="*/ 0 w 2"/>
                <a:gd name="T9" fmla="*/ 1 h 19"/>
                <a:gd name="T10" fmla="*/ 0 w 2"/>
                <a:gd name="T11" fmla="*/ 18 h 19"/>
                <a:gd name="T12" fmla="*/ 1 w 2"/>
                <a:gd name="T13" fmla="*/ 19 h 19"/>
                <a:gd name="T14" fmla="*/ 0 w 2"/>
                <a:gd name="T15" fmla="*/ 1 h 19"/>
                <a:gd name="T16" fmla="*/ 1 w 2"/>
                <a:gd name="T17" fmla="*/ 1 h 19"/>
                <a:gd name="T18" fmla="*/ 1 w 2"/>
                <a:gd name="T19" fmla="*/ 1 h 19"/>
                <a:gd name="T20" fmla="*/ 1 w 2"/>
                <a:gd name="T21" fmla="*/ 18 h 19"/>
                <a:gd name="T22" fmla="*/ 0 w 2"/>
                <a:gd name="T23" fmla="*/ 18 h 19"/>
                <a:gd name="T24" fmla="*/ 0 w 2"/>
                <a:gd name="T25" fmla="*/ 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19">
                  <a:moveTo>
                    <a:pt x="1" y="19"/>
                  </a:moveTo>
                  <a:cubicBezTo>
                    <a:pt x="1" y="19"/>
                    <a:pt x="2" y="19"/>
                    <a:pt x="2" y="18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9"/>
                    <a:pt x="0" y="19"/>
                    <a:pt x="1" y="19"/>
                  </a:cubicBezTo>
                  <a:close/>
                  <a:moveTo>
                    <a:pt x="0" y="1"/>
                  </a:moveTo>
                  <a:cubicBezTo>
                    <a:pt x="0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1" y="18"/>
                    <a:pt x="0" y="18"/>
                    <a:pt x="0" y="18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5" name="Freeform 304"/>
            <p:cNvSpPr>
              <a:spLocks noEditPoints="1"/>
            </p:cNvSpPr>
            <p:nvPr userDrawn="1"/>
          </p:nvSpPr>
          <p:spPr bwMode="auto">
            <a:xfrm>
              <a:off x="12012613" y="4729163"/>
              <a:ext cx="26988" cy="34925"/>
            </a:xfrm>
            <a:custGeom>
              <a:avLst/>
              <a:gdLst>
                <a:gd name="T0" fmla="*/ 2 w 4"/>
                <a:gd name="T1" fmla="*/ 5 h 5"/>
                <a:gd name="T2" fmla="*/ 3 w 4"/>
                <a:gd name="T3" fmla="*/ 4 h 5"/>
                <a:gd name="T4" fmla="*/ 3 w 4"/>
                <a:gd name="T5" fmla="*/ 0 h 5"/>
                <a:gd name="T6" fmla="*/ 1 w 4"/>
                <a:gd name="T7" fmla="*/ 0 h 5"/>
                <a:gd name="T8" fmla="*/ 0 w 4"/>
                <a:gd name="T9" fmla="*/ 3 h 5"/>
                <a:gd name="T10" fmla="*/ 2 w 4"/>
                <a:gd name="T11" fmla="*/ 5 h 5"/>
                <a:gd name="T12" fmla="*/ 2 w 4"/>
                <a:gd name="T13" fmla="*/ 5 h 5"/>
                <a:gd name="T14" fmla="*/ 1 w 4"/>
                <a:gd name="T15" fmla="*/ 2 h 5"/>
                <a:gd name="T16" fmla="*/ 2 w 4"/>
                <a:gd name="T17" fmla="*/ 1 h 5"/>
                <a:gd name="T18" fmla="*/ 2 w 4"/>
                <a:gd name="T19" fmla="*/ 1 h 5"/>
                <a:gd name="T20" fmla="*/ 2 w 4"/>
                <a:gd name="T21" fmla="*/ 3 h 5"/>
                <a:gd name="T22" fmla="*/ 2 w 4"/>
                <a:gd name="T23" fmla="*/ 4 h 5"/>
                <a:gd name="T24" fmla="*/ 1 w 4"/>
                <a:gd name="T25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" h="5">
                  <a:moveTo>
                    <a:pt x="2" y="5"/>
                  </a:moveTo>
                  <a:cubicBezTo>
                    <a:pt x="2" y="5"/>
                    <a:pt x="3" y="4"/>
                    <a:pt x="3" y="4"/>
                  </a:cubicBezTo>
                  <a:cubicBezTo>
                    <a:pt x="4" y="3"/>
                    <a:pt x="4" y="1"/>
                    <a:pt x="3" y="0"/>
                  </a:cubicBezTo>
                  <a:cubicBezTo>
                    <a:pt x="3" y="0"/>
                    <a:pt x="2" y="0"/>
                    <a:pt x="1" y="0"/>
                  </a:cubicBezTo>
                  <a:cubicBezTo>
                    <a:pt x="0" y="0"/>
                    <a:pt x="0" y="1"/>
                    <a:pt x="0" y="3"/>
                  </a:cubicBezTo>
                  <a:cubicBezTo>
                    <a:pt x="0" y="4"/>
                    <a:pt x="1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lose/>
                  <a:moveTo>
                    <a:pt x="1" y="2"/>
                  </a:moveTo>
                  <a:cubicBezTo>
                    <a:pt x="1" y="2"/>
                    <a:pt x="1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2"/>
                    <a:pt x="3" y="3"/>
                    <a:pt x="2" y="3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1" y="3"/>
                    <a:pt x="1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6" name="Freeform 305"/>
            <p:cNvSpPr>
              <a:spLocks noEditPoints="1"/>
            </p:cNvSpPr>
            <p:nvPr userDrawn="1"/>
          </p:nvSpPr>
          <p:spPr bwMode="auto">
            <a:xfrm>
              <a:off x="11936413" y="4743450"/>
              <a:ext cx="20638" cy="34925"/>
            </a:xfrm>
            <a:custGeom>
              <a:avLst/>
              <a:gdLst>
                <a:gd name="T0" fmla="*/ 2 w 3"/>
                <a:gd name="T1" fmla="*/ 5 h 5"/>
                <a:gd name="T2" fmla="*/ 3 w 3"/>
                <a:gd name="T3" fmla="*/ 4 h 5"/>
                <a:gd name="T4" fmla="*/ 3 w 3"/>
                <a:gd name="T5" fmla="*/ 4 h 5"/>
                <a:gd name="T6" fmla="*/ 3 w 3"/>
                <a:gd name="T7" fmla="*/ 3 h 5"/>
                <a:gd name="T8" fmla="*/ 3 w 3"/>
                <a:gd name="T9" fmla="*/ 1 h 5"/>
                <a:gd name="T10" fmla="*/ 2 w 3"/>
                <a:gd name="T11" fmla="*/ 0 h 5"/>
                <a:gd name="T12" fmla="*/ 2 w 3"/>
                <a:gd name="T13" fmla="*/ 0 h 5"/>
                <a:gd name="T14" fmla="*/ 0 w 3"/>
                <a:gd name="T15" fmla="*/ 1 h 5"/>
                <a:gd name="T16" fmla="*/ 0 w 3"/>
                <a:gd name="T17" fmla="*/ 4 h 5"/>
                <a:gd name="T18" fmla="*/ 2 w 3"/>
                <a:gd name="T19" fmla="*/ 5 h 5"/>
                <a:gd name="T20" fmla="*/ 2 w 3"/>
                <a:gd name="T21" fmla="*/ 5 h 5"/>
                <a:gd name="T22" fmla="*/ 1 w 3"/>
                <a:gd name="T23" fmla="*/ 1 h 5"/>
                <a:gd name="T24" fmla="*/ 2 w 3"/>
                <a:gd name="T25" fmla="*/ 1 h 5"/>
                <a:gd name="T26" fmla="*/ 2 w 3"/>
                <a:gd name="T27" fmla="*/ 1 h 5"/>
                <a:gd name="T28" fmla="*/ 2 w 3"/>
                <a:gd name="T29" fmla="*/ 1 h 5"/>
                <a:gd name="T30" fmla="*/ 2 w 3"/>
                <a:gd name="T31" fmla="*/ 2 h 5"/>
                <a:gd name="T32" fmla="*/ 2 w 3"/>
                <a:gd name="T33" fmla="*/ 4 h 5"/>
                <a:gd name="T34" fmla="*/ 2 w 3"/>
                <a:gd name="T35" fmla="*/ 4 h 5"/>
                <a:gd name="T36" fmla="*/ 1 w 3"/>
                <a:gd name="T37" fmla="*/ 4 h 5"/>
                <a:gd name="T38" fmla="*/ 1 w 3"/>
                <a:gd name="T39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" h="5">
                  <a:moveTo>
                    <a:pt x="2" y="5"/>
                  </a:moveTo>
                  <a:cubicBezTo>
                    <a:pt x="2" y="5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2"/>
                    <a:pt x="3" y="2"/>
                    <a:pt x="3" y="1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0" y="2"/>
                    <a:pt x="0" y="4"/>
                    <a:pt x="0" y="4"/>
                  </a:cubicBezTo>
                  <a:cubicBezTo>
                    <a:pt x="1" y="5"/>
                    <a:pt x="1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lose/>
                  <a:moveTo>
                    <a:pt x="1" y="1"/>
                  </a:moveTo>
                  <a:cubicBezTo>
                    <a:pt x="1" y="1"/>
                    <a:pt x="1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3"/>
                    <a:pt x="2" y="3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2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pic>
        <p:nvPicPr>
          <p:cNvPr id="3" name="图片 2" descr="图片2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732280" y="2863215"/>
            <a:ext cx="2072640" cy="125603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/>
          <p:cNvGrpSpPr/>
          <p:nvPr/>
        </p:nvGrpSpPr>
        <p:grpSpPr>
          <a:xfrm>
            <a:off x="453800" y="4792135"/>
            <a:ext cx="3526743" cy="1077560"/>
            <a:chOff x="1887176" y="1780605"/>
            <a:chExt cx="2665493" cy="1077560"/>
          </a:xfrm>
        </p:grpSpPr>
        <p:sp>
          <p:nvSpPr>
            <p:cNvPr id="31" name="矩形 30"/>
            <p:cNvSpPr/>
            <p:nvPr/>
          </p:nvSpPr>
          <p:spPr>
            <a:xfrm>
              <a:off x="1909307" y="2309104"/>
              <a:ext cx="2643362" cy="5490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您的内容请在这里输入，或者复制您的文本后，在此处选择黏贴，并选择只保留文字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1887176" y="1780605"/>
              <a:ext cx="169034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请在这里添加标题</a:t>
              </a:r>
              <a:endPara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4401686" y="4792135"/>
            <a:ext cx="3526743" cy="1077560"/>
            <a:chOff x="1887176" y="1780605"/>
            <a:chExt cx="2665493" cy="1077560"/>
          </a:xfrm>
        </p:grpSpPr>
        <p:sp>
          <p:nvSpPr>
            <p:cNvPr id="34" name="矩形 33"/>
            <p:cNvSpPr/>
            <p:nvPr/>
          </p:nvSpPr>
          <p:spPr>
            <a:xfrm>
              <a:off x="1909307" y="2309104"/>
              <a:ext cx="2643362" cy="5490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您的内容请在这里输入，或者复制您的文本后，在此处选择黏贴，并选择只保留文字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1887176" y="1780605"/>
              <a:ext cx="169034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请在这里添加标题</a:t>
              </a:r>
              <a:endPara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1"/>
          <a:srcRect l="4405" r="4405"/>
          <a:stretch>
            <a:fillRect/>
          </a:stretch>
        </p:blipFill>
        <p:spPr>
          <a:xfrm>
            <a:off x="537029" y="1613571"/>
            <a:ext cx="11117942" cy="2628429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8349572" y="4792135"/>
            <a:ext cx="3526743" cy="1077560"/>
            <a:chOff x="1887176" y="1780605"/>
            <a:chExt cx="2665493" cy="1077560"/>
          </a:xfrm>
        </p:grpSpPr>
        <p:sp>
          <p:nvSpPr>
            <p:cNvPr id="16" name="矩形 15"/>
            <p:cNvSpPr/>
            <p:nvPr/>
          </p:nvSpPr>
          <p:spPr>
            <a:xfrm>
              <a:off x="1909307" y="2309104"/>
              <a:ext cx="2643362" cy="5490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您的内容请在这里输入，或者复制您的文本后，在此处选择黏贴，并选择只保留文字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887176" y="1780605"/>
              <a:ext cx="169034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请在这里添加标题</a:t>
              </a:r>
              <a:endPara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cxnSp>
        <p:nvCxnSpPr>
          <p:cNvPr id="18" name="直接连接符 17"/>
          <p:cNvCxnSpPr/>
          <p:nvPr/>
        </p:nvCxnSpPr>
        <p:spPr>
          <a:xfrm>
            <a:off x="4044587" y="4605110"/>
            <a:ext cx="0" cy="1451610"/>
          </a:xfrm>
          <a:prstGeom prst="line">
            <a:avLst/>
          </a:prstGeom>
          <a:ln w="9525">
            <a:solidFill>
              <a:srgbClr val="B88F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8006987" y="4605110"/>
            <a:ext cx="0" cy="1451610"/>
          </a:xfrm>
          <a:prstGeom prst="line">
            <a:avLst/>
          </a:prstGeom>
          <a:ln w="9525">
            <a:solidFill>
              <a:srgbClr val="B88F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584200" y="1816100"/>
            <a:ext cx="2387600" cy="3720791"/>
            <a:chOff x="977900" y="1943100"/>
            <a:chExt cx="2387600" cy="3720791"/>
          </a:xfrm>
        </p:grpSpPr>
        <p:sp>
          <p:nvSpPr>
            <p:cNvPr id="2" name="矩形 1"/>
            <p:cNvSpPr/>
            <p:nvPr/>
          </p:nvSpPr>
          <p:spPr>
            <a:xfrm>
              <a:off x="977900" y="1943100"/>
              <a:ext cx="2387600" cy="3581400"/>
            </a:xfrm>
            <a:prstGeom prst="rect">
              <a:avLst/>
            </a:prstGeom>
            <a:solidFill>
              <a:srgbClr val="4E753B"/>
            </a:solidFill>
            <a:ln>
              <a:noFill/>
            </a:ln>
            <a:effectLst>
              <a:outerShdw blurRad="152400" dist="38100" dir="2700000" sx="102000" sy="102000" algn="tl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矩形 40"/>
            <p:cNvSpPr/>
            <p:nvPr/>
          </p:nvSpPr>
          <p:spPr>
            <a:xfrm>
              <a:off x="1257463" y="3532939"/>
              <a:ext cx="1828474" cy="1341521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您的内容请在这里输入，或者复制您的文本后，在此处选择黏贴</a:t>
              </a:r>
              <a:endPara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TextBox 2"/>
            <p:cNvSpPr txBox="1"/>
            <p:nvPr>
              <p:custDataLst>
                <p:tags r:id="rId1"/>
              </p:custDataLst>
            </p:nvPr>
          </p:nvSpPr>
          <p:spPr>
            <a:xfrm>
              <a:off x="1676400" y="2247223"/>
              <a:ext cx="990600" cy="826486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R="0" algn="ctr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en-US" altLang="zh-CN" sz="5400" b="1" spc="200" dirty="0">
                  <a:solidFill>
                    <a:srgbClr val="BD934E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rPr>
                <a:t>01</a:t>
              </a:r>
              <a:endParaRPr lang="en-US" altLang="zh-CN" sz="5400" b="1" spc="200" dirty="0">
                <a:solidFill>
                  <a:srgbClr val="BD934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lt"/>
              </a:endParaRPr>
            </a:p>
          </p:txBody>
        </p:sp>
        <p:sp>
          <p:nvSpPr>
            <p:cNvPr id="3" name="任意多边形: 形状 2"/>
            <p:cNvSpPr/>
            <p:nvPr/>
          </p:nvSpPr>
          <p:spPr>
            <a:xfrm>
              <a:off x="1758950" y="3213100"/>
              <a:ext cx="825500" cy="0"/>
            </a:xfrm>
            <a:custGeom>
              <a:avLst/>
              <a:gdLst>
                <a:gd name="connsiteX0" fmla="*/ 0 w 825500"/>
                <a:gd name="connsiteY0" fmla="*/ 0 h 0"/>
                <a:gd name="connsiteX1" fmla="*/ 825500 w 825500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25500">
                  <a:moveTo>
                    <a:pt x="0" y="0"/>
                  </a:moveTo>
                  <a:lnTo>
                    <a:pt x="825500" y="0"/>
                  </a:lnTo>
                </a:path>
              </a:pathLst>
            </a:custGeom>
            <a:noFill/>
            <a:ln>
              <a:solidFill>
                <a:srgbClr val="B88F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矩形 57"/>
            <p:cNvSpPr/>
            <p:nvPr/>
          </p:nvSpPr>
          <p:spPr>
            <a:xfrm>
              <a:off x="977900" y="5525544"/>
              <a:ext cx="2387600" cy="138347"/>
            </a:xfrm>
            <a:prstGeom prst="rect">
              <a:avLst/>
            </a:prstGeom>
            <a:solidFill>
              <a:srgbClr val="BD934E"/>
            </a:solidFill>
            <a:ln>
              <a:noFill/>
            </a:ln>
            <a:effectLst>
              <a:outerShdw blurRad="152400" dist="38100" dir="2700000" sx="102000" sy="102000" algn="tl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3471333" y="1816099"/>
            <a:ext cx="2387600" cy="3720791"/>
            <a:chOff x="977900" y="1943100"/>
            <a:chExt cx="2387600" cy="3581400"/>
          </a:xfrm>
        </p:grpSpPr>
        <p:sp>
          <p:nvSpPr>
            <p:cNvPr id="60" name="矩形 59"/>
            <p:cNvSpPr/>
            <p:nvPr/>
          </p:nvSpPr>
          <p:spPr>
            <a:xfrm>
              <a:off x="977900" y="1943100"/>
              <a:ext cx="2387600" cy="3581400"/>
            </a:xfrm>
            <a:prstGeom prst="rect">
              <a:avLst/>
            </a:prstGeom>
            <a:solidFill>
              <a:srgbClr val="B88F4D"/>
            </a:solidFill>
            <a:ln>
              <a:noFill/>
            </a:ln>
            <a:effectLst>
              <a:outerShdw blurRad="152400" dist="38100" dir="2700000" sx="102000" sy="102000" algn="tl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矩形 60"/>
            <p:cNvSpPr/>
            <p:nvPr/>
          </p:nvSpPr>
          <p:spPr>
            <a:xfrm>
              <a:off x="1257463" y="3532939"/>
              <a:ext cx="1828474" cy="1341521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您的内容请在这里输入，或者复制您的文本后，在此处选择黏贴</a:t>
              </a:r>
              <a:endPara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" name="TextBox 2"/>
            <p:cNvSpPr txBox="1"/>
            <p:nvPr>
              <p:custDataLst>
                <p:tags r:id="rId2"/>
              </p:custDataLst>
            </p:nvPr>
          </p:nvSpPr>
          <p:spPr>
            <a:xfrm>
              <a:off x="1676400" y="2247223"/>
              <a:ext cx="990600" cy="826486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 fontScale="925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R="0" algn="ctr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en-US" altLang="zh-CN" sz="5400" b="1" spc="200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rPr>
                <a:t>02</a:t>
              </a:r>
              <a:endParaRPr lang="en-US" altLang="zh-CN" sz="5400" b="1" spc="2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lt"/>
              </a:endParaRPr>
            </a:p>
          </p:txBody>
        </p:sp>
        <p:sp>
          <p:nvSpPr>
            <p:cNvPr id="63" name="任意多边形: 形状 62"/>
            <p:cNvSpPr/>
            <p:nvPr/>
          </p:nvSpPr>
          <p:spPr>
            <a:xfrm>
              <a:off x="1758950" y="3213100"/>
              <a:ext cx="825500" cy="0"/>
            </a:xfrm>
            <a:custGeom>
              <a:avLst/>
              <a:gdLst>
                <a:gd name="connsiteX0" fmla="*/ 0 w 825500"/>
                <a:gd name="connsiteY0" fmla="*/ 0 h 0"/>
                <a:gd name="connsiteX1" fmla="*/ 825500 w 825500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25500">
                  <a:moveTo>
                    <a:pt x="0" y="0"/>
                  </a:moveTo>
                  <a:lnTo>
                    <a:pt x="825500" y="0"/>
                  </a:ln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6358466" y="1816100"/>
            <a:ext cx="2387600" cy="3720791"/>
            <a:chOff x="977900" y="1943100"/>
            <a:chExt cx="2387600" cy="3720791"/>
          </a:xfrm>
        </p:grpSpPr>
        <p:sp>
          <p:nvSpPr>
            <p:cNvPr id="66" name="矩形 65"/>
            <p:cNvSpPr/>
            <p:nvPr/>
          </p:nvSpPr>
          <p:spPr>
            <a:xfrm>
              <a:off x="977900" y="1943100"/>
              <a:ext cx="2387600" cy="3581400"/>
            </a:xfrm>
            <a:prstGeom prst="rect">
              <a:avLst/>
            </a:prstGeom>
            <a:solidFill>
              <a:srgbClr val="4E753B"/>
            </a:solidFill>
            <a:ln>
              <a:noFill/>
            </a:ln>
            <a:effectLst>
              <a:outerShdw blurRad="152400" dist="38100" dir="2700000" sx="102000" sy="102000" algn="tl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矩形 66"/>
            <p:cNvSpPr/>
            <p:nvPr/>
          </p:nvSpPr>
          <p:spPr>
            <a:xfrm>
              <a:off x="1257463" y="3532939"/>
              <a:ext cx="1828474" cy="1341521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您的内容请在这里输入，或者复制您的文本后，在此处选择黏贴</a:t>
              </a:r>
              <a:endPara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TextBox 2"/>
            <p:cNvSpPr txBox="1"/>
            <p:nvPr>
              <p:custDataLst>
                <p:tags r:id="rId3"/>
              </p:custDataLst>
            </p:nvPr>
          </p:nvSpPr>
          <p:spPr>
            <a:xfrm>
              <a:off x="1676400" y="2247223"/>
              <a:ext cx="990600" cy="826486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R="0" algn="ctr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en-US" altLang="zh-CN" sz="5400" b="1" spc="200" dirty="0">
                  <a:solidFill>
                    <a:srgbClr val="BD934E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rPr>
                <a:t>03</a:t>
              </a:r>
              <a:endParaRPr lang="en-US" altLang="zh-CN" sz="5400" b="1" spc="200" dirty="0">
                <a:solidFill>
                  <a:srgbClr val="BD934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lt"/>
              </a:endParaRPr>
            </a:p>
          </p:txBody>
        </p:sp>
        <p:sp>
          <p:nvSpPr>
            <p:cNvPr id="69" name="任意多边形: 形状 68"/>
            <p:cNvSpPr/>
            <p:nvPr/>
          </p:nvSpPr>
          <p:spPr>
            <a:xfrm>
              <a:off x="1758950" y="3213100"/>
              <a:ext cx="825500" cy="0"/>
            </a:xfrm>
            <a:custGeom>
              <a:avLst/>
              <a:gdLst>
                <a:gd name="connsiteX0" fmla="*/ 0 w 825500"/>
                <a:gd name="connsiteY0" fmla="*/ 0 h 0"/>
                <a:gd name="connsiteX1" fmla="*/ 825500 w 825500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25500">
                  <a:moveTo>
                    <a:pt x="0" y="0"/>
                  </a:moveTo>
                  <a:lnTo>
                    <a:pt x="825500" y="0"/>
                  </a:lnTo>
                </a:path>
              </a:pathLst>
            </a:custGeom>
            <a:noFill/>
            <a:ln>
              <a:solidFill>
                <a:srgbClr val="B88F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矩形 69"/>
            <p:cNvSpPr/>
            <p:nvPr/>
          </p:nvSpPr>
          <p:spPr>
            <a:xfrm>
              <a:off x="977900" y="5525544"/>
              <a:ext cx="2387600" cy="138347"/>
            </a:xfrm>
            <a:prstGeom prst="rect">
              <a:avLst/>
            </a:prstGeom>
            <a:solidFill>
              <a:srgbClr val="BD934E"/>
            </a:solidFill>
            <a:ln>
              <a:noFill/>
            </a:ln>
            <a:effectLst>
              <a:outerShdw blurRad="152400" dist="38100" dir="2700000" sx="102000" sy="102000" algn="tl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9245600" y="1816100"/>
            <a:ext cx="2387600" cy="3720791"/>
            <a:chOff x="977900" y="1943100"/>
            <a:chExt cx="2387600" cy="3720791"/>
          </a:xfrm>
        </p:grpSpPr>
        <p:sp>
          <p:nvSpPr>
            <p:cNvPr id="72" name="矩形 71"/>
            <p:cNvSpPr/>
            <p:nvPr/>
          </p:nvSpPr>
          <p:spPr>
            <a:xfrm>
              <a:off x="977900" y="1943100"/>
              <a:ext cx="2387600" cy="3581400"/>
            </a:xfrm>
            <a:prstGeom prst="rect">
              <a:avLst/>
            </a:prstGeom>
            <a:solidFill>
              <a:srgbClr val="4E753B"/>
            </a:solidFill>
            <a:ln>
              <a:noFill/>
            </a:ln>
            <a:effectLst>
              <a:outerShdw blurRad="152400" dist="38100" dir="2700000" sx="102000" sy="102000" algn="tl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矩形 72"/>
            <p:cNvSpPr/>
            <p:nvPr/>
          </p:nvSpPr>
          <p:spPr>
            <a:xfrm>
              <a:off x="1257463" y="3532939"/>
              <a:ext cx="1828474" cy="1341521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您的内容请在这里输入，或者复制您的文本后，在此处选择黏贴</a:t>
              </a:r>
              <a:endPara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TextBox 2"/>
            <p:cNvSpPr txBox="1"/>
            <p:nvPr>
              <p:custDataLst>
                <p:tags r:id="rId4"/>
              </p:custDataLst>
            </p:nvPr>
          </p:nvSpPr>
          <p:spPr>
            <a:xfrm>
              <a:off x="1676400" y="2247223"/>
              <a:ext cx="990600" cy="826486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R="0" algn="ctr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en-US" altLang="zh-CN" sz="5400" b="1" spc="200" dirty="0">
                  <a:solidFill>
                    <a:srgbClr val="BD934E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rPr>
                <a:t>04</a:t>
              </a:r>
              <a:endParaRPr lang="en-US" altLang="zh-CN" sz="5400" b="1" spc="200" dirty="0">
                <a:solidFill>
                  <a:srgbClr val="BD934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lt"/>
              </a:endParaRPr>
            </a:p>
          </p:txBody>
        </p:sp>
        <p:sp>
          <p:nvSpPr>
            <p:cNvPr id="75" name="任意多边形: 形状 74"/>
            <p:cNvSpPr/>
            <p:nvPr/>
          </p:nvSpPr>
          <p:spPr>
            <a:xfrm>
              <a:off x="1758950" y="3213100"/>
              <a:ext cx="825500" cy="0"/>
            </a:xfrm>
            <a:custGeom>
              <a:avLst/>
              <a:gdLst>
                <a:gd name="connsiteX0" fmla="*/ 0 w 825500"/>
                <a:gd name="connsiteY0" fmla="*/ 0 h 0"/>
                <a:gd name="connsiteX1" fmla="*/ 825500 w 825500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25500">
                  <a:moveTo>
                    <a:pt x="0" y="0"/>
                  </a:moveTo>
                  <a:lnTo>
                    <a:pt x="825500" y="0"/>
                  </a:lnTo>
                </a:path>
              </a:pathLst>
            </a:custGeom>
            <a:noFill/>
            <a:ln>
              <a:solidFill>
                <a:srgbClr val="B88F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矩形 75"/>
            <p:cNvSpPr/>
            <p:nvPr/>
          </p:nvSpPr>
          <p:spPr>
            <a:xfrm>
              <a:off x="977900" y="5525544"/>
              <a:ext cx="2387600" cy="138347"/>
            </a:xfrm>
            <a:prstGeom prst="rect">
              <a:avLst/>
            </a:prstGeom>
            <a:solidFill>
              <a:srgbClr val="BD934E"/>
            </a:solidFill>
            <a:ln>
              <a:noFill/>
            </a:ln>
            <a:effectLst>
              <a:outerShdw blurRad="152400" dist="38100" dir="2700000" sx="102000" sy="102000" algn="tl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custDataLst>
      <p:tags r:id="rId5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584200" y="1828798"/>
            <a:ext cx="2387600" cy="4025902"/>
            <a:chOff x="584200" y="1943098"/>
            <a:chExt cx="2387600" cy="4025902"/>
          </a:xfrm>
        </p:grpSpPr>
        <p:sp>
          <p:nvSpPr>
            <p:cNvPr id="7" name="矩形 6"/>
            <p:cNvSpPr/>
            <p:nvPr/>
          </p:nvSpPr>
          <p:spPr>
            <a:xfrm>
              <a:off x="584200" y="1943099"/>
              <a:ext cx="2387600" cy="4025901"/>
            </a:xfrm>
            <a:prstGeom prst="rect">
              <a:avLst/>
            </a:prstGeom>
            <a:solidFill>
              <a:srgbClr val="4E753B"/>
            </a:solidFill>
            <a:ln>
              <a:noFill/>
            </a:ln>
            <a:effectLst>
              <a:outerShdw blurRad="152400" dist="38100" dir="2700000" sx="102000" sy="102000" algn="tl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1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rightnessContrast bright="20000"/>
                      </a14:imgEffect>
                    </a14:imgLayer>
                  </a14:imgProps>
                </a:ext>
              </a:extLst>
            </a:blip>
            <a:srcRect l="4038" t="6525" r="6397" b="6397"/>
            <a:stretch>
              <a:fillRect/>
            </a:stretch>
          </p:blipFill>
          <p:spPr>
            <a:xfrm>
              <a:off x="584200" y="1943098"/>
              <a:ext cx="2387600" cy="1975759"/>
            </a:xfrm>
            <a:custGeom>
              <a:avLst/>
              <a:gdLst>
                <a:gd name="connsiteX0" fmla="*/ 0 w 2387600"/>
                <a:gd name="connsiteY0" fmla="*/ 0 h 1975759"/>
                <a:gd name="connsiteX1" fmla="*/ 2387600 w 2387600"/>
                <a:gd name="connsiteY1" fmla="*/ 0 h 1975759"/>
                <a:gd name="connsiteX2" fmla="*/ 2387600 w 2387600"/>
                <a:gd name="connsiteY2" fmla="*/ 1975759 h 1975759"/>
                <a:gd name="connsiteX3" fmla="*/ 0 w 2387600"/>
                <a:gd name="connsiteY3" fmla="*/ 1975759 h 1975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87600" h="1975759">
                  <a:moveTo>
                    <a:pt x="0" y="0"/>
                  </a:moveTo>
                  <a:lnTo>
                    <a:pt x="2387600" y="0"/>
                  </a:lnTo>
                  <a:lnTo>
                    <a:pt x="2387600" y="1975759"/>
                  </a:lnTo>
                  <a:lnTo>
                    <a:pt x="0" y="1975759"/>
                  </a:lnTo>
                  <a:close/>
                </a:path>
              </a:pathLst>
            </a:custGeom>
          </p:spPr>
        </p:pic>
        <p:grpSp>
          <p:nvGrpSpPr>
            <p:cNvPr id="15" name="组合 14"/>
            <p:cNvGrpSpPr/>
            <p:nvPr/>
          </p:nvGrpSpPr>
          <p:grpSpPr>
            <a:xfrm>
              <a:off x="762338" y="4164755"/>
              <a:ext cx="2031325" cy="1448472"/>
              <a:chOff x="1914052" y="1673925"/>
              <a:chExt cx="1535264" cy="1448472"/>
            </a:xfrm>
          </p:grpSpPr>
          <p:sp>
            <p:nvSpPr>
              <p:cNvPr id="16" name="矩形 15"/>
              <p:cNvSpPr/>
              <p:nvPr/>
            </p:nvSpPr>
            <p:spPr>
              <a:xfrm>
                <a:off x="1938103" y="2093204"/>
                <a:ext cx="1479738" cy="10291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30000"/>
                  </a:lnSpc>
                </a:pPr>
                <a:r>
                  <a:rPr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您的内容请在这里输入，或者复制您的文本后，在此处选择黏贴，并选择只保留文字</a:t>
                </a:r>
                <a:endPara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" name="矩形 16"/>
              <p:cNvSpPr/>
              <p:nvPr/>
            </p:nvSpPr>
            <p:spPr>
              <a:xfrm>
                <a:off x="1914052" y="1673925"/>
                <a:ext cx="15352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ctr"/>
                <a:r>
                  <a:rPr lang="zh-CN" altLang="en-US" b="1" dirty="0">
                    <a:solidFill>
                      <a:srgbClr val="BD934E"/>
                    </a:solidFill>
                  </a:rPr>
                  <a:t>请在这里添加标题</a:t>
                </a:r>
                <a:endParaRPr lang="zh-CN" altLang="en-US" b="1" dirty="0">
                  <a:solidFill>
                    <a:srgbClr val="BD934E"/>
                  </a:solidFill>
                </a:endParaRPr>
              </a:p>
            </p:txBody>
          </p:sp>
        </p:grpSp>
      </p:grpSp>
      <p:grpSp>
        <p:nvGrpSpPr>
          <p:cNvPr id="19" name="组合 18"/>
          <p:cNvGrpSpPr/>
          <p:nvPr/>
        </p:nvGrpSpPr>
        <p:grpSpPr>
          <a:xfrm>
            <a:off x="3399367" y="1828798"/>
            <a:ext cx="2387600" cy="4025902"/>
            <a:chOff x="584200" y="1943098"/>
            <a:chExt cx="2387600" cy="4025902"/>
          </a:xfrm>
        </p:grpSpPr>
        <p:sp>
          <p:nvSpPr>
            <p:cNvPr id="21" name="矩形 20"/>
            <p:cNvSpPr/>
            <p:nvPr/>
          </p:nvSpPr>
          <p:spPr>
            <a:xfrm>
              <a:off x="584200" y="1943099"/>
              <a:ext cx="2387600" cy="4025901"/>
            </a:xfrm>
            <a:prstGeom prst="rect">
              <a:avLst/>
            </a:prstGeom>
            <a:solidFill>
              <a:srgbClr val="4E753B"/>
            </a:solidFill>
            <a:ln>
              <a:noFill/>
            </a:ln>
            <a:effectLst>
              <a:outerShdw blurRad="152400" dist="38100" dir="2700000" sx="102000" sy="102000" algn="tl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4200" y="1943098"/>
              <a:ext cx="2387600" cy="1975759"/>
            </a:xfrm>
            <a:custGeom>
              <a:avLst/>
              <a:gdLst>
                <a:gd name="connsiteX0" fmla="*/ 0 w 2387600"/>
                <a:gd name="connsiteY0" fmla="*/ 0 h 1975759"/>
                <a:gd name="connsiteX1" fmla="*/ 2387600 w 2387600"/>
                <a:gd name="connsiteY1" fmla="*/ 0 h 1975759"/>
                <a:gd name="connsiteX2" fmla="*/ 2387600 w 2387600"/>
                <a:gd name="connsiteY2" fmla="*/ 1975759 h 1975759"/>
                <a:gd name="connsiteX3" fmla="*/ 0 w 2387600"/>
                <a:gd name="connsiteY3" fmla="*/ 1975759 h 1975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87600" h="1975759">
                  <a:moveTo>
                    <a:pt x="0" y="0"/>
                  </a:moveTo>
                  <a:lnTo>
                    <a:pt x="2387600" y="0"/>
                  </a:lnTo>
                  <a:lnTo>
                    <a:pt x="2387600" y="1975759"/>
                  </a:lnTo>
                  <a:lnTo>
                    <a:pt x="0" y="1975759"/>
                  </a:lnTo>
                  <a:close/>
                </a:path>
              </a:pathLst>
            </a:custGeom>
            <a:solidFill>
              <a:srgbClr val="4E753B"/>
            </a:solidFill>
            <a:ln>
              <a:noFill/>
            </a:ln>
            <a:effectLst>
              <a:outerShdw blurRad="152400" dist="38100" dir="2700000" sx="102000" sy="102000" algn="tl" rotWithShape="0">
                <a:prstClr val="black">
                  <a:alpha val="8000"/>
                </a:prstClr>
              </a:outerShdw>
            </a:effectLst>
          </p:spPr>
        </p:pic>
        <p:grpSp>
          <p:nvGrpSpPr>
            <p:cNvPr id="25" name="组合 24"/>
            <p:cNvGrpSpPr/>
            <p:nvPr/>
          </p:nvGrpSpPr>
          <p:grpSpPr>
            <a:xfrm>
              <a:off x="762338" y="4164755"/>
              <a:ext cx="2031325" cy="1448472"/>
              <a:chOff x="1914052" y="1673925"/>
              <a:chExt cx="1535264" cy="1448472"/>
            </a:xfrm>
          </p:grpSpPr>
          <p:sp>
            <p:nvSpPr>
              <p:cNvPr id="26" name="矩形 25"/>
              <p:cNvSpPr/>
              <p:nvPr/>
            </p:nvSpPr>
            <p:spPr>
              <a:xfrm>
                <a:off x="1938103" y="2093204"/>
                <a:ext cx="1479738" cy="10291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30000"/>
                  </a:lnSpc>
                </a:pPr>
                <a:r>
                  <a:rPr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您的内容请在这里输入，或者复制您的文本后，在此处选择黏贴，并选择只保留文字</a:t>
                </a:r>
                <a:endPara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" name="矩形 26"/>
              <p:cNvSpPr/>
              <p:nvPr/>
            </p:nvSpPr>
            <p:spPr>
              <a:xfrm>
                <a:off x="1914052" y="1673925"/>
                <a:ext cx="15352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ctr"/>
                <a:r>
                  <a:rPr lang="zh-CN" altLang="en-US" b="1" dirty="0">
                    <a:solidFill>
                      <a:srgbClr val="BD934E"/>
                    </a:solidFill>
                  </a:rPr>
                  <a:t>请在这里添加标题</a:t>
                </a:r>
                <a:endParaRPr lang="zh-CN" altLang="en-US" b="1" dirty="0">
                  <a:solidFill>
                    <a:srgbClr val="BD934E"/>
                  </a:solidFill>
                </a:endParaRPr>
              </a:p>
            </p:txBody>
          </p:sp>
        </p:grpSp>
      </p:grpSp>
      <p:grpSp>
        <p:nvGrpSpPr>
          <p:cNvPr id="28" name="组合 27"/>
          <p:cNvGrpSpPr/>
          <p:nvPr/>
        </p:nvGrpSpPr>
        <p:grpSpPr>
          <a:xfrm>
            <a:off x="6214534" y="1828798"/>
            <a:ext cx="2387600" cy="4025902"/>
            <a:chOff x="584200" y="1943098"/>
            <a:chExt cx="2387600" cy="4025902"/>
          </a:xfrm>
        </p:grpSpPr>
        <p:sp>
          <p:nvSpPr>
            <p:cNvPr id="29" name="矩形 28"/>
            <p:cNvSpPr/>
            <p:nvPr/>
          </p:nvSpPr>
          <p:spPr>
            <a:xfrm>
              <a:off x="584200" y="1943099"/>
              <a:ext cx="2387600" cy="4025901"/>
            </a:xfrm>
            <a:prstGeom prst="rect">
              <a:avLst/>
            </a:prstGeom>
            <a:solidFill>
              <a:srgbClr val="4E753B"/>
            </a:solidFill>
            <a:ln>
              <a:noFill/>
            </a:ln>
            <a:effectLst>
              <a:outerShdw blurRad="152400" dist="38100" dir="2700000" sx="102000" sy="102000" algn="tl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0" name="图片 29"/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4200" y="1943098"/>
              <a:ext cx="2387600" cy="1975759"/>
            </a:xfrm>
            <a:custGeom>
              <a:avLst/>
              <a:gdLst>
                <a:gd name="connsiteX0" fmla="*/ 0 w 2387600"/>
                <a:gd name="connsiteY0" fmla="*/ 0 h 1975759"/>
                <a:gd name="connsiteX1" fmla="*/ 2387600 w 2387600"/>
                <a:gd name="connsiteY1" fmla="*/ 0 h 1975759"/>
                <a:gd name="connsiteX2" fmla="*/ 2387600 w 2387600"/>
                <a:gd name="connsiteY2" fmla="*/ 1975759 h 1975759"/>
                <a:gd name="connsiteX3" fmla="*/ 0 w 2387600"/>
                <a:gd name="connsiteY3" fmla="*/ 1975759 h 1975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87600" h="1975759">
                  <a:moveTo>
                    <a:pt x="0" y="0"/>
                  </a:moveTo>
                  <a:lnTo>
                    <a:pt x="2387600" y="0"/>
                  </a:lnTo>
                  <a:lnTo>
                    <a:pt x="2387600" y="1975759"/>
                  </a:lnTo>
                  <a:lnTo>
                    <a:pt x="0" y="1975759"/>
                  </a:lnTo>
                  <a:close/>
                </a:path>
              </a:pathLst>
            </a:custGeom>
          </p:spPr>
        </p:pic>
        <p:grpSp>
          <p:nvGrpSpPr>
            <p:cNvPr id="31" name="组合 30"/>
            <p:cNvGrpSpPr/>
            <p:nvPr/>
          </p:nvGrpSpPr>
          <p:grpSpPr>
            <a:xfrm>
              <a:off x="762338" y="4164755"/>
              <a:ext cx="2031325" cy="1448472"/>
              <a:chOff x="1914052" y="1673925"/>
              <a:chExt cx="1535264" cy="1448472"/>
            </a:xfrm>
          </p:grpSpPr>
          <p:sp>
            <p:nvSpPr>
              <p:cNvPr id="32" name="矩形 31"/>
              <p:cNvSpPr/>
              <p:nvPr/>
            </p:nvSpPr>
            <p:spPr>
              <a:xfrm>
                <a:off x="1938103" y="2093204"/>
                <a:ext cx="1479738" cy="10291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30000"/>
                  </a:lnSpc>
                </a:pPr>
                <a:r>
                  <a:rPr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您的内容请在这里输入，或者复制您的文本后，在此处选择黏贴，并选择只保留文字</a:t>
                </a:r>
                <a:endPara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" name="矩形 32"/>
              <p:cNvSpPr/>
              <p:nvPr/>
            </p:nvSpPr>
            <p:spPr>
              <a:xfrm>
                <a:off x="1914052" y="1673925"/>
                <a:ext cx="15352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ctr"/>
                <a:r>
                  <a:rPr lang="zh-CN" altLang="en-US" b="1" dirty="0">
                    <a:solidFill>
                      <a:srgbClr val="BD934E"/>
                    </a:solidFill>
                  </a:rPr>
                  <a:t>请在这里添加标题</a:t>
                </a:r>
                <a:endParaRPr lang="zh-CN" altLang="en-US" b="1" dirty="0">
                  <a:solidFill>
                    <a:srgbClr val="BD934E"/>
                  </a:solidFill>
                </a:endParaRPr>
              </a:p>
            </p:txBody>
          </p:sp>
        </p:grpSp>
      </p:grpSp>
      <p:grpSp>
        <p:nvGrpSpPr>
          <p:cNvPr id="34" name="组合 33"/>
          <p:cNvGrpSpPr/>
          <p:nvPr/>
        </p:nvGrpSpPr>
        <p:grpSpPr>
          <a:xfrm>
            <a:off x="9029700" y="1828798"/>
            <a:ext cx="2387600" cy="4025902"/>
            <a:chOff x="584200" y="1943098"/>
            <a:chExt cx="2387600" cy="4025902"/>
          </a:xfrm>
        </p:grpSpPr>
        <p:sp>
          <p:nvSpPr>
            <p:cNvPr id="35" name="矩形 34"/>
            <p:cNvSpPr/>
            <p:nvPr/>
          </p:nvSpPr>
          <p:spPr>
            <a:xfrm>
              <a:off x="584200" y="1943099"/>
              <a:ext cx="2387600" cy="4025901"/>
            </a:xfrm>
            <a:prstGeom prst="rect">
              <a:avLst/>
            </a:prstGeom>
            <a:solidFill>
              <a:srgbClr val="4E753B"/>
            </a:solidFill>
            <a:ln>
              <a:noFill/>
            </a:ln>
            <a:effectLst>
              <a:outerShdw blurRad="152400" dist="38100" dir="2700000" sx="102000" sy="102000" algn="tl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6" name="图片 35"/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4200" y="1943098"/>
              <a:ext cx="2387600" cy="1975759"/>
            </a:xfrm>
            <a:custGeom>
              <a:avLst/>
              <a:gdLst>
                <a:gd name="connsiteX0" fmla="*/ 0 w 2387600"/>
                <a:gd name="connsiteY0" fmla="*/ 0 h 1975759"/>
                <a:gd name="connsiteX1" fmla="*/ 2387600 w 2387600"/>
                <a:gd name="connsiteY1" fmla="*/ 0 h 1975759"/>
                <a:gd name="connsiteX2" fmla="*/ 2387600 w 2387600"/>
                <a:gd name="connsiteY2" fmla="*/ 1975759 h 1975759"/>
                <a:gd name="connsiteX3" fmla="*/ 0 w 2387600"/>
                <a:gd name="connsiteY3" fmla="*/ 1975759 h 1975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87600" h="1975759">
                  <a:moveTo>
                    <a:pt x="0" y="0"/>
                  </a:moveTo>
                  <a:lnTo>
                    <a:pt x="2387600" y="0"/>
                  </a:lnTo>
                  <a:lnTo>
                    <a:pt x="2387600" y="1975759"/>
                  </a:lnTo>
                  <a:lnTo>
                    <a:pt x="0" y="1975759"/>
                  </a:lnTo>
                  <a:close/>
                </a:path>
              </a:pathLst>
            </a:custGeom>
          </p:spPr>
        </p:pic>
        <p:grpSp>
          <p:nvGrpSpPr>
            <p:cNvPr id="37" name="组合 36"/>
            <p:cNvGrpSpPr/>
            <p:nvPr/>
          </p:nvGrpSpPr>
          <p:grpSpPr>
            <a:xfrm>
              <a:off x="762338" y="4164755"/>
              <a:ext cx="2031325" cy="1448472"/>
              <a:chOff x="1914052" y="1673925"/>
              <a:chExt cx="1535264" cy="1448472"/>
            </a:xfrm>
          </p:grpSpPr>
          <p:sp>
            <p:nvSpPr>
              <p:cNvPr id="38" name="矩形 37"/>
              <p:cNvSpPr/>
              <p:nvPr/>
            </p:nvSpPr>
            <p:spPr>
              <a:xfrm>
                <a:off x="1938103" y="2093204"/>
                <a:ext cx="1479738" cy="10291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30000"/>
                  </a:lnSpc>
                </a:pPr>
                <a:r>
                  <a:rPr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您的内容请在这里输入，或者复制您的文本后，在此处选择黏贴，并选择只保留文字</a:t>
                </a:r>
                <a:endPara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1914052" y="1673925"/>
                <a:ext cx="15352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ctr"/>
                <a:r>
                  <a:rPr lang="zh-CN" altLang="en-US" b="1" dirty="0">
                    <a:solidFill>
                      <a:srgbClr val="BD934E"/>
                    </a:solidFill>
                  </a:rPr>
                  <a:t>请在这里添加标题</a:t>
                </a:r>
                <a:endParaRPr lang="zh-CN" altLang="en-US" b="1" dirty="0">
                  <a:solidFill>
                    <a:srgbClr val="BD934E"/>
                  </a:solidFill>
                </a:endParaRPr>
              </a:p>
            </p:txBody>
          </p:sp>
        </p:grpSp>
      </p:grpSp>
    </p:spTree>
    <p:custDataLst>
      <p:tags r:id="rId9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748186"/>
            <a:ext cx="12192000" cy="3837030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>
            <a:off x="2638278" y="1748186"/>
            <a:ext cx="2975122" cy="3837022"/>
          </a:xfrm>
          <a:prstGeom prst="rect">
            <a:avLst/>
          </a:prstGeom>
          <a:solidFill>
            <a:srgbClr val="4E753B">
              <a:alpha val="95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0" name="组合 29"/>
          <p:cNvGrpSpPr/>
          <p:nvPr/>
        </p:nvGrpSpPr>
        <p:grpSpPr>
          <a:xfrm>
            <a:off x="2831953" y="3559462"/>
            <a:ext cx="2587772" cy="1317626"/>
            <a:chOff x="1791290" y="1780605"/>
            <a:chExt cx="1955824" cy="1317626"/>
          </a:xfrm>
        </p:grpSpPr>
        <p:sp>
          <p:nvSpPr>
            <p:cNvPr id="31" name="矩形 30"/>
            <p:cNvSpPr/>
            <p:nvPr/>
          </p:nvSpPr>
          <p:spPr>
            <a:xfrm>
              <a:off x="1791290" y="2309104"/>
              <a:ext cx="1955824" cy="7891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您的内容请在这里输入，或者复制您的文本后，在此处选择黏贴，并选择只保留文字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1924030" y="1780605"/>
              <a:ext cx="169034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zh-CN" altLang="en-US" sz="2000" dirty="0">
                  <a:solidFill>
                    <a:srgbClr val="BD934E"/>
                  </a:solidFill>
                </a:rPr>
                <a:t>请在这里添加标题</a:t>
              </a:r>
              <a:endParaRPr lang="zh-CN" altLang="en-US" sz="2000" dirty="0">
                <a:solidFill>
                  <a:srgbClr val="BD934E"/>
                </a:solidFill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3666978" y="2296651"/>
            <a:ext cx="917722" cy="849816"/>
            <a:chOff x="3249147" y="1687821"/>
            <a:chExt cx="1659434" cy="1536650"/>
          </a:xfrm>
          <a:solidFill>
            <a:srgbClr val="BD934E"/>
          </a:solidFill>
        </p:grpSpPr>
        <p:sp>
          <p:nvSpPr>
            <p:cNvPr id="7" name="任意多边形: 形状 6"/>
            <p:cNvSpPr/>
            <p:nvPr/>
          </p:nvSpPr>
          <p:spPr>
            <a:xfrm>
              <a:off x="3249147" y="1687821"/>
              <a:ext cx="1659434" cy="1536650"/>
            </a:xfrm>
            <a:custGeom>
              <a:avLst/>
              <a:gdLst>
                <a:gd name="connsiteX0" fmla="*/ 1632091 w 1659433"/>
                <a:gd name="connsiteY0" fmla="*/ 478662 h 1536650"/>
                <a:gd name="connsiteX1" fmla="*/ 1550063 w 1659433"/>
                <a:gd name="connsiteY1" fmla="*/ 497613 h 1536650"/>
                <a:gd name="connsiteX2" fmla="*/ 1484424 w 1659433"/>
                <a:gd name="connsiteY2" fmla="*/ 572401 h 1536650"/>
                <a:gd name="connsiteX3" fmla="*/ 1317214 w 1659433"/>
                <a:gd name="connsiteY3" fmla="*/ 644946 h 1536650"/>
                <a:gd name="connsiteX4" fmla="*/ 1288495 w 1659433"/>
                <a:gd name="connsiteY4" fmla="*/ 644946 h 1536650"/>
                <a:gd name="connsiteX5" fmla="*/ 1228488 w 1659433"/>
                <a:gd name="connsiteY5" fmla="*/ 343120 h 1536650"/>
                <a:gd name="connsiteX6" fmla="*/ 1327064 w 1659433"/>
                <a:gd name="connsiteY6" fmla="*/ 286880 h 1536650"/>
                <a:gd name="connsiteX7" fmla="*/ 1406557 w 1659433"/>
                <a:gd name="connsiteY7" fmla="*/ 215737 h 1536650"/>
                <a:gd name="connsiteX8" fmla="*/ 1401975 w 1659433"/>
                <a:gd name="connsiteY8" fmla="*/ 131632 h 1536650"/>
                <a:gd name="connsiteX9" fmla="*/ 1317948 w 1659433"/>
                <a:gd name="connsiteY9" fmla="*/ 136208 h 1536650"/>
                <a:gd name="connsiteX10" fmla="*/ 1135922 w 1659433"/>
                <a:gd name="connsiteY10" fmla="*/ 242676 h 1536650"/>
                <a:gd name="connsiteX11" fmla="*/ 912189 w 1659433"/>
                <a:gd name="connsiteY11" fmla="*/ 242676 h 1536650"/>
                <a:gd name="connsiteX12" fmla="*/ 912189 w 1659433"/>
                <a:gd name="connsiteY12" fmla="*/ 218799 h 1536650"/>
                <a:gd name="connsiteX13" fmla="*/ 952985 w 1659433"/>
                <a:gd name="connsiteY13" fmla="*/ 126341 h 1536650"/>
                <a:gd name="connsiteX14" fmla="*/ 826226 w 1659433"/>
                <a:gd name="connsiteY14" fmla="*/ 286 h 1536650"/>
                <a:gd name="connsiteX15" fmla="*/ 825688 w 1659433"/>
                <a:gd name="connsiteY15" fmla="*/ 273 h 1536650"/>
                <a:gd name="connsiteX16" fmla="*/ 825686 w 1659433"/>
                <a:gd name="connsiteY16" fmla="*/ 273 h 1536650"/>
                <a:gd name="connsiteX17" fmla="*/ 825685 w 1659433"/>
                <a:gd name="connsiteY17" fmla="*/ 273 h 1536650"/>
                <a:gd name="connsiteX18" fmla="*/ 698392 w 1659433"/>
                <a:gd name="connsiteY18" fmla="*/ 126341 h 1536650"/>
                <a:gd name="connsiteX19" fmla="*/ 739188 w 1659433"/>
                <a:gd name="connsiteY19" fmla="*/ 218801 h 1536650"/>
                <a:gd name="connsiteX20" fmla="*/ 739188 w 1659433"/>
                <a:gd name="connsiteY20" fmla="*/ 242680 h 1536650"/>
                <a:gd name="connsiteX21" fmla="*/ 482068 w 1659433"/>
                <a:gd name="connsiteY21" fmla="*/ 242680 h 1536650"/>
                <a:gd name="connsiteX22" fmla="*/ 320082 w 1659433"/>
                <a:gd name="connsiteY22" fmla="*/ 141652 h 1536650"/>
                <a:gd name="connsiteX23" fmla="*/ 320223 w 1659433"/>
                <a:gd name="connsiteY23" fmla="*/ 141868 h 1536650"/>
                <a:gd name="connsiteX24" fmla="*/ 320184 w 1659433"/>
                <a:gd name="connsiteY24" fmla="*/ 141894 h 1536650"/>
                <a:gd name="connsiteX25" fmla="*/ 270943 w 1659433"/>
                <a:gd name="connsiteY25" fmla="*/ 115819 h 1536650"/>
                <a:gd name="connsiteX26" fmla="*/ 211411 w 1659433"/>
                <a:gd name="connsiteY26" fmla="*/ 175350 h 1536650"/>
                <a:gd name="connsiteX27" fmla="*/ 223358 w 1659433"/>
                <a:gd name="connsiteY27" fmla="*/ 211121 h 1536650"/>
                <a:gd name="connsiteX28" fmla="*/ 437504 w 1659433"/>
                <a:gd name="connsiteY28" fmla="*/ 357817 h 1536650"/>
                <a:gd name="connsiteX29" fmla="*/ 380419 w 1659433"/>
                <a:gd name="connsiteY29" fmla="*/ 644946 h 1536650"/>
                <a:gd name="connsiteX30" fmla="*/ 313625 w 1659433"/>
                <a:gd name="connsiteY30" fmla="*/ 644946 h 1536650"/>
                <a:gd name="connsiteX31" fmla="*/ 114387 w 1659433"/>
                <a:gd name="connsiteY31" fmla="*/ 520289 h 1536650"/>
                <a:gd name="connsiteX32" fmla="*/ 114563 w 1659433"/>
                <a:gd name="connsiteY32" fmla="*/ 520790 h 1536650"/>
                <a:gd name="connsiteX33" fmla="*/ 113663 w 1659433"/>
                <a:gd name="connsiteY33" fmla="*/ 521102 h 1536650"/>
                <a:gd name="connsiteX34" fmla="*/ 59804 w 1659433"/>
                <a:gd name="connsiteY34" fmla="*/ 486940 h 1536650"/>
                <a:gd name="connsiteX35" fmla="*/ 273 w 1659433"/>
                <a:gd name="connsiteY35" fmla="*/ 546472 h 1536650"/>
                <a:gd name="connsiteX36" fmla="*/ 10674 w 1659433"/>
                <a:gd name="connsiteY36" fmla="*/ 580085 h 1536650"/>
                <a:gd name="connsiteX37" fmla="*/ 68477 w 1659433"/>
                <a:gd name="connsiteY37" fmla="*/ 663425 h 1536650"/>
                <a:gd name="connsiteX38" fmla="*/ 244965 w 1659433"/>
                <a:gd name="connsiteY38" fmla="*/ 757934 h 1536650"/>
                <a:gd name="connsiteX39" fmla="*/ 129435 w 1659433"/>
                <a:gd name="connsiteY39" fmla="*/ 1468869 h 1536650"/>
                <a:gd name="connsiteX40" fmla="*/ 178642 w 1659433"/>
                <a:gd name="connsiteY40" fmla="*/ 1537179 h 1536650"/>
                <a:gd name="connsiteX41" fmla="*/ 188196 w 1659433"/>
                <a:gd name="connsiteY41" fmla="*/ 1537950 h 1536650"/>
                <a:gd name="connsiteX42" fmla="*/ 1479075 w 1659433"/>
                <a:gd name="connsiteY42" fmla="*/ 1537950 h 1536650"/>
                <a:gd name="connsiteX43" fmla="*/ 1538607 w 1659433"/>
                <a:gd name="connsiteY43" fmla="*/ 1478419 h 1536650"/>
                <a:gd name="connsiteX44" fmla="*/ 1537414 w 1659433"/>
                <a:gd name="connsiteY44" fmla="*/ 1466505 h 1536650"/>
                <a:gd name="connsiteX45" fmla="*/ 1420489 w 1659433"/>
                <a:gd name="connsiteY45" fmla="*/ 746956 h 1536650"/>
                <a:gd name="connsiteX46" fmla="*/ 1651041 w 1659433"/>
                <a:gd name="connsiteY46" fmla="*/ 560692 h 1536650"/>
                <a:gd name="connsiteX47" fmla="*/ 1632091 w 1659433"/>
                <a:gd name="connsiteY47" fmla="*/ 478662 h 1536650"/>
                <a:gd name="connsiteX48" fmla="*/ 556847 w 1659433"/>
                <a:gd name="connsiteY48" fmla="*/ 368094 h 1536650"/>
                <a:gd name="connsiteX49" fmla="*/ 1112060 w 1659433"/>
                <a:gd name="connsiteY49" fmla="*/ 368094 h 1536650"/>
                <a:gd name="connsiteX50" fmla="*/ 1167102 w 1659433"/>
                <a:gd name="connsiteY50" fmla="*/ 644946 h 1536650"/>
                <a:gd name="connsiteX51" fmla="*/ 501807 w 1659433"/>
                <a:gd name="connsiteY51" fmla="*/ 644946 h 1536650"/>
                <a:gd name="connsiteX52" fmla="*/ 556847 w 1659433"/>
                <a:gd name="connsiteY52" fmla="*/ 368094 h 1536650"/>
                <a:gd name="connsiteX53" fmla="*/ 258179 w 1659433"/>
                <a:gd name="connsiteY53" fmla="*/ 1418887 h 1536650"/>
                <a:gd name="connsiteX54" fmla="*/ 364258 w 1659433"/>
                <a:gd name="connsiteY54" fmla="*/ 766097 h 1536650"/>
                <a:gd name="connsiteX55" fmla="*/ 1302974 w 1659433"/>
                <a:gd name="connsiteY55" fmla="*/ 766097 h 1536650"/>
                <a:gd name="connsiteX56" fmla="*/ 1409052 w 1659433"/>
                <a:gd name="connsiteY56" fmla="*/ 1418887 h 1536650"/>
                <a:gd name="connsiteX57" fmla="*/ 258179 w 1659433"/>
                <a:gd name="connsiteY57" fmla="*/ 1418887 h 1536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1659433" h="1536650">
                  <a:moveTo>
                    <a:pt x="1632091" y="478662"/>
                  </a:moveTo>
                  <a:cubicBezTo>
                    <a:pt x="1604214" y="461243"/>
                    <a:pt x="1567481" y="469727"/>
                    <a:pt x="1550063" y="497613"/>
                  </a:cubicBezTo>
                  <a:cubicBezTo>
                    <a:pt x="1549834" y="497980"/>
                    <a:pt x="1526023" y="535272"/>
                    <a:pt x="1484424" y="572401"/>
                  </a:cubicBezTo>
                  <a:cubicBezTo>
                    <a:pt x="1430494" y="620538"/>
                    <a:pt x="1374235" y="644946"/>
                    <a:pt x="1317214" y="644946"/>
                  </a:cubicBezTo>
                  <a:lnTo>
                    <a:pt x="1288495" y="644946"/>
                  </a:lnTo>
                  <a:lnTo>
                    <a:pt x="1228488" y="343120"/>
                  </a:lnTo>
                  <a:cubicBezTo>
                    <a:pt x="1260570" y="330615"/>
                    <a:pt x="1293503" y="311842"/>
                    <a:pt x="1327064" y="286880"/>
                  </a:cubicBezTo>
                  <a:cubicBezTo>
                    <a:pt x="1373757" y="252153"/>
                    <a:pt x="1405240" y="217208"/>
                    <a:pt x="1406557" y="215737"/>
                  </a:cubicBezTo>
                  <a:cubicBezTo>
                    <a:pt x="1428494" y="191247"/>
                    <a:pt x="1426463" y="153569"/>
                    <a:pt x="1401975" y="131632"/>
                  </a:cubicBezTo>
                  <a:cubicBezTo>
                    <a:pt x="1377487" y="109695"/>
                    <a:pt x="1339888" y="111719"/>
                    <a:pt x="1317948" y="136208"/>
                  </a:cubicBezTo>
                  <a:cubicBezTo>
                    <a:pt x="1291217" y="165821"/>
                    <a:pt x="1206404" y="242676"/>
                    <a:pt x="1135922" y="242676"/>
                  </a:cubicBezTo>
                  <a:lnTo>
                    <a:pt x="912189" y="242676"/>
                  </a:lnTo>
                  <a:lnTo>
                    <a:pt x="912189" y="218799"/>
                  </a:lnTo>
                  <a:cubicBezTo>
                    <a:pt x="937270" y="195773"/>
                    <a:pt x="952985" y="162882"/>
                    <a:pt x="952985" y="126341"/>
                  </a:cubicBezTo>
                  <a:cubicBezTo>
                    <a:pt x="952985" y="56900"/>
                    <a:pt x="896281" y="578"/>
                    <a:pt x="826226" y="286"/>
                  </a:cubicBezTo>
                  <a:cubicBezTo>
                    <a:pt x="826045" y="284"/>
                    <a:pt x="825869" y="273"/>
                    <a:pt x="825688" y="273"/>
                  </a:cubicBezTo>
                  <a:lnTo>
                    <a:pt x="825686" y="273"/>
                  </a:lnTo>
                  <a:lnTo>
                    <a:pt x="825685" y="273"/>
                  </a:lnTo>
                  <a:cubicBezTo>
                    <a:pt x="755382" y="273"/>
                    <a:pt x="698392" y="56719"/>
                    <a:pt x="698392" y="126341"/>
                  </a:cubicBezTo>
                  <a:cubicBezTo>
                    <a:pt x="698392" y="162882"/>
                    <a:pt x="714106" y="195775"/>
                    <a:pt x="739188" y="218801"/>
                  </a:cubicBezTo>
                  <a:lnTo>
                    <a:pt x="739188" y="242680"/>
                  </a:lnTo>
                  <a:lnTo>
                    <a:pt x="482068" y="242680"/>
                  </a:lnTo>
                  <a:cubicBezTo>
                    <a:pt x="387674" y="242680"/>
                    <a:pt x="320746" y="142662"/>
                    <a:pt x="320082" y="141652"/>
                  </a:cubicBezTo>
                  <a:lnTo>
                    <a:pt x="320223" y="141868"/>
                  </a:lnTo>
                  <a:lnTo>
                    <a:pt x="320184" y="141894"/>
                  </a:lnTo>
                  <a:cubicBezTo>
                    <a:pt x="309470" y="126157"/>
                    <a:pt x="291416" y="115819"/>
                    <a:pt x="270943" y="115819"/>
                  </a:cubicBezTo>
                  <a:cubicBezTo>
                    <a:pt x="238065" y="115819"/>
                    <a:pt x="211411" y="142472"/>
                    <a:pt x="211411" y="175350"/>
                  </a:cubicBezTo>
                  <a:cubicBezTo>
                    <a:pt x="211392" y="188257"/>
                    <a:pt x="215587" y="200817"/>
                    <a:pt x="223358" y="211121"/>
                  </a:cubicBezTo>
                  <a:cubicBezTo>
                    <a:pt x="239795" y="234694"/>
                    <a:pt x="317007" y="336524"/>
                    <a:pt x="437504" y="357817"/>
                  </a:cubicBezTo>
                  <a:lnTo>
                    <a:pt x="380419" y="644946"/>
                  </a:lnTo>
                  <a:lnTo>
                    <a:pt x="313625" y="644946"/>
                  </a:lnTo>
                  <a:cubicBezTo>
                    <a:pt x="162013" y="644946"/>
                    <a:pt x="116260" y="525379"/>
                    <a:pt x="114387" y="520289"/>
                  </a:cubicBezTo>
                  <a:lnTo>
                    <a:pt x="114563" y="520790"/>
                  </a:lnTo>
                  <a:lnTo>
                    <a:pt x="113663" y="521102"/>
                  </a:lnTo>
                  <a:cubicBezTo>
                    <a:pt x="104138" y="500915"/>
                    <a:pt x="83605" y="486940"/>
                    <a:pt x="59804" y="486940"/>
                  </a:cubicBezTo>
                  <a:cubicBezTo>
                    <a:pt x="26926" y="486940"/>
                    <a:pt x="273" y="513594"/>
                    <a:pt x="273" y="546472"/>
                  </a:cubicBezTo>
                  <a:cubicBezTo>
                    <a:pt x="256" y="558471"/>
                    <a:pt x="3883" y="570192"/>
                    <a:pt x="10674" y="580085"/>
                  </a:cubicBezTo>
                  <a:cubicBezTo>
                    <a:pt x="20245" y="600044"/>
                    <a:pt x="38369" y="631771"/>
                    <a:pt x="68477" y="663425"/>
                  </a:cubicBezTo>
                  <a:cubicBezTo>
                    <a:pt x="103401" y="700141"/>
                    <a:pt x="160326" y="742471"/>
                    <a:pt x="244965" y="757934"/>
                  </a:cubicBezTo>
                  <a:lnTo>
                    <a:pt x="129435" y="1468869"/>
                  </a:lnTo>
                  <a:cubicBezTo>
                    <a:pt x="124160" y="1501321"/>
                    <a:pt x="146191" y="1531904"/>
                    <a:pt x="178642" y="1537179"/>
                  </a:cubicBezTo>
                  <a:cubicBezTo>
                    <a:pt x="181801" y="1537692"/>
                    <a:pt x="184996" y="1537950"/>
                    <a:pt x="188196" y="1537950"/>
                  </a:cubicBezTo>
                  <a:lnTo>
                    <a:pt x="1479075" y="1537950"/>
                  </a:lnTo>
                  <a:cubicBezTo>
                    <a:pt x="1511955" y="1537950"/>
                    <a:pt x="1538607" y="1511297"/>
                    <a:pt x="1538607" y="1478419"/>
                  </a:cubicBezTo>
                  <a:cubicBezTo>
                    <a:pt x="1538607" y="1474339"/>
                    <a:pt x="1538196" y="1470354"/>
                    <a:pt x="1537414" y="1466505"/>
                  </a:cubicBezTo>
                  <a:lnTo>
                    <a:pt x="1420489" y="746956"/>
                  </a:lnTo>
                  <a:cubicBezTo>
                    <a:pt x="1562873" y="699272"/>
                    <a:pt x="1646797" y="567486"/>
                    <a:pt x="1651041" y="560692"/>
                  </a:cubicBezTo>
                  <a:cubicBezTo>
                    <a:pt x="1668459" y="532807"/>
                    <a:pt x="1659976" y="496082"/>
                    <a:pt x="1632091" y="478662"/>
                  </a:cubicBezTo>
                  <a:close/>
                  <a:moveTo>
                    <a:pt x="556847" y="368094"/>
                  </a:moveTo>
                  <a:lnTo>
                    <a:pt x="1112060" y="368094"/>
                  </a:lnTo>
                  <a:lnTo>
                    <a:pt x="1167102" y="644946"/>
                  </a:lnTo>
                  <a:lnTo>
                    <a:pt x="501807" y="644946"/>
                  </a:lnTo>
                  <a:lnTo>
                    <a:pt x="556847" y="368094"/>
                  </a:lnTo>
                  <a:close/>
                  <a:moveTo>
                    <a:pt x="258179" y="1418887"/>
                  </a:moveTo>
                  <a:lnTo>
                    <a:pt x="364258" y="766097"/>
                  </a:lnTo>
                  <a:lnTo>
                    <a:pt x="1302974" y="766097"/>
                  </a:lnTo>
                  <a:lnTo>
                    <a:pt x="1409052" y="1418887"/>
                  </a:lnTo>
                  <a:lnTo>
                    <a:pt x="258179" y="1418887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" name="任意多边形: 形状 7"/>
            <p:cNvSpPr/>
            <p:nvPr/>
          </p:nvSpPr>
          <p:spPr>
            <a:xfrm>
              <a:off x="3818362" y="2572922"/>
              <a:ext cx="507923" cy="552645"/>
            </a:xfrm>
            <a:custGeom>
              <a:avLst/>
              <a:gdLst>
                <a:gd name="connsiteX0" fmla="*/ 593163 w 591591"/>
                <a:gd name="connsiteY0" fmla="*/ 296872 h 643681"/>
                <a:gd name="connsiteX1" fmla="*/ 296766 w 591591"/>
                <a:gd name="connsiteY1" fmla="*/ 273 h 643681"/>
                <a:gd name="connsiteX2" fmla="*/ 369 w 591591"/>
                <a:gd name="connsiteY2" fmla="*/ 296872 h 643681"/>
                <a:gd name="connsiteX3" fmla="*/ 369 w 591591"/>
                <a:gd name="connsiteY3" fmla="*/ 581359 h 643681"/>
                <a:gd name="connsiteX4" fmla="*/ 436 w 591591"/>
                <a:gd name="connsiteY4" fmla="*/ 581359 h 643681"/>
                <a:gd name="connsiteX5" fmla="*/ 273 w 591591"/>
                <a:gd name="connsiteY5" fmla="*/ 585554 h 643681"/>
                <a:gd name="connsiteX6" fmla="*/ 59804 w 591591"/>
                <a:gd name="connsiteY6" fmla="*/ 645085 h 643681"/>
                <a:gd name="connsiteX7" fmla="*/ 119335 w 591591"/>
                <a:gd name="connsiteY7" fmla="*/ 585554 h 643681"/>
                <a:gd name="connsiteX8" fmla="*/ 119171 w 591591"/>
                <a:gd name="connsiteY8" fmla="*/ 581359 h 643681"/>
                <a:gd name="connsiteX9" fmla="*/ 119432 w 591591"/>
                <a:gd name="connsiteY9" fmla="*/ 581359 h 643681"/>
                <a:gd name="connsiteX10" fmla="*/ 119432 w 591591"/>
                <a:gd name="connsiteY10" fmla="*/ 296872 h 643681"/>
                <a:gd name="connsiteX11" fmla="*/ 296766 w 591591"/>
                <a:gd name="connsiteY11" fmla="*/ 119335 h 643681"/>
                <a:gd name="connsiteX12" fmla="*/ 474100 w 591591"/>
                <a:gd name="connsiteY12" fmla="*/ 296872 h 643681"/>
                <a:gd name="connsiteX13" fmla="*/ 474100 w 591591"/>
                <a:gd name="connsiteY13" fmla="*/ 578795 h 643681"/>
                <a:gd name="connsiteX14" fmla="*/ 473708 w 591591"/>
                <a:gd name="connsiteY14" fmla="*/ 585554 h 643681"/>
                <a:gd name="connsiteX15" fmla="*/ 533239 w 591591"/>
                <a:gd name="connsiteY15" fmla="*/ 645085 h 643681"/>
                <a:gd name="connsiteX16" fmla="*/ 592770 w 591591"/>
                <a:gd name="connsiteY16" fmla="*/ 585554 h 643681"/>
                <a:gd name="connsiteX17" fmla="*/ 592607 w 591591"/>
                <a:gd name="connsiteY17" fmla="*/ 581359 h 643681"/>
                <a:gd name="connsiteX18" fmla="*/ 593163 w 591591"/>
                <a:gd name="connsiteY18" fmla="*/ 581359 h 643681"/>
                <a:gd name="connsiteX19" fmla="*/ 593163 w 591591"/>
                <a:gd name="connsiteY19" fmla="*/ 296872 h 64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91591" h="643681">
                  <a:moveTo>
                    <a:pt x="593163" y="296872"/>
                  </a:moveTo>
                  <a:cubicBezTo>
                    <a:pt x="593163" y="133327"/>
                    <a:pt x="460200" y="273"/>
                    <a:pt x="296766" y="273"/>
                  </a:cubicBezTo>
                  <a:cubicBezTo>
                    <a:pt x="133332" y="273"/>
                    <a:pt x="369" y="133327"/>
                    <a:pt x="369" y="296872"/>
                  </a:cubicBezTo>
                  <a:lnTo>
                    <a:pt x="369" y="581359"/>
                  </a:lnTo>
                  <a:lnTo>
                    <a:pt x="436" y="581359"/>
                  </a:lnTo>
                  <a:cubicBezTo>
                    <a:pt x="333" y="582755"/>
                    <a:pt x="278" y="584154"/>
                    <a:pt x="273" y="585554"/>
                  </a:cubicBezTo>
                  <a:cubicBezTo>
                    <a:pt x="273" y="618432"/>
                    <a:pt x="26926" y="645085"/>
                    <a:pt x="59804" y="645085"/>
                  </a:cubicBezTo>
                  <a:cubicBezTo>
                    <a:pt x="92682" y="645085"/>
                    <a:pt x="119335" y="618432"/>
                    <a:pt x="119335" y="585554"/>
                  </a:cubicBezTo>
                  <a:cubicBezTo>
                    <a:pt x="119335" y="584142"/>
                    <a:pt x="119268" y="582747"/>
                    <a:pt x="119171" y="581359"/>
                  </a:cubicBezTo>
                  <a:lnTo>
                    <a:pt x="119432" y="581359"/>
                  </a:lnTo>
                  <a:lnTo>
                    <a:pt x="119432" y="296872"/>
                  </a:lnTo>
                  <a:cubicBezTo>
                    <a:pt x="119432" y="198978"/>
                    <a:pt x="198984" y="119335"/>
                    <a:pt x="296766" y="119335"/>
                  </a:cubicBezTo>
                  <a:cubicBezTo>
                    <a:pt x="394548" y="119335"/>
                    <a:pt x="474100" y="198978"/>
                    <a:pt x="474100" y="296872"/>
                  </a:cubicBezTo>
                  <a:lnTo>
                    <a:pt x="474100" y="578795"/>
                  </a:lnTo>
                  <a:cubicBezTo>
                    <a:pt x="473842" y="581039"/>
                    <a:pt x="473711" y="583296"/>
                    <a:pt x="473708" y="585554"/>
                  </a:cubicBezTo>
                  <a:cubicBezTo>
                    <a:pt x="473708" y="618432"/>
                    <a:pt x="500361" y="645085"/>
                    <a:pt x="533239" y="645085"/>
                  </a:cubicBezTo>
                  <a:cubicBezTo>
                    <a:pt x="566117" y="645085"/>
                    <a:pt x="592770" y="618432"/>
                    <a:pt x="592770" y="585554"/>
                  </a:cubicBezTo>
                  <a:cubicBezTo>
                    <a:pt x="592770" y="584142"/>
                    <a:pt x="592703" y="582747"/>
                    <a:pt x="592607" y="581359"/>
                  </a:cubicBezTo>
                  <a:lnTo>
                    <a:pt x="593163" y="581359"/>
                  </a:lnTo>
                  <a:lnTo>
                    <a:pt x="593163" y="296872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rot="10800000">
            <a:off x="715199" y="1277253"/>
            <a:ext cx="11049737" cy="5065490"/>
          </a:xfrm>
          <a:prstGeom prst="rect">
            <a:avLst/>
          </a:prstGeom>
          <a:solidFill>
            <a:srgbClr val="4E753B"/>
          </a:solidFill>
          <a:ln>
            <a:noFill/>
          </a:ln>
          <a:effectLst>
            <a:outerShdw blurRad="152400" dist="38100" dir="2700000" sx="102000" sy="102000" algn="tl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5200" y="1277257"/>
            <a:ext cx="4840530" cy="5065490"/>
          </a:xfrm>
          <a:prstGeom prst="rect">
            <a:avLst/>
          </a:prstGeom>
        </p:spPr>
      </p:pic>
      <p:grpSp>
        <p:nvGrpSpPr>
          <p:cNvPr id="61" name="组合 60"/>
          <p:cNvGrpSpPr/>
          <p:nvPr/>
        </p:nvGrpSpPr>
        <p:grpSpPr>
          <a:xfrm>
            <a:off x="6695069" y="1772293"/>
            <a:ext cx="4211261" cy="1036617"/>
            <a:chOff x="7213297" y="1987953"/>
            <a:chExt cx="4211261" cy="1036617"/>
          </a:xfrm>
        </p:grpSpPr>
        <p:pic>
          <p:nvPicPr>
            <p:cNvPr id="62" name="图形 6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213297" y="1987953"/>
              <a:ext cx="417712" cy="417712"/>
            </a:xfrm>
            <a:prstGeom prst="rect">
              <a:avLst/>
            </a:prstGeom>
          </p:spPr>
        </p:pic>
        <p:grpSp>
          <p:nvGrpSpPr>
            <p:cNvPr id="63" name="组合 62"/>
            <p:cNvGrpSpPr/>
            <p:nvPr/>
          </p:nvGrpSpPr>
          <p:grpSpPr>
            <a:xfrm>
              <a:off x="7897815" y="2023210"/>
              <a:ext cx="3526743" cy="1001360"/>
              <a:chOff x="1887176" y="1780605"/>
              <a:chExt cx="2665493" cy="1001360"/>
            </a:xfrm>
          </p:grpSpPr>
          <p:sp>
            <p:nvSpPr>
              <p:cNvPr id="64" name="矩形 63"/>
              <p:cNvSpPr/>
              <p:nvPr/>
            </p:nvSpPr>
            <p:spPr>
              <a:xfrm>
                <a:off x="1909307" y="2232904"/>
                <a:ext cx="2643362" cy="5490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您的内容请在这里输入，或者复制您的文本后，在此处选择黏贴，并选择只保留文字</a:t>
                </a:r>
                <a:endPara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5" name="矩形 64"/>
              <p:cNvSpPr/>
              <p:nvPr/>
            </p:nvSpPr>
            <p:spPr>
              <a:xfrm>
                <a:off x="1887176" y="1780605"/>
                <a:ext cx="169034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/>
                <a:r>
                  <a:rPr lang="zh-CN" altLang="en-US" sz="2000" dirty="0">
                    <a:solidFill>
                      <a:schemeClr val="bg1"/>
                    </a:solidFill>
                  </a:rPr>
                  <a:t>请在这里添加标题</a:t>
                </a:r>
                <a:endParaRPr lang="zh-CN" altLang="en-US" sz="2000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66" name="组合 65"/>
          <p:cNvGrpSpPr/>
          <p:nvPr/>
        </p:nvGrpSpPr>
        <p:grpSpPr>
          <a:xfrm>
            <a:off x="6635157" y="3287447"/>
            <a:ext cx="4271173" cy="1018149"/>
            <a:chOff x="7153385" y="3282771"/>
            <a:chExt cx="4271173" cy="1018149"/>
          </a:xfrm>
        </p:grpSpPr>
        <p:pic>
          <p:nvPicPr>
            <p:cNvPr id="67" name="图形 66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153385" y="3282771"/>
              <a:ext cx="480384" cy="480384"/>
            </a:xfrm>
            <a:prstGeom prst="rect">
              <a:avLst/>
            </a:prstGeom>
          </p:spPr>
        </p:pic>
        <p:grpSp>
          <p:nvGrpSpPr>
            <p:cNvPr id="68" name="组合 67"/>
            <p:cNvGrpSpPr/>
            <p:nvPr/>
          </p:nvGrpSpPr>
          <p:grpSpPr>
            <a:xfrm>
              <a:off x="7897815" y="3299560"/>
              <a:ext cx="3526743" cy="1001360"/>
              <a:chOff x="1887176" y="1780605"/>
              <a:chExt cx="2665493" cy="1001360"/>
            </a:xfrm>
          </p:grpSpPr>
          <p:sp>
            <p:nvSpPr>
              <p:cNvPr id="69" name="矩形 68"/>
              <p:cNvSpPr/>
              <p:nvPr/>
            </p:nvSpPr>
            <p:spPr>
              <a:xfrm>
                <a:off x="1909307" y="2232904"/>
                <a:ext cx="2643362" cy="5490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您的内容请在这里输入，或者复制您的文本后，在此处选择黏贴，并选择只保留文字</a:t>
                </a:r>
                <a:endPara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0" name="矩形 69"/>
              <p:cNvSpPr/>
              <p:nvPr/>
            </p:nvSpPr>
            <p:spPr>
              <a:xfrm>
                <a:off x="1887176" y="1780605"/>
                <a:ext cx="169034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/>
                <a:r>
                  <a:rPr lang="zh-CN" altLang="en-US" sz="2000" dirty="0">
                    <a:solidFill>
                      <a:schemeClr val="bg1"/>
                    </a:solidFill>
                  </a:rPr>
                  <a:t>请在这里添加标题</a:t>
                </a:r>
                <a:endParaRPr lang="zh-CN" altLang="en-US" sz="2000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71" name="组合 70"/>
          <p:cNvGrpSpPr/>
          <p:nvPr/>
        </p:nvGrpSpPr>
        <p:grpSpPr>
          <a:xfrm>
            <a:off x="6636272" y="4784133"/>
            <a:ext cx="4270058" cy="1001360"/>
            <a:chOff x="7154500" y="4575910"/>
            <a:chExt cx="4270058" cy="1001360"/>
          </a:xfrm>
        </p:grpSpPr>
        <p:pic>
          <p:nvPicPr>
            <p:cNvPr id="72" name="图形 71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154500" y="4640262"/>
              <a:ext cx="401954" cy="381000"/>
            </a:xfrm>
            <a:prstGeom prst="rect">
              <a:avLst/>
            </a:prstGeom>
          </p:spPr>
        </p:pic>
        <p:grpSp>
          <p:nvGrpSpPr>
            <p:cNvPr id="73" name="组合 72"/>
            <p:cNvGrpSpPr/>
            <p:nvPr/>
          </p:nvGrpSpPr>
          <p:grpSpPr>
            <a:xfrm>
              <a:off x="7897815" y="4575910"/>
              <a:ext cx="3526743" cy="1001360"/>
              <a:chOff x="1887176" y="1780605"/>
              <a:chExt cx="2665493" cy="1001360"/>
            </a:xfrm>
          </p:grpSpPr>
          <p:sp>
            <p:nvSpPr>
              <p:cNvPr id="74" name="矩形 73"/>
              <p:cNvSpPr/>
              <p:nvPr/>
            </p:nvSpPr>
            <p:spPr>
              <a:xfrm>
                <a:off x="1909307" y="2232904"/>
                <a:ext cx="2643362" cy="5490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您的内容请在这里输入，或者复制您的文本后，在此处选择黏贴，并选择只保留文字</a:t>
                </a:r>
                <a:endPara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5" name="矩形 74"/>
              <p:cNvSpPr/>
              <p:nvPr/>
            </p:nvSpPr>
            <p:spPr>
              <a:xfrm>
                <a:off x="1887176" y="1780605"/>
                <a:ext cx="169034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/>
                <a:r>
                  <a:rPr lang="zh-CN" altLang="en-US" sz="2000" dirty="0">
                    <a:solidFill>
                      <a:schemeClr val="bg1"/>
                    </a:solidFill>
                  </a:rPr>
                  <a:t>请在这里添加标题</a:t>
                </a:r>
                <a:endParaRPr lang="zh-CN" altLang="en-US" sz="2000" dirty="0">
                  <a:solidFill>
                    <a:schemeClr val="bg1"/>
                  </a:solidFill>
                </a:endParaRPr>
              </a:p>
            </p:txBody>
          </p:sp>
        </p:grpSp>
      </p:grpSp>
    </p:spTree>
    <p:custDataLst>
      <p:tags r:id="rId9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图表 22"/>
          <p:cNvGraphicFramePr/>
          <p:nvPr/>
        </p:nvGraphicFramePr>
        <p:xfrm>
          <a:off x="792480" y="1869440"/>
          <a:ext cx="6129020" cy="36850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pSp>
        <p:nvGrpSpPr>
          <p:cNvPr id="32" name="组合 31"/>
          <p:cNvGrpSpPr/>
          <p:nvPr/>
        </p:nvGrpSpPr>
        <p:grpSpPr>
          <a:xfrm>
            <a:off x="7738158" y="2343185"/>
            <a:ext cx="3526743" cy="1077560"/>
            <a:chOff x="1887176" y="1780605"/>
            <a:chExt cx="2665493" cy="1077560"/>
          </a:xfrm>
        </p:grpSpPr>
        <p:sp>
          <p:nvSpPr>
            <p:cNvPr id="33" name="矩形 32"/>
            <p:cNvSpPr/>
            <p:nvPr/>
          </p:nvSpPr>
          <p:spPr>
            <a:xfrm>
              <a:off x="1909307" y="2309104"/>
              <a:ext cx="2643362" cy="5490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您的内容请在这里输入，或者复制您的文本后，在此处选择黏贴，并选择只保留文字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1887176" y="1780605"/>
              <a:ext cx="169034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请在这里添加标题</a:t>
              </a:r>
              <a:endPara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7738158" y="4233998"/>
            <a:ext cx="3526743" cy="1077560"/>
            <a:chOff x="1887176" y="1780605"/>
            <a:chExt cx="2665493" cy="1077560"/>
          </a:xfrm>
        </p:grpSpPr>
        <p:sp>
          <p:nvSpPr>
            <p:cNvPr id="36" name="矩形 35"/>
            <p:cNvSpPr/>
            <p:nvPr/>
          </p:nvSpPr>
          <p:spPr>
            <a:xfrm>
              <a:off x="1909307" y="2309104"/>
              <a:ext cx="2643362" cy="5490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您的内容请在这里输入，或者复制您的文本后，在此处选择黏贴，并选择只保留文字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1887176" y="1780605"/>
              <a:ext cx="169034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请在这里添加标题</a:t>
              </a:r>
              <a:endPara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3" grpId="0">
        <p:bldAsOne/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图表 22"/>
          <p:cNvGraphicFramePr/>
          <p:nvPr/>
        </p:nvGraphicFramePr>
        <p:xfrm>
          <a:off x="438151" y="1605260"/>
          <a:ext cx="5721349" cy="42722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pSp>
        <p:nvGrpSpPr>
          <p:cNvPr id="10" name="组合 9"/>
          <p:cNvGrpSpPr/>
          <p:nvPr/>
        </p:nvGrpSpPr>
        <p:grpSpPr>
          <a:xfrm>
            <a:off x="7305482" y="1712981"/>
            <a:ext cx="4211261" cy="1036617"/>
            <a:chOff x="7213297" y="1987953"/>
            <a:chExt cx="4211261" cy="1036617"/>
          </a:xfrm>
        </p:grpSpPr>
        <p:pic>
          <p:nvPicPr>
            <p:cNvPr id="4" name="图形 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213297" y="1987953"/>
              <a:ext cx="417712" cy="417712"/>
            </a:xfrm>
            <a:prstGeom prst="rect">
              <a:avLst/>
            </a:prstGeom>
          </p:spPr>
        </p:pic>
        <p:grpSp>
          <p:nvGrpSpPr>
            <p:cNvPr id="31" name="组合 30"/>
            <p:cNvGrpSpPr/>
            <p:nvPr/>
          </p:nvGrpSpPr>
          <p:grpSpPr>
            <a:xfrm>
              <a:off x="7897815" y="2023210"/>
              <a:ext cx="3526743" cy="1001360"/>
              <a:chOff x="1887176" y="1780605"/>
              <a:chExt cx="2665493" cy="1001360"/>
            </a:xfrm>
          </p:grpSpPr>
          <p:sp>
            <p:nvSpPr>
              <p:cNvPr id="32" name="矩形 31"/>
              <p:cNvSpPr/>
              <p:nvPr/>
            </p:nvSpPr>
            <p:spPr>
              <a:xfrm>
                <a:off x="1909307" y="2232904"/>
                <a:ext cx="2643362" cy="5490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您的内容请在这里输入，或者复制您的文本后，在此处选择黏贴，并选择只保留文字</a:t>
                </a:r>
                <a:endPara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" name="矩形 32"/>
              <p:cNvSpPr/>
              <p:nvPr/>
            </p:nvSpPr>
            <p:spPr>
              <a:xfrm>
                <a:off x="1887176" y="1780605"/>
                <a:ext cx="169034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/>
                <a:r>
                  <a:rPr lang="zh-CN" altLang="en-US" sz="2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请在这里添加标题</a:t>
                </a:r>
                <a:endPara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grpSp>
        <p:nvGrpSpPr>
          <p:cNvPr id="12" name="组合 11"/>
          <p:cNvGrpSpPr/>
          <p:nvPr/>
        </p:nvGrpSpPr>
        <p:grpSpPr>
          <a:xfrm>
            <a:off x="7216885" y="3208735"/>
            <a:ext cx="4271173" cy="1018149"/>
            <a:chOff x="7153385" y="3282771"/>
            <a:chExt cx="4271173" cy="1018149"/>
          </a:xfrm>
        </p:grpSpPr>
        <p:pic>
          <p:nvPicPr>
            <p:cNvPr id="6" name="图形 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153385" y="3282771"/>
              <a:ext cx="480384" cy="480384"/>
            </a:xfrm>
            <a:prstGeom prst="rect">
              <a:avLst/>
            </a:prstGeom>
          </p:spPr>
        </p:pic>
        <p:grpSp>
          <p:nvGrpSpPr>
            <p:cNvPr id="34" name="组合 33"/>
            <p:cNvGrpSpPr/>
            <p:nvPr/>
          </p:nvGrpSpPr>
          <p:grpSpPr>
            <a:xfrm>
              <a:off x="7897815" y="3299560"/>
              <a:ext cx="3526743" cy="1001360"/>
              <a:chOff x="1887176" y="1780605"/>
              <a:chExt cx="2665493" cy="1001360"/>
            </a:xfrm>
          </p:grpSpPr>
          <p:sp>
            <p:nvSpPr>
              <p:cNvPr id="35" name="矩形 34"/>
              <p:cNvSpPr/>
              <p:nvPr/>
            </p:nvSpPr>
            <p:spPr>
              <a:xfrm>
                <a:off x="1909307" y="2232904"/>
                <a:ext cx="2643362" cy="5490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您的内容请在这里输入，或者复制您的文本后，在此处选择黏贴，并选择只保留文字</a:t>
                </a:r>
                <a:endPara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" name="矩形 35"/>
              <p:cNvSpPr/>
              <p:nvPr/>
            </p:nvSpPr>
            <p:spPr>
              <a:xfrm>
                <a:off x="1887176" y="1780605"/>
                <a:ext cx="169034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/>
                <a:r>
                  <a:rPr lang="zh-CN" altLang="en-US" sz="2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请在这里添加标题</a:t>
                </a:r>
                <a:endPara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grpSp>
        <p:nvGrpSpPr>
          <p:cNvPr id="40" name="组合 39"/>
          <p:cNvGrpSpPr/>
          <p:nvPr/>
        </p:nvGrpSpPr>
        <p:grpSpPr>
          <a:xfrm>
            <a:off x="7218000" y="4626710"/>
            <a:ext cx="4270058" cy="1001360"/>
            <a:chOff x="7154500" y="4575910"/>
            <a:chExt cx="4270058" cy="1001360"/>
          </a:xfrm>
        </p:grpSpPr>
        <p:pic>
          <p:nvPicPr>
            <p:cNvPr id="8" name="图形 7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154500" y="4640262"/>
              <a:ext cx="401954" cy="381000"/>
            </a:xfrm>
            <a:prstGeom prst="rect">
              <a:avLst/>
            </a:prstGeom>
          </p:spPr>
        </p:pic>
        <p:grpSp>
          <p:nvGrpSpPr>
            <p:cNvPr id="37" name="组合 36"/>
            <p:cNvGrpSpPr/>
            <p:nvPr/>
          </p:nvGrpSpPr>
          <p:grpSpPr>
            <a:xfrm>
              <a:off x="7897815" y="4575910"/>
              <a:ext cx="3526743" cy="1001360"/>
              <a:chOff x="1887176" y="1780605"/>
              <a:chExt cx="2665493" cy="1001360"/>
            </a:xfrm>
          </p:grpSpPr>
          <p:sp>
            <p:nvSpPr>
              <p:cNvPr id="38" name="矩形 37"/>
              <p:cNvSpPr/>
              <p:nvPr/>
            </p:nvSpPr>
            <p:spPr>
              <a:xfrm>
                <a:off x="1909307" y="2232904"/>
                <a:ext cx="2643362" cy="5490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您的内容请在这里输入，或者复制您的文本后，在此处选择黏贴，并选择只保留文字</a:t>
                </a:r>
                <a:endPara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1887176" y="1780605"/>
                <a:ext cx="169034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/>
                <a:r>
                  <a:rPr lang="zh-CN" altLang="en-US" sz="2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请在这里添加标题</a:t>
                </a:r>
                <a:endPara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</p:spTree>
    <p:custDataLst>
      <p:tags r:id="rId8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3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3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3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3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3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3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3" grpId="0" uiExpand="1">
        <p:bldSub>
          <a:bldChart bld="series"/>
        </p:bldSub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任意多边形: 形状 65"/>
          <p:cNvSpPr/>
          <p:nvPr/>
        </p:nvSpPr>
        <p:spPr>
          <a:xfrm>
            <a:off x="6071928" y="1596460"/>
            <a:ext cx="69688" cy="4608000"/>
          </a:xfrm>
          <a:custGeom>
            <a:avLst/>
            <a:gdLst>
              <a:gd name="connsiteX0" fmla="*/ 0 w 0"/>
              <a:gd name="connsiteY0" fmla="*/ 0 h 3977640"/>
              <a:gd name="connsiteX1" fmla="*/ 0 w 0"/>
              <a:gd name="connsiteY1" fmla="*/ 3977640 h 3977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3977640">
                <a:moveTo>
                  <a:pt x="0" y="0"/>
                </a:moveTo>
                <a:lnTo>
                  <a:pt x="0" y="3977640"/>
                </a:lnTo>
              </a:path>
            </a:pathLst>
          </a:custGeom>
          <a:ln>
            <a:solidFill>
              <a:srgbClr val="BD934E"/>
            </a:solidFill>
            <a:headEnd type="triangle" w="med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7868350" y="1596460"/>
            <a:ext cx="2584308" cy="4268924"/>
            <a:chOff x="7868350" y="1596460"/>
            <a:chExt cx="2584308" cy="4268924"/>
          </a:xfrm>
        </p:grpSpPr>
        <p:grpSp>
          <p:nvGrpSpPr>
            <p:cNvPr id="53" name="组合 52"/>
            <p:cNvGrpSpPr/>
            <p:nvPr/>
          </p:nvGrpSpPr>
          <p:grpSpPr>
            <a:xfrm>
              <a:off x="7868350" y="1596460"/>
              <a:ext cx="2584308" cy="2584308"/>
              <a:chOff x="5705475" y="1200150"/>
              <a:chExt cx="1695450" cy="1695450"/>
            </a:xfrm>
          </p:grpSpPr>
          <p:sp>
            <p:nvSpPr>
              <p:cNvPr id="54" name="椭圆 53"/>
              <p:cNvSpPr/>
              <p:nvPr/>
            </p:nvSpPr>
            <p:spPr>
              <a:xfrm>
                <a:off x="5705475" y="1200150"/>
                <a:ext cx="1695450" cy="1695450"/>
              </a:xfrm>
              <a:prstGeom prst="ellipse">
                <a:avLst/>
              </a:prstGeom>
              <a:noFill/>
              <a:ln>
                <a:solidFill>
                  <a:srgbClr val="BD934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grpSp>
            <p:nvGrpSpPr>
              <p:cNvPr id="55" name="组合 54"/>
              <p:cNvGrpSpPr/>
              <p:nvPr/>
            </p:nvGrpSpPr>
            <p:grpSpPr>
              <a:xfrm>
                <a:off x="6074568" y="1544203"/>
                <a:ext cx="976529" cy="971766"/>
                <a:chOff x="6074568" y="1544203"/>
                <a:chExt cx="976529" cy="971766"/>
              </a:xfrm>
            </p:grpSpPr>
            <p:sp>
              <p:nvSpPr>
                <p:cNvPr id="56" name="任意多边形: 形状 55"/>
                <p:cNvSpPr/>
                <p:nvPr/>
              </p:nvSpPr>
              <p:spPr>
                <a:xfrm>
                  <a:off x="6074568" y="1544203"/>
                  <a:ext cx="976529" cy="971766"/>
                </a:xfrm>
                <a:custGeom>
                  <a:avLst/>
                  <a:gdLst>
                    <a:gd name="connsiteX0" fmla="*/ 0 w 1026319"/>
                    <a:gd name="connsiteY0" fmla="*/ 97631 h 1026318"/>
                    <a:gd name="connsiteX1" fmla="*/ 100013 w 1026319"/>
                    <a:gd name="connsiteY1" fmla="*/ 0 h 1026318"/>
                    <a:gd name="connsiteX2" fmla="*/ 511969 w 1026319"/>
                    <a:gd name="connsiteY2" fmla="*/ 411956 h 1026318"/>
                    <a:gd name="connsiteX3" fmla="*/ 921544 w 1026319"/>
                    <a:gd name="connsiteY3" fmla="*/ 2381 h 1026318"/>
                    <a:gd name="connsiteX4" fmla="*/ 1026319 w 1026319"/>
                    <a:gd name="connsiteY4" fmla="*/ 100012 h 1026318"/>
                    <a:gd name="connsiteX5" fmla="*/ 621506 w 1026319"/>
                    <a:gd name="connsiteY5" fmla="*/ 511968 h 1026318"/>
                    <a:gd name="connsiteX6" fmla="*/ 1023938 w 1026319"/>
                    <a:gd name="connsiteY6" fmla="*/ 921543 h 1026318"/>
                    <a:gd name="connsiteX7" fmla="*/ 928688 w 1026319"/>
                    <a:gd name="connsiteY7" fmla="*/ 1026318 h 1026318"/>
                    <a:gd name="connsiteX8" fmla="*/ 519113 w 1026319"/>
                    <a:gd name="connsiteY8" fmla="*/ 619125 h 1026318"/>
                    <a:gd name="connsiteX9" fmla="*/ 104775 w 1026319"/>
                    <a:gd name="connsiteY9" fmla="*/ 1023937 h 1026318"/>
                    <a:gd name="connsiteX10" fmla="*/ 2381 w 1026319"/>
                    <a:gd name="connsiteY10" fmla="*/ 923925 h 1026318"/>
                    <a:gd name="connsiteX11" fmla="*/ 409575 w 1026319"/>
                    <a:gd name="connsiteY11" fmla="*/ 511968 h 1026318"/>
                    <a:gd name="connsiteX12" fmla="*/ 0 w 1026319"/>
                    <a:gd name="connsiteY12" fmla="*/ 97631 h 1026318"/>
                    <a:gd name="connsiteX0-1" fmla="*/ 0 w 1026319"/>
                    <a:gd name="connsiteY0-2" fmla="*/ 97631 h 1026318"/>
                    <a:gd name="connsiteX1-3" fmla="*/ 100013 w 1026319"/>
                    <a:gd name="connsiteY1-4" fmla="*/ 0 h 1026318"/>
                    <a:gd name="connsiteX2-5" fmla="*/ 522441 w 1026319"/>
                    <a:gd name="connsiteY2-6" fmla="*/ 396248 h 1026318"/>
                    <a:gd name="connsiteX3-7" fmla="*/ 921544 w 1026319"/>
                    <a:gd name="connsiteY3-8" fmla="*/ 2381 h 1026318"/>
                    <a:gd name="connsiteX4-9" fmla="*/ 1026319 w 1026319"/>
                    <a:gd name="connsiteY4-10" fmla="*/ 100012 h 1026318"/>
                    <a:gd name="connsiteX5-11" fmla="*/ 621506 w 1026319"/>
                    <a:gd name="connsiteY5-12" fmla="*/ 511968 h 1026318"/>
                    <a:gd name="connsiteX6-13" fmla="*/ 1023938 w 1026319"/>
                    <a:gd name="connsiteY6-14" fmla="*/ 921543 h 1026318"/>
                    <a:gd name="connsiteX7-15" fmla="*/ 928688 w 1026319"/>
                    <a:gd name="connsiteY7-16" fmla="*/ 1026318 h 1026318"/>
                    <a:gd name="connsiteX8-17" fmla="*/ 519113 w 1026319"/>
                    <a:gd name="connsiteY8-18" fmla="*/ 619125 h 1026318"/>
                    <a:gd name="connsiteX9-19" fmla="*/ 104775 w 1026319"/>
                    <a:gd name="connsiteY9-20" fmla="*/ 1023937 h 1026318"/>
                    <a:gd name="connsiteX10-21" fmla="*/ 2381 w 1026319"/>
                    <a:gd name="connsiteY10-22" fmla="*/ 923925 h 1026318"/>
                    <a:gd name="connsiteX11-23" fmla="*/ 409575 w 1026319"/>
                    <a:gd name="connsiteY11-24" fmla="*/ 511968 h 1026318"/>
                    <a:gd name="connsiteX12-25" fmla="*/ 0 w 1026319"/>
                    <a:gd name="connsiteY12-26" fmla="*/ 97631 h 1026318"/>
                    <a:gd name="connsiteX0-27" fmla="*/ 0 w 1026319"/>
                    <a:gd name="connsiteY0-28" fmla="*/ 108104 h 1036791"/>
                    <a:gd name="connsiteX1-29" fmla="*/ 110485 w 1026319"/>
                    <a:gd name="connsiteY1-30" fmla="*/ 0 h 1036791"/>
                    <a:gd name="connsiteX2-31" fmla="*/ 522441 w 1026319"/>
                    <a:gd name="connsiteY2-32" fmla="*/ 406721 h 1036791"/>
                    <a:gd name="connsiteX3-33" fmla="*/ 921544 w 1026319"/>
                    <a:gd name="connsiteY3-34" fmla="*/ 12854 h 1036791"/>
                    <a:gd name="connsiteX4-35" fmla="*/ 1026319 w 1026319"/>
                    <a:gd name="connsiteY4-36" fmla="*/ 110485 h 1036791"/>
                    <a:gd name="connsiteX5-37" fmla="*/ 621506 w 1026319"/>
                    <a:gd name="connsiteY5-38" fmla="*/ 522441 h 1036791"/>
                    <a:gd name="connsiteX6-39" fmla="*/ 1023938 w 1026319"/>
                    <a:gd name="connsiteY6-40" fmla="*/ 932016 h 1036791"/>
                    <a:gd name="connsiteX7-41" fmla="*/ 928688 w 1026319"/>
                    <a:gd name="connsiteY7-42" fmla="*/ 1036791 h 1036791"/>
                    <a:gd name="connsiteX8-43" fmla="*/ 519113 w 1026319"/>
                    <a:gd name="connsiteY8-44" fmla="*/ 629598 h 1036791"/>
                    <a:gd name="connsiteX9-45" fmla="*/ 104775 w 1026319"/>
                    <a:gd name="connsiteY9-46" fmla="*/ 1034410 h 1036791"/>
                    <a:gd name="connsiteX10-47" fmla="*/ 2381 w 1026319"/>
                    <a:gd name="connsiteY10-48" fmla="*/ 934398 h 1036791"/>
                    <a:gd name="connsiteX11-49" fmla="*/ 409575 w 1026319"/>
                    <a:gd name="connsiteY11-50" fmla="*/ 522441 h 1036791"/>
                    <a:gd name="connsiteX12-51" fmla="*/ 0 w 1026319"/>
                    <a:gd name="connsiteY12-52" fmla="*/ 108104 h 1036791"/>
                    <a:gd name="connsiteX0-53" fmla="*/ 0 w 1026319"/>
                    <a:gd name="connsiteY0-54" fmla="*/ 108104 h 1036791"/>
                    <a:gd name="connsiteX1-55" fmla="*/ 110485 w 1026319"/>
                    <a:gd name="connsiteY1-56" fmla="*/ 0 h 1036791"/>
                    <a:gd name="connsiteX2-57" fmla="*/ 522441 w 1026319"/>
                    <a:gd name="connsiteY2-58" fmla="*/ 406721 h 1036791"/>
                    <a:gd name="connsiteX3-59" fmla="*/ 921544 w 1026319"/>
                    <a:gd name="connsiteY3-60" fmla="*/ 12854 h 1036791"/>
                    <a:gd name="connsiteX4-61" fmla="*/ 1026319 w 1026319"/>
                    <a:gd name="connsiteY4-62" fmla="*/ 110485 h 1036791"/>
                    <a:gd name="connsiteX5-63" fmla="*/ 647688 w 1026319"/>
                    <a:gd name="connsiteY5-64" fmla="*/ 496260 h 1036791"/>
                    <a:gd name="connsiteX6-65" fmla="*/ 1023938 w 1026319"/>
                    <a:gd name="connsiteY6-66" fmla="*/ 932016 h 1036791"/>
                    <a:gd name="connsiteX7-67" fmla="*/ 928688 w 1026319"/>
                    <a:gd name="connsiteY7-68" fmla="*/ 1036791 h 1036791"/>
                    <a:gd name="connsiteX8-69" fmla="*/ 519113 w 1026319"/>
                    <a:gd name="connsiteY8-70" fmla="*/ 629598 h 1036791"/>
                    <a:gd name="connsiteX9-71" fmla="*/ 104775 w 1026319"/>
                    <a:gd name="connsiteY9-72" fmla="*/ 1034410 h 1036791"/>
                    <a:gd name="connsiteX10-73" fmla="*/ 2381 w 1026319"/>
                    <a:gd name="connsiteY10-74" fmla="*/ 934398 h 1036791"/>
                    <a:gd name="connsiteX11-75" fmla="*/ 409575 w 1026319"/>
                    <a:gd name="connsiteY11-76" fmla="*/ 522441 h 1036791"/>
                    <a:gd name="connsiteX12-77" fmla="*/ 0 w 1026319"/>
                    <a:gd name="connsiteY12-78" fmla="*/ 108104 h 1036791"/>
                    <a:gd name="connsiteX0-79" fmla="*/ 0 w 1044883"/>
                    <a:gd name="connsiteY0-80" fmla="*/ 108104 h 1036791"/>
                    <a:gd name="connsiteX1-81" fmla="*/ 110485 w 1044883"/>
                    <a:gd name="connsiteY1-82" fmla="*/ 0 h 1036791"/>
                    <a:gd name="connsiteX2-83" fmla="*/ 522441 w 1044883"/>
                    <a:gd name="connsiteY2-84" fmla="*/ 406721 h 1036791"/>
                    <a:gd name="connsiteX3-85" fmla="*/ 921544 w 1044883"/>
                    <a:gd name="connsiteY3-86" fmla="*/ 12854 h 1036791"/>
                    <a:gd name="connsiteX4-87" fmla="*/ 1026319 w 1044883"/>
                    <a:gd name="connsiteY4-88" fmla="*/ 110485 h 1036791"/>
                    <a:gd name="connsiteX5-89" fmla="*/ 647688 w 1044883"/>
                    <a:gd name="connsiteY5-90" fmla="*/ 496260 h 1036791"/>
                    <a:gd name="connsiteX6-91" fmla="*/ 1044883 w 1044883"/>
                    <a:gd name="connsiteY6-92" fmla="*/ 916307 h 1036791"/>
                    <a:gd name="connsiteX7-93" fmla="*/ 928688 w 1044883"/>
                    <a:gd name="connsiteY7-94" fmla="*/ 1036791 h 1036791"/>
                    <a:gd name="connsiteX8-95" fmla="*/ 519113 w 1044883"/>
                    <a:gd name="connsiteY8-96" fmla="*/ 629598 h 1036791"/>
                    <a:gd name="connsiteX9-97" fmla="*/ 104775 w 1044883"/>
                    <a:gd name="connsiteY9-98" fmla="*/ 1034410 h 1036791"/>
                    <a:gd name="connsiteX10-99" fmla="*/ 2381 w 1044883"/>
                    <a:gd name="connsiteY10-100" fmla="*/ 934398 h 1036791"/>
                    <a:gd name="connsiteX11-101" fmla="*/ 409575 w 1044883"/>
                    <a:gd name="connsiteY11-102" fmla="*/ 522441 h 1036791"/>
                    <a:gd name="connsiteX12-103" fmla="*/ 0 w 1044883"/>
                    <a:gd name="connsiteY12-104" fmla="*/ 108104 h 1036791"/>
                    <a:gd name="connsiteX0-105" fmla="*/ 0 w 1044883"/>
                    <a:gd name="connsiteY0-106" fmla="*/ 108104 h 1036791"/>
                    <a:gd name="connsiteX1-107" fmla="*/ 110485 w 1044883"/>
                    <a:gd name="connsiteY1-108" fmla="*/ 0 h 1036791"/>
                    <a:gd name="connsiteX2-109" fmla="*/ 522441 w 1044883"/>
                    <a:gd name="connsiteY2-110" fmla="*/ 406721 h 1036791"/>
                    <a:gd name="connsiteX3-111" fmla="*/ 921544 w 1044883"/>
                    <a:gd name="connsiteY3-112" fmla="*/ 12854 h 1036791"/>
                    <a:gd name="connsiteX4-113" fmla="*/ 1026319 w 1044883"/>
                    <a:gd name="connsiteY4-114" fmla="*/ 110485 h 1036791"/>
                    <a:gd name="connsiteX5-115" fmla="*/ 642452 w 1044883"/>
                    <a:gd name="connsiteY5-116" fmla="*/ 511968 h 1036791"/>
                    <a:gd name="connsiteX6-117" fmla="*/ 1044883 w 1044883"/>
                    <a:gd name="connsiteY6-118" fmla="*/ 916307 h 1036791"/>
                    <a:gd name="connsiteX7-119" fmla="*/ 928688 w 1044883"/>
                    <a:gd name="connsiteY7-120" fmla="*/ 1036791 h 1036791"/>
                    <a:gd name="connsiteX8-121" fmla="*/ 519113 w 1044883"/>
                    <a:gd name="connsiteY8-122" fmla="*/ 629598 h 1036791"/>
                    <a:gd name="connsiteX9-123" fmla="*/ 104775 w 1044883"/>
                    <a:gd name="connsiteY9-124" fmla="*/ 1034410 h 1036791"/>
                    <a:gd name="connsiteX10-125" fmla="*/ 2381 w 1044883"/>
                    <a:gd name="connsiteY10-126" fmla="*/ 934398 h 1036791"/>
                    <a:gd name="connsiteX11-127" fmla="*/ 409575 w 1044883"/>
                    <a:gd name="connsiteY11-128" fmla="*/ 522441 h 1036791"/>
                    <a:gd name="connsiteX12-129" fmla="*/ 0 w 1044883"/>
                    <a:gd name="connsiteY12-130" fmla="*/ 108104 h 1036791"/>
                    <a:gd name="connsiteX0-131" fmla="*/ 0 w 1047264"/>
                    <a:gd name="connsiteY0-132" fmla="*/ 108104 h 1036791"/>
                    <a:gd name="connsiteX1-133" fmla="*/ 110485 w 1047264"/>
                    <a:gd name="connsiteY1-134" fmla="*/ 0 h 1036791"/>
                    <a:gd name="connsiteX2-135" fmla="*/ 522441 w 1047264"/>
                    <a:gd name="connsiteY2-136" fmla="*/ 406721 h 1036791"/>
                    <a:gd name="connsiteX3-137" fmla="*/ 921544 w 1047264"/>
                    <a:gd name="connsiteY3-138" fmla="*/ 12854 h 1036791"/>
                    <a:gd name="connsiteX4-139" fmla="*/ 1047264 w 1047264"/>
                    <a:gd name="connsiteY4-140" fmla="*/ 120958 h 1036791"/>
                    <a:gd name="connsiteX5-141" fmla="*/ 642452 w 1047264"/>
                    <a:gd name="connsiteY5-142" fmla="*/ 511968 h 1036791"/>
                    <a:gd name="connsiteX6-143" fmla="*/ 1044883 w 1047264"/>
                    <a:gd name="connsiteY6-144" fmla="*/ 916307 h 1036791"/>
                    <a:gd name="connsiteX7-145" fmla="*/ 928688 w 1047264"/>
                    <a:gd name="connsiteY7-146" fmla="*/ 1036791 h 1036791"/>
                    <a:gd name="connsiteX8-147" fmla="*/ 519113 w 1047264"/>
                    <a:gd name="connsiteY8-148" fmla="*/ 629598 h 1036791"/>
                    <a:gd name="connsiteX9-149" fmla="*/ 104775 w 1047264"/>
                    <a:gd name="connsiteY9-150" fmla="*/ 1034410 h 1036791"/>
                    <a:gd name="connsiteX10-151" fmla="*/ 2381 w 1047264"/>
                    <a:gd name="connsiteY10-152" fmla="*/ 934398 h 1036791"/>
                    <a:gd name="connsiteX11-153" fmla="*/ 409575 w 1047264"/>
                    <a:gd name="connsiteY11-154" fmla="*/ 522441 h 1036791"/>
                    <a:gd name="connsiteX12-155" fmla="*/ 0 w 1047264"/>
                    <a:gd name="connsiteY12-156" fmla="*/ 108104 h 1036791"/>
                    <a:gd name="connsiteX0-157" fmla="*/ 0 w 1047264"/>
                    <a:gd name="connsiteY0-158" fmla="*/ 108104 h 1036791"/>
                    <a:gd name="connsiteX1-159" fmla="*/ 110485 w 1047264"/>
                    <a:gd name="connsiteY1-160" fmla="*/ 0 h 1036791"/>
                    <a:gd name="connsiteX2-161" fmla="*/ 522441 w 1047264"/>
                    <a:gd name="connsiteY2-162" fmla="*/ 406721 h 1036791"/>
                    <a:gd name="connsiteX3-163" fmla="*/ 921544 w 1047264"/>
                    <a:gd name="connsiteY3-164" fmla="*/ 12854 h 1036791"/>
                    <a:gd name="connsiteX4-165" fmla="*/ 1047264 w 1047264"/>
                    <a:gd name="connsiteY4-166" fmla="*/ 120958 h 1036791"/>
                    <a:gd name="connsiteX5-167" fmla="*/ 658162 w 1047264"/>
                    <a:gd name="connsiteY5-168" fmla="*/ 517205 h 1036791"/>
                    <a:gd name="connsiteX6-169" fmla="*/ 1044883 w 1047264"/>
                    <a:gd name="connsiteY6-170" fmla="*/ 916307 h 1036791"/>
                    <a:gd name="connsiteX7-171" fmla="*/ 928688 w 1047264"/>
                    <a:gd name="connsiteY7-172" fmla="*/ 1036791 h 1036791"/>
                    <a:gd name="connsiteX8-173" fmla="*/ 519113 w 1047264"/>
                    <a:gd name="connsiteY8-174" fmla="*/ 629598 h 1036791"/>
                    <a:gd name="connsiteX9-175" fmla="*/ 104775 w 1047264"/>
                    <a:gd name="connsiteY9-176" fmla="*/ 1034410 h 1036791"/>
                    <a:gd name="connsiteX10-177" fmla="*/ 2381 w 1047264"/>
                    <a:gd name="connsiteY10-178" fmla="*/ 934398 h 1036791"/>
                    <a:gd name="connsiteX11-179" fmla="*/ 409575 w 1047264"/>
                    <a:gd name="connsiteY11-180" fmla="*/ 522441 h 1036791"/>
                    <a:gd name="connsiteX12-181" fmla="*/ 0 w 1047264"/>
                    <a:gd name="connsiteY12-182" fmla="*/ 108104 h 1036791"/>
                    <a:gd name="connsiteX0-183" fmla="*/ 0 w 1047264"/>
                    <a:gd name="connsiteY0-184" fmla="*/ 108104 h 1036791"/>
                    <a:gd name="connsiteX1-185" fmla="*/ 110485 w 1047264"/>
                    <a:gd name="connsiteY1-186" fmla="*/ 0 h 1036791"/>
                    <a:gd name="connsiteX2-187" fmla="*/ 522441 w 1047264"/>
                    <a:gd name="connsiteY2-188" fmla="*/ 406721 h 1036791"/>
                    <a:gd name="connsiteX3-189" fmla="*/ 921544 w 1047264"/>
                    <a:gd name="connsiteY3-190" fmla="*/ 12854 h 1036791"/>
                    <a:gd name="connsiteX4-191" fmla="*/ 1047264 w 1047264"/>
                    <a:gd name="connsiteY4-192" fmla="*/ 120958 h 1036791"/>
                    <a:gd name="connsiteX5-193" fmla="*/ 658162 w 1047264"/>
                    <a:gd name="connsiteY5-194" fmla="*/ 517205 h 1036791"/>
                    <a:gd name="connsiteX6-195" fmla="*/ 1044883 w 1047264"/>
                    <a:gd name="connsiteY6-196" fmla="*/ 916307 h 1036791"/>
                    <a:gd name="connsiteX7-197" fmla="*/ 928688 w 1047264"/>
                    <a:gd name="connsiteY7-198" fmla="*/ 1036791 h 1036791"/>
                    <a:gd name="connsiteX8-199" fmla="*/ 529586 w 1047264"/>
                    <a:gd name="connsiteY8-200" fmla="*/ 645308 h 1036791"/>
                    <a:gd name="connsiteX9-201" fmla="*/ 104775 w 1047264"/>
                    <a:gd name="connsiteY9-202" fmla="*/ 1034410 h 1036791"/>
                    <a:gd name="connsiteX10-203" fmla="*/ 2381 w 1047264"/>
                    <a:gd name="connsiteY10-204" fmla="*/ 934398 h 1036791"/>
                    <a:gd name="connsiteX11-205" fmla="*/ 409575 w 1047264"/>
                    <a:gd name="connsiteY11-206" fmla="*/ 522441 h 1036791"/>
                    <a:gd name="connsiteX12-207" fmla="*/ 0 w 1047264"/>
                    <a:gd name="connsiteY12-208" fmla="*/ 108104 h 1036791"/>
                    <a:gd name="connsiteX0-209" fmla="*/ 0 w 1047264"/>
                    <a:gd name="connsiteY0-210" fmla="*/ 108104 h 1055355"/>
                    <a:gd name="connsiteX1-211" fmla="*/ 110485 w 1047264"/>
                    <a:gd name="connsiteY1-212" fmla="*/ 0 h 1055355"/>
                    <a:gd name="connsiteX2-213" fmla="*/ 522441 w 1047264"/>
                    <a:gd name="connsiteY2-214" fmla="*/ 406721 h 1055355"/>
                    <a:gd name="connsiteX3-215" fmla="*/ 921544 w 1047264"/>
                    <a:gd name="connsiteY3-216" fmla="*/ 12854 h 1055355"/>
                    <a:gd name="connsiteX4-217" fmla="*/ 1047264 w 1047264"/>
                    <a:gd name="connsiteY4-218" fmla="*/ 120958 h 1055355"/>
                    <a:gd name="connsiteX5-219" fmla="*/ 658162 w 1047264"/>
                    <a:gd name="connsiteY5-220" fmla="*/ 517205 h 1055355"/>
                    <a:gd name="connsiteX6-221" fmla="*/ 1044883 w 1047264"/>
                    <a:gd name="connsiteY6-222" fmla="*/ 916307 h 1055355"/>
                    <a:gd name="connsiteX7-223" fmla="*/ 928688 w 1047264"/>
                    <a:gd name="connsiteY7-224" fmla="*/ 1036791 h 1055355"/>
                    <a:gd name="connsiteX8-225" fmla="*/ 529586 w 1047264"/>
                    <a:gd name="connsiteY8-226" fmla="*/ 645308 h 1055355"/>
                    <a:gd name="connsiteX9-227" fmla="*/ 136192 w 1047264"/>
                    <a:gd name="connsiteY9-228" fmla="*/ 1055355 h 1055355"/>
                    <a:gd name="connsiteX10-229" fmla="*/ 2381 w 1047264"/>
                    <a:gd name="connsiteY10-230" fmla="*/ 934398 h 1055355"/>
                    <a:gd name="connsiteX11-231" fmla="*/ 409575 w 1047264"/>
                    <a:gd name="connsiteY11-232" fmla="*/ 522441 h 1055355"/>
                    <a:gd name="connsiteX12-233" fmla="*/ 0 w 1047264"/>
                    <a:gd name="connsiteY12-234" fmla="*/ 108104 h 1055355"/>
                    <a:gd name="connsiteX0-235" fmla="*/ 0 w 1060354"/>
                    <a:gd name="connsiteY0-236" fmla="*/ 115959 h 1055355"/>
                    <a:gd name="connsiteX1-237" fmla="*/ 123575 w 1060354"/>
                    <a:gd name="connsiteY1-238" fmla="*/ 0 h 1055355"/>
                    <a:gd name="connsiteX2-239" fmla="*/ 535531 w 1060354"/>
                    <a:gd name="connsiteY2-240" fmla="*/ 406721 h 1055355"/>
                    <a:gd name="connsiteX3-241" fmla="*/ 934634 w 1060354"/>
                    <a:gd name="connsiteY3-242" fmla="*/ 12854 h 1055355"/>
                    <a:gd name="connsiteX4-243" fmla="*/ 1060354 w 1060354"/>
                    <a:gd name="connsiteY4-244" fmla="*/ 120958 h 1055355"/>
                    <a:gd name="connsiteX5-245" fmla="*/ 671252 w 1060354"/>
                    <a:gd name="connsiteY5-246" fmla="*/ 517205 h 1055355"/>
                    <a:gd name="connsiteX6-247" fmla="*/ 1057973 w 1060354"/>
                    <a:gd name="connsiteY6-248" fmla="*/ 916307 h 1055355"/>
                    <a:gd name="connsiteX7-249" fmla="*/ 941778 w 1060354"/>
                    <a:gd name="connsiteY7-250" fmla="*/ 1036791 h 1055355"/>
                    <a:gd name="connsiteX8-251" fmla="*/ 542676 w 1060354"/>
                    <a:gd name="connsiteY8-252" fmla="*/ 645308 h 1055355"/>
                    <a:gd name="connsiteX9-253" fmla="*/ 149282 w 1060354"/>
                    <a:gd name="connsiteY9-254" fmla="*/ 1055355 h 1055355"/>
                    <a:gd name="connsiteX10-255" fmla="*/ 15471 w 1060354"/>
                    <a:gd name="connsiteY10-256" fmla="*/ 934398 h 1055355"/>
                    <a:gd name="connsiteX11-257" fmla="*/ 422665 w 1060354"/>
                    <a:gd name="connsiteY11-258" fmla="*/ 522441 h 1055355"/>
                    <a:gd name="connsiteX12-259" fmla="*/ 0 w 1060354"/>
                    <a:gd name="connsiteY12-260" fmla="*/ 115959 h 1055355"/>
                    <a:gd name="connsiteX0-261" fmla="*/ 0 w 1060354"/>
                    <a:gd name="connsiteY0-262" fmla="*/ 115959 h 1055355"/>
                    <a:gd name="connsiteX1-263" fmla="*/ 123575 w 1060354"/>
                    <a:gd name="connsiteY1-264" fmla="*/ 0 h 1055355"/>
                    <a:gd name="connsiteX2-265" fmla="*/ 535531 w 1060354"/>
                    <a:gd name="connsiteY2-266" fmla="*/ 406721 h 1055355"/>
                    <a:gd name="connsiteX3-267" fmla="*/ 934634 w 1060354"/>
                    <a:gd name="connsiteY3-268" fmla="*/ 12854 h 1055355"/>
                    <a:gd name="connsiteX4-269" fmla="*/ 1060354 w 1060354"/>
                    <a:gd name="connsiteY4-270" fmla="*/ 120958 h 1055355"/>
                    <a:gd name="connsiteX5-271" fmla="*/ 671252 w 1060354"/>
                    <a:gd name="connsiteY5-272" fmla="*/ 517205 h 1055355"/>
                    <a:gd name="connsiteX6-273" fmla="*/ 1057973 w 1060354"/>
                    <a:gd name="connsiteY6-274" fmla="*/ 916307 h 1055355"/>
                    <a:gd name="connsiteX7-275" fmla="*/ 941778 w 1060354"/>
                    <a:gd name="connsiteY7-276" fmla="*/ 1036791 h 1055355"/>
                    <a:gd name="connsiteX8-277" fmla="*/ 542676 w 1060354"/>
                    <a:gd name="connsiteY8-278" fmla="*/ 645308 h 1055355"/>
                    <a:gd name="connsiteX9-279" fmla="*/ 149282 w 1060354"/>
                    <a:gd name="connsiteY9-280" fmla="*/ 1055355 h 1055355"/>
                    <a:gd name="connsiteX10-281" fmla="*/ 15471 w 1060354"/>
                    <a:gd name="connsiteY10-282" fmla="*/ 934398 h 1055355"/>
                    <a:gd name="connsiteX11-283" fmla="*/ 414810 w 1060354"/>
                    <a:gd name="connsiteY11-284" fmla="*/ 527678 h 1055355"/>
                    <a:gd name="connsiteX12-285" fmla="*/ 0 w 1060354"/>
                    <a:gd name="connsiteY12-286" fmla="*/ 115959 h 1055355"/>
                    <a:gd name="connsiteX0-287" fmla="*/ 0 w 1060354"/>
                    <a:gd name="connsiteY0-288" fmla="*/ 115959 h 1055355"/>
                    <a:gd name="connsiteX1-289" fmla="*/ 123575 w 1060354"/>
                    <a:gd name="connsiteY1-290" fmla="*/ 0 h 1055355"/>
                    <a:gd name="connsiteX2-291" fmla="*/ 535531 w 1060354"/>
                    <a:gd name="connsiteY2-292" fmla="*/ 406721 h 1055355"/>
                    <a:gd name="connsiteX3-293" fmla="*/ 929397 w 1060354"/>
                    <a:gd name="connsiteY3-294" fmla="*/ 2381 h 1055355"/>
                    <a:gd name="connsiteX4-295" fmla="*/ 1060354 w 1060354"/>
                    <a:gd name="connsiteY4-296" fmla="*/ 120958 h 1055355"/>
                    <a:gd name="connsiteX5-297" fmla="*/ 671252 w 1060354"/>
                    <a:gd name="connsiteY5-298" fmla="*/ 517205 h 1055355"/>
                    <a:gd name="connsiteX6-299" fmla="*/ 1057973 w 1060354"/>
                    <a:gd name="connsiteY6-300" fmla="*/ 916307 h 1055355"/>
                    <a:gd name="connsiteX7-301" fmla="*/ 941778 w 1060354"/>
                    <a:gd name="connsiteY7-302" fmla="*/ 1036791 h 1055355"/>
                    <a:gd name="connsiteX8-303" fmla="*/ 542676 w 1060354"/>
                    <a:gd name="connsiteY8-304" fmla="*/ 645308 h 1055355"/>
                    <a:gd name="connsiteX9-305" fmla="*/ 149282 w 1060354"/>
                    <a:gd name="connsiteY9-306" fmla="*/ 1055355 h 1055355"/>
                    <a:gd name="connsiteX10-307" fmla="*/ 15471 w 1060354"/>
                    <a:gd name="connsiteY10-308" fmla="*/ 934398 h 1055355"/>
                    <a:gd name="connsiteX11-309" fmla="*/ 414810 w 1060354"/>
                    <a:gd name="connsiteY11-310" fmla="*/ 527678 h 1055355"/>
                    <a:gd name="connsiteX12-311" fmla="*/ 0 w 1060354"/>
                    <a:gd name="connsiteY12-312" fmla="*/ 115959 h 1055355"/>
                    <a:gd name="connsiteX0-313" fmla="*/ 0 w 1060354"/>
                    <a:gd name="connsiteY0-314" fmla="*/ 115959 h 1055355"/>
                    <a:gd name="connsiteX1-315" fmla="*/ 123575 w 1060354"/>
                    <a:gd name="connsiteY1-316" fmla="*/ 0 h 1055355"/>
                    <a:gd name="connsiteX2-317" fmla="*/ 532914 w 1060354"/>
                    <a:gd name="connsiteY2-318" fmla="*/ 396248 h 1055355"/>
                    <a:gd name="connsiteX3-319" fmla="*/ 929397 w 1060354"/>
                    <a:gd name="connsiteY3-320" fmla="*/ 2381 h 1055355"/>
                    <a:gd name="connsiteX4-321" fmla="*/ 1060354 w 1060354"/>
                    <a:gd name="connsiteY4-322" fmla="*/ 120958 h 1055355"/>
                    <a:gd name="connsiteX5-323" fmla="*/ 671252 w 1060354"/>
                    <a:gd name="connsiteY5-324" fmla="*/ 517205 h 1055355"/>
                    <a:gd name="connsiteX6-325" fmla="*/ 1057973 w 1060354"/>
                    <a:gd name="connsiteY6-326" fmla="*/ 916307 h 1055355"/>
                    <a:gd name="connsiteX7-327" fmla="*/ 941778 w 1060354"/>
                    <a:gd name="connsiteY7-328" fmla="*/ 1036791 h 1055355"/>
                    <a:gd name="connsiteX8-329" fmla="*/ 542676 w 1060354"/>
                    <a:gd name="connsiteY8-330" fmla="*/ 645308 h 1055355"/>
                    <a:gd name="connsiteX9-331" fmla="*/ 149282 w 1060354"/>
                    <a:gd name="connsiteY9-332" fmla="*/ 1055355 h 1055355"/>
                    <a:gd name="connsiteX10-333" fmla="*/ 15471 w 1060354"/>
                    <a:gd name="connsiteY10-334" fmla="*/ 934398 h 1055355"/>
                    <a:gd name="connsiteX11-335" fmla="*/ 414810 w 1060354"/>
                    <a:gd name="connsiteY11-336" fmla="*/ 527678 h 1055355"/>
                    <a:gd name="connsiteX12-337" fmla="*/ 0 w 1060354"/>
                    <a:gd name="connsiteY12-338" fmla="*/ 115959 h 1055355"/>
                    <a:gd name="connsiteX0-339" fmla="*/ 0 w 1060354"/>
                    <a:gd name="connsiteY0-340" fmla="*/ 126432 h 1065828"/>
                    <a:gd name="connsiteX1-341" fmla="*/ 123575 w 1060354"/>
                    <a:gd name="connsiteY1-342" fmla="*/ 0 h 1065828"/>
                    <a:gd name="connsiteX2-343" fmla="*/ 532914 w 1060354"/>
                    <a:gd name="connsiteY2-344" fmla="*/ 406721 h 1065828"/>
                    <a:gd name="connsiteX3-345" fmla="*/ 929397 w 1060354"/>
                    <a:gd name="connsiteY3-346" fmla="*/ 12854 h 1065828"/>
                    <a:gd name="connsiteX4-347" fmla="*/ 1060354 w 1060354"/>
                    <a:gd name="connsiteY4-348" fmla="*/ 131431 h 1065828"/>
                    <a:gd name="connsiteX5-349" fmla="*/ 671252 w 1060354"/>
                    <a:gd name="connsiteY5-350" fmla="*/ 527678 h 1065828"/>
                    <a:gd name="connsiteX6-351" fmla="*/ 1057973 w 1060354"/>
                    <a:gd name="connsiteY6-352" fmla="*/ 926780 h 1065828"/>
                    <a:gd name="connsiteX7-353" fmla="*/ 941778 w 1060354"/>
                    <a:gd name="connsiteY7-354" fmla="*/ 1047264 h 1065828"/>
                    <a:gd name="connsiteX8-355" fmla="*/ 542676 w 1060354"/>
                    <a:gd name="connsiteY8-356" fmla="*/ 655781 h 1065828"/>
                    <a:gd name="connsiteX9-357" fmla="*/ 149282 w 1060354"/>
                    <a:gd name="connsiteY9-358" fmla="*/ 1065828 h 1065828"/>
                    <a:gd name="connsiteX10-359" fmla="*/ 15471 w 1060354"/>
                    <a:gd name="connsiteY10-360" fmla="*/ 944871 h 1065828"/>
                    <a:gd name="connsiteX11-361" fmla="*/ 414810 w 1060354"/>
                    <a:gd name="connsiteY11-362" fmla="*/ 538151 h 1065828"/>
                    <a:gd name="connsiteX12-363" fmla="*/ 0 w 1060354"/>
                    <a:gd name="connsiteY12-364" fmla="*/ 126432 h 1065828"/>
                    <a:gd name="connsiteX0-365" fmla="*/ 0 w 1060354"/>
                    <a:gd name="connsiteY0-366" fmla="*/ 129050 h 1068446"/>
                    <a:gd name="connsiteX1-367" fmla="*/ 128811 w 1060354"/>
                    <a:gd name="connsiteY1-368" fmla="*/ 0 h 1068446"/>
                    <a:gd name="connsiteX2-369" fmla="*/ 532914 w 1060354"/>
                    <a:gd name="connsiteY2-370" fmla="*/ 409339 h 1068446"/>
                    <a:gd name="connsiteX3-371" fmla="*/ 929397 w 1060354"/>
                    <a:gd name="connsiteY3-372" fmla="*/ 15472 h 1068446"/>
                    <a:gd name="connsiteX4-373" fmla="*/ 1060354 w 1060354"/>
                    <a:gd name="connsiteY4-374" fmla="*/ 134049 h 1068446"/>
                    <a:gd name="connsiteX5-375" fmla="*/ 671252 w 1060354"/>
                    <a:gd name="connsiteY5-376" fmla="*/ 530296 h 1068446"/>
                    <a:gd name="connsiteX6-377" fmla="*/ 1057973 w 1060354"/>
                    <a:gd name="connsiteY6-378" fmla="*/ 929398 h 1068446"/>
                    <a:gd name="connsiteX7-379" fmla="*/ 941778 w 1060354"/>
                    <a:gd name="connsiteY7-380" fmla="*/ 1049882 h 1068446"/>
                    <a:gd name="connsiteX8-381" fmla="*/ 542676 w 1060354"/>
                    <a:gd name="connsiteY8-382" fmla="*/ 658399 h 1068446"/>
                    <a:gd name="connsiteX9-383" fmla="*/ 149282 w 1060354"/>
                    <a:gd name="connsiteY9-384" fmla="*/ 1068446 h 1068446"/>
                    <a:gd name="connsiteX10-385" fmla="*/ 15471 w 1060354"/>
                    <a:gd name="connsiteY10-386" fmla="*/ 947489 h 1068446"/>
                    <a:gd name="connsiteX11-387" fmla="*/ 414810 w 1060354"/>
                    <a:gd name="connsiteY11-388" fmla="*/ 540769 h 1068446"/>
                    <a:gd name="connsiteX12-389" fmla="*/ 0 w 1060354"/>
                    <a:gd name="connsiteY12-390" fmla="*/ 129050 h 1068446"/>
                    <a:gd name="connsiteX0-391" fmla="*/ 0 w 1060354"/>
                    <a:gd name="connsiteY0-392" fmla="*/ 129050 h 1068446"/>
                    <a:gd name="connsiteX1-393" fmla="*/ 128811 w 1060354"/>
                    <a:gd name="connsiteY1-394" fmla="*/ 0 h 1068446"/>
                    <a:gd name="connsiteX2-395" fmla="*/ 532914 w 1060354"/>
                    <a:gd name="connsiteY2-396" fmla="*/ 409339 h 1068446"/>
                    <a:gd name="connsiteX3-397" fmla="*/ 929397 w 1060354"/>
                    <a:gd name="connsiteY3-398" fmla="*/ 15472 h 1068446"/>
                    <a:gd name="connsiteX4-399" fmla="*/ 1060354 w 1060354"/>
                    <a:gd name="connsiteY4-400" fmla="*/ 134049 h 1068446"/>
                    <a:gd name="connsiteX5-401" fmla="*/ 671252 w 1060354"/>
                    <a:gd name="connsiteY5-402" fmla="*/ 530296 h 1068446"/>
                    <a:gd name="connsiteX6-403" fmla="*/ 1057973 w 1060354"/>
                    <a:gd name="connsiteY6-404" fmla="*/ 929398 h 1068446"/>
                    <a:gd name="connsiteX7-405" fmla="*/ 941778 w 1060354"/>
                    <a:gd name="connsiteY7-406" fmla="*/ 1049882 h 1068446"/>
                    <a:gd name="connsiteX8-407" fmla="*/ 542676 w 1060354"/>
                    <a:gd name="connsiteY8-408" fmla="*/ 658399 h 1068446"/>
                    <a:gd name="connsiteX9-409" fmla="*/ 149282 w 1060354"/>
                    <a:gd name="connsiteY9-410" fmla="*/ 1068446 h 1068446"/>
                    <a:gd name="connsiteX10-411" fmla="*/ 10235 w 1060354"/>
                    <a:gd name="connsiteY10-412" fmla="*/ 939635 h 1068446"/>
                    <a:gd name="connsiteX11-413" fmla="*/ 414810 w 1060354"/>
                    <a:gd name="connsiteY11-414" fmla="*/ 540769 h 1068446"/>
                    <a:gd name="connsiteX12-415" fmla="*/ 0 w 1060354"/>
                    <a:gd name="connsiteY12-416" fmla="*/ 129050 h 1068446"/>
                    <a:gd name="connsiteX0-417" fmla="*/ 0 w 1068445"/>
                    <a:gd name="connsiteY0-418" fmla="*/ 129050 h 1068446"/>
                    <a:gd name="connsiteX1-419" fmla="*/ 128811 w 1068445"/>
                    <a:gd name="connsiteY1-420" fmla="*/ 0 h 1068446"/>
                    <a:gd name="connsiteX2-421" fmla="*/ 532914 w 1068445"/>
                    <a:gd name="connsiteY2-422" fmla="*/ 409339 h 1068446"/>
                    <a:gd name="connsiteX3-423" fmla="*/ 929397 w 1068445"/>
                    <a:gd name="connsiteY3-424" fmla="*/ 15472 h 1068446"/>
                    <a:gd name="connsiteX4-425" fmla="*/ 1060354 w 1068445"/>
                    <a:gd name="connsiteY4-426" fmla="*/ 134049 h 1068446"/>
                    <a:gd name="connsiteX5-427" fmla="*/ 671252 w 1068445"/>
                    <a:gd name="connsiteY5-428" fmla="*/ 530296 h 1068446"/>
                    <a:gd name="connsiteX6-429" fmla="*/ 1068445 w 1068445"/>
                    <a:gd name="connsiteY6-430" fmla="*/ 916307 h 1068446"/>
                    <a:gd name="connsiteX7-431" fmla="*/ 941778 w 1068445"/>
                    <a:gd name="connsiteY7-432" fmla="*/ 1049882 h 1068446"/>
                    <a:gd name="connsiteX8-433" fmla="*/ 542676 w 1068445"/>
                    <a:gd name="connsiteY8-434" fmla="*/ 658399 h 1068446"/>
                    <a:gd name="connsiteX9-435" fmla="*/ 149282 w 1068445"/>
                    <a:gd name="connsiteY9-436" fmla="*/ 1068446 h 1068446"/>
                    <a:gd name="connsiteX10-437" fmla="*/ 10235 w 1068445"/>
                    <a:gd name="connsiteY10-438" fmla="*/ 939635 h 1068446"/>
                    <a:gd name="connsiteX11-439" fmla="*/ 414810 w 1068445"/>
                    <a:gd name="connsiteY11-440" fmla="*/ 540769 h 1068446"/>
                    <a:gd name="connsiteX12-441" fmla="*/ 0 w 1068445"/>
                    <a:gd name="connsiteY12-442" fmla="*/ 129050 h 1068446"/>
                    <a:gd name="connsiteX0-443" fmla="*/ 0 w 1068445"/>
                    <a:gd name="connsiteY0-444" fmla="*/ 129050 h 1068446"/>
                    <a:gd name="connsiteX1-445" fmla="*/ 128811 w 1068445"/>
                    <a:gd name="connsiteY1-446" fmla="*/ 0 h 1068446"/>
                    <a:gd name="connsiteX2-447" fmla="*/ 538150 w 1068445"/>
                    <a:gd name="connsiteY2-448" fmla="*/ 401485 h 1068446"/>
                    <a:gd name="connsiteX3-449" fmla="*/ 929397 w 1068445"/>
                    <a:gd name="connsiteY3-450" fmla="*/ 15472 h 1068446"/>
                    <a:gd name="connsiteX4-451" fmla="*/ 1060354 w 1068445"/>
                    <a:gd name="connsiteY4-452" fmla="*/ 134049 h 1068446"/>
                    <a:gd name="connsiteX5-453" fmla="*/ 671252 w 1068445"/>
                    <a:gd name="connsiteY5-454" fmla="*/ 530296 h 1068446"/>
                    <a:gd name="connsiteX6-455" fmla="*/ 1068445 w 1068445"/>
                    <a:gd name="connsiteY6-456" fmla="*/ 916307 h 1068446"/>
                    <a:gd name="connsiteX7-457" fmla="*/ 941778 w 1068445"/>
                    <a:gd name="connsiteY7-458" fmla="*/ 1049882 h 1068446"/>
                    <a:gd name="connsiteX8-459" fmla="*/ 542676 w 1068445"/>
                    <a:gd name="connsiteY8-460" fmla="*/ 658399 h 1068446"/>
                    <a:gd name="connsiteX9-461" fmla="*/ 149282 w 1068445"/>
                    <a:gd name="connsiteY9-462" fmla="*/ 1068446 h 1068446"/>
                    <a:gd name="connsiteX10-463" fmla="*/ 10235 w 1068445"/>
                    <a:gd name="connsiteY10-464" fmla="*/ 939635 h 1068446"/>
                    <a:gd name="connsiteX11-465" fmla="*/ 414810 w 1068445"/>
                    <a:gd name="connsiteY11-466" fmla="*/ 540769 h 1068446"/>
                    <a:gd name="connsiteX12-467" fmla="*/ 0 w 1068445"/>
                    <a:gd name="connsiteY12-468" fmla="*/ 129050 h 1068446"/>
                    <a:gd name="connsiteX0-469" fmla="*/ 0 w 1068445"/>
                    <a:gd name="connsiteY0-470" fmla="*/ 139523 h 1078919"/>
                    <a:gd name="connsiteX1-471" fmla="*/ 139284 w 1068445"/>
                    <a:gd name="connsiteY1-472" fmla="*/ 0 h 1078919"/>
                    <a:gd name="connsiteX2-473" fmla="*/ 538150 w 1068445"/>
                    <a:gd name="connsiteY2-474" fmla="*/ 411958 h 1078919"/>
                    <a:gd name="connsiteX3-475" fmla="*/ 929397 w 1068445"/>
                    <a:gd name="connsiteY3-476" fmla="*/ 25945 h 1078919"/>
                    <a:gd name="connsiteX4-477" fmla="*/ 1060354 w 1068445"/>
                    <a:gd name="connsiteY4-478" fmla="*/ 144522 h 1078919"/>
                    <a:gd name="connsiteX5-479" fmla="*/ 671252 w 1068445"/>
                    <a:gd name="connsiteY5-480" fmla="*/ 540769 h 1078919"/>
                    <a:gd name="connsiteX6-481" fmla="*/ 1068445 w 1068445"/>
                    <a:gd name="connsiteY6-482" fmla="*/ 926780 h 1078919"/>
                    <a:gd name="connsiteX7-483" fmla="*/ 941778 w 1068445"/>
                    <a:gd name="connsiteY7-484" fmla="*/ 1060355 h 1078919"/>
                    <a:gd name="connsiteX8-485" fmla="*/ 542676 w 1068445"/>
                    <a:gd name="connsiteY8-486" fmla="*/ 668872 h 1078919"/>
                    <a:gd name="connsiteX9-487" fmla="*/ 149282 w 1068445"/>
                    <a:gd name="connsiteY9-488" fmla="*/ 1078919 h 1078919"/>
                    <a:gd name="connsiteX10-489" fmla="*/ 10235 w 1068445"/>
                    <a:gd name="connsiteY10-490" fmla="*/ 950108 h 1078919"/>
                    <a:gd name="connsiteX11-491" fmla="*/ 414810 w 1068445"/>
                    <a:gd name="connsiteY11-492" fmla="*/ 551242 h 1078919"/>
                    <a:gd name="connsiteX12-493" fmla="*/ 0 w 1068445"/>
                    <a:gd name="connsiteY12-494" fmla="*/ 139523 h 1078919"/>
                    <a:gd name="connsiteX0-495" fmla="*/ 0 w 1068445"/>
                    <a:gd name="connsiteY0-496" fmla="*/ 134287 h 1073683"/>
                    <a:gd name="connsiteX1-497" fmla="*/ 136666 w 1068445"/>
                    <a:gd name="connsiteY1-498" fmla="*/ 0 h 1073683"/>
                    <a:gd name="connsiteX2-499" fmla="*/ 538150 w 1068445"/>
                    <a:gd name="connsiteY2-500" fmla="*/ 406722 h 1073683"/>
                    <a:gd name="connsiteX3-501" fmla="*/ 929397 w 1068445"/>
                    <a:gd name="connsiteY3-502" fmla="*/ 20709 h 1073683"/>
                    <a:gd name="connsiteX4-503" fmla="*/ 1060354 w 1068445"/>
                    <a:gd name="connsiteY4-504" fmla="*/ 139286 h 1073683"/>
                    <a:gd name="connsiteX5-505" fmla="*/ 671252 w 1068445"/>
                    <a:gd name="connsiteY5-506" fmla="*/ 535533 h 1073683"/>
                    <a:gd name="connsiteX6-507" fmla="*/ 1068445 w 1068445"/>
                    <a:gd name="connsiteY6-508" fmla="*/ 921544 h 1073683"/>
                    <a:gd name="connsiteX7-509" fmla="*/ 941778 w 1068445"/>
                    <a:gd name="connsiteY7-510" fmla="*/ 1055119 h 1073683"/>
                    <a:gd name="connsiteX8-511" fmla="*/ 542676 w 1068445"/>
                    <a:gd name="connsiteY8-512" fmla="*/ 663636 h 1073683"/>
                    <a:gd name="connsiteX9-513" fmla="*/ 149282 w 1068445"/>
                    <a:gd name="connsiteY9-514" fmla="*/ 1073683 h 1073683"/>
                    <a:gd name="connsiteX10-515" fmla="*/ 10235 w 1068445"/>
                    <a:gd name="connsiteY10-516" fmla="*/ 944872 h 1073683"/>
                    <a:gd name="connsiteX11-517" fmla="*/ 414810 w 1068445"/>
                    <a:gd name="connsiteY11-518" fmla="*/ 546006 h 1073683"/>
                    <a:gd name="connsiteX12-519" fmla="*/ 0 w 1068445"/>
                    <a:gd name="connsiteY12-520" fmla="*/ 134287 h 1073683"/>
                    <a:gd name="connsiteX0-521" fmla="*/ 0 w 1068445"/>
                    <a:gd name="connsiteY0-522" fmla="*/ 134287 h 1073683"/>
                    <a:gd name="connsiteX1-523" fmla="*/ 136666 w 1068445"/>
                    <a:gd name="connsiteY1-524" fmla="*/ 0 h 1073683"/>
                    <a:gd name="connsiteX2-525" fmla="*/ 538150 w 1068445"/>
                    <a:gd name="connsiteY2-526" fmla="*/ 406722 h 1073683"/>
                    <a:gd name="connsiteX3-527" fmla="*/ 929397 w 1068445"/>
                    <a:gd name="connsiteY3-528" fmla="*/ 15472 h 1073683"/>
                    <a:gd name="connsiteX4-529" fmla="*/ 1060354 w 1068445"/>
                    <a:gd name="connsiteY4-530" fmla="*/ 139286 h 1073683"/>
                    <a:gd name="connsiteX5-531" fmla="*/ 671252 w 1068445"/>
                    <a:gd name="connsiteY5-532" fmla="*/ 535533 h 1073683"/>
                    <a:gd name="connsiteX6-533" fmla="*/ 1068445 w 1068445"/>
                    <a:gd name="connsiteY6-534" fmla="*/ 921544 h 1073683"/>
                    <a:gd name="connsiteX7-535" fmla="*/ 941778 w 1068445"/>
                    <a:gd name="connsiteY7-536" fmla="*/ 1055119 h 1073683"/>
                    <a:gd name="connsiteX8-537" fmla="*/ 542676 w 1068445"/>
                    <a:gd name="connsiteY8-538" fmla="*/ 663636 h 1073683"/>
                    <a:gd name="connsiteX9-539" fmla="*/ 149282 w 1068445"/>
                    <a:gd name="connsiteY9-540" fmla="*/ 1073683 h 1073683"/>
                    <a:gd name="connsiteX10-541" fmla="*/ 10235 w 1068445"/>
                    <a:gd name="connsiteY10-542" fmla="*/ 944872 h 1073683"/>
                    <a:gd name="connsiteX11-543" fmla="*/ 414810 w 1068445"/>
                    <a:gd name="connsiteY11-544" fmla="*/ 546006 h 1073683"/>
                    <a:gd name="connsiteX12-545" fmla="*/ 0 w 1068445"/>
                    <a:gd name="connsiteY12-546" fmla="*/ 134287 h 1073683"/>
                    <a:gd name="connsiteX0-547" fmla="*/ 0 w 1073681"/>
                    <a:gd name="connsiteY0-548" fmla="*/ 134287 h 1073683"/>
                    <a:gd name="connsiteX1-549" fmla="*/ 136666 w 1073681"/>
                    <a:gd name="connsiteY1-550" fmla="*/ 0 h 1073683"/>
                    <a:gd name="connsiteX2-551" fmla="*/ 538150 w 1073681"/>
                    <a:gd name="connsiteY2-552" fmla="*/ 406722 h 1073683"/>
                    <a:gd name="connsiteX3-553" fmla="*/ 929397 w 1073681"/>
                    <a:gd name="connsiteY3-554" fmla="*/ 15472 h 1073683"/>
                    <a:gd name="connsiteX4-555" fmla="*/ 1060354 w 1073681"/>
                    <a:gd name="connsiteY4-556" fmla="*/ 139286 h 1073683"/>
                    <a:gd name="connsiteX5-557" fmla="*/ 671252 w 1073681"/>
                    <a:gd name="connsiteY5-558" fmla="*/ 535533 h 1073683"/>
                    <a:gd name="connsiteX6-559" fmla="*/ 1073681 w 1073681"/>
                    <a:gd name="connsiteY6-560" fmla="*/ 929399 h 1073683"/>
                    <a:gd name="connsiteX7-561" fmla="*/ 941778 w 1073681"/>
                    <a:gd name="connsiteY7-562" fmla="*/ 1055119 h 1073683"/>
                    <a:gd name="connsiteX8-563" fmla="*/ 542676 w 1073681"/>
                    <a:gd name="connsiteY8-564" fmla="*/ 663636 h 1073683"/>
                    <a:gd name="connsiteX9-565" fmla="*/ 149282 w 1073681"/>
                    <a:gd name="connsiteY9-566" fmla="*/ 1073683 h 1073683"/>
                    <a:gd name="connsiteX10-567" fmla="*/ 10235 w 1073681"/>
                    <a:gd name="connsiteY10-568" fmla="*/ 944872 h 1073683"/>
                    <a:gd name="connsiteX11-569" fmla="*/ 414810 w 1073681"/>
                    <a:gd name="connsiteY11-570" fmla="*/ 546006 h 1073683"/>
                    <a:gd name="connsiteX12-571" fmla="*/ 0 w 1073681"/>
                    <a:gd name="connsiteY12-572" fmla="*/ 134287 h 1073683"/>
                    <a:gd name="connsiteX0-573" fmla="*/ 0 w 1073681"/>
                    <a:gd name="connsiteY0-574" fmla="*/ 134287 h 1068447"/>
                    <a:gd name="connsiteX1-575" fmla="*/ 136666 w 1073681"/>
                    <a:gd name="connsiteY1-576" fmla="*/ 0 h 1068447"/>
                    <a:gd name="connsiteX2-577" fmla="*/ 538150 w 1073681"/>
                    <a:gd name="connsiteY2-578" fmla="*/ 406722 h 1068447"/>
                    <a:gd name="connsiteX3-579" fmla="*/ 929397 w 1073681"/>
                    <a:gd name="connsiteY3-580" fmla="*/ 15472 h 1068447"/>
                    <a:gd name="connsiteX4-581" fmla="*/ 1060354 w 1073681"/>
                    <a:gd name="connsiteY4-582" fmla="*/ 139286 h 1068447"/>
                    <a:gd name="connsiteX5-583" fmla="*/ 671252 w 1073681"/>
                    <a:gd name="connsiteY5-584" fmla="*/ 535533 h 1068447"/>
                    <a:gd name="connsiteX6-585" fmla="*/ 1073681 w 1073681"/>
                    <a:gd name="connsiteY6-586" fmla="*/ 929399 h 1068447"/>
                    <a:gd name="connsiteX7-587" fmla="*/ 941778 w 1073681"/>
                    <a:gd name="connsiteY7-588" fmla="*/ 1055119 h 1068447"/>
                    <a:gd name="connsiteX8-589" fmla="*/ 542676 w 1073681"/>
                    <a:gd name="connsiteY8-590" fmla="*/ 663636 h 1068447"/>
                    <a:gd name="connsiteX9-591" fmla="*/ 144046 w 1073681"/>
                    <a:gd name="connsiteY9-592" fmla="*/ 1068447 h 1068447"/>
                    <a:gd name="connsiteX10-593" fmla="*/ 10235 w 1073681"/>
                    <a:gd name="connsiteY10-594" fmla="*/ 944872 h 1068447"/>
                    <a:gd name="connsiteX11-595" fmla="*/ 414810 w 1073681"/>
                    <a:gd name="connsiteY11-596" fmla="*/ 546006 h 1068447"/>
                    <a:gd name="connsiteX12-597" fmla="*/ 0 w 1073681"/>
                    <a:gd name="connsiteY12-598" fmla="*/ 134287 h 1068447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  <a:cxn ang="0">
                      <a:pos x="connsiteX9-19" y="connsiteY9-20"/>
                    </a:cxn>
                    <a:cxn ang="0">
                      <a:pos x="connsiteX10-21" y="connsiteY10-22"/>
                    </a:cxn>
                    <a:cxn ang="0">
                      <a:pos x="connsiteX11-23" y="connsiteY11-24"/>
                    </a:cxn>
                    <a:cxn ang="0">
                      <a:pos x="connsiteX12-25" y="connsiteY12-26"/>
                    </a:cxn>
                  </a:cxnLst>
                  <a:rect l="l" t="t" r="r" b="b"/>
                  <a:pathLst>
                    <a:path w="1073681" h="1068447">
                      <a:moveTo>
                        <a:pt x="0" y="134287"/>
                      </a:moveTo>
                      <a:lnTo>
                        <a:pt x="136666" y="0"/>
                      </a:lnTo>
                      <a:lnTo>
                        <a:pt x="538150" y="406722"/>
                      </a:lnTo>
                      <a:lnTo>
                        <a:pt x="929397" y="15472"/>
                      </a:lnTo>
                      <a:lnTo>
                        <a:pt x="1060354" y="139286"/>
                      </a:lnTo>
                      <a:lnTo>
                        <a:pt x="671252" y="535533"/>
                      </a:lnTo>
                      <a:lnTo>
                        <a:pt x="1073681" y="929399"/>
                      </a:lnTo>
                      <a:lnTo>
                        <a:pt x="941778" y="1055119"/>
                      </a:lnTo>
                      <a:lnTo>
                        <a:pt x="542676" y="663636"/>
                      </a:lnTo>
                      <a:lnTo>
                        <a:pt x="144046" y="1068447"/>
                      </a:lnTo>
                      <a:lnTo>
                        <a:pt x="10235" y="944872"/>
                      </a:lnTo>
                      <a:lnTo>
                        <a:pt x="414810" y="546006"/>
                      </a:lnTo>
                      <a:lnTo>
                        <a:pt x="0" y="134287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BD934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  <p:sp>
              <p:nvSpPr>
                <p:cNvPr id="57" name="任意多边形: 形状 56"/>
                <p:cNvSpPr/>
                <p:nvPr/>
              </p:nvSpPr>
              <p:spPr>
                <a:xfrm>
                  <a:off x="6086475" y="1671638"/>
                  <a:ext cx="481013" cy="828675"/>
                </a:xfrm>
                <a:custGeom>
                  <a:avLst/>
                  <a:gdLst>
                    <a:gd name="connsiteX0" fmla="*/ 0 w 481013"/>
                    <a:gd name="connsiteY0" fmla="*/ 0 h 828675"/>
                    <a:gd name="connsiteX1" fmla="*/ 290513 w 481013"/>
                    <a:gd name="connsiteY1" fmla="*/ 38100 h 828675"/>
                    <a:gd name="connsiteX2" fmla="*/ 271463 w 481013"/>
                    <a:gd name="connsiteY2" fmla="*/ 271462 h 828675"/>
                    <a:gd name="connsiteX3" fmla="*/ 471488 w 481013"/>
                    <a:gd name="connsiteY3" fmla="*/ 247650 h 828675"/>
                    <a:gd name="connsiteX4" fmla="*/ 481013 w 481013"/>
                    <a:gd name="connsiteY4" fmla="*/ 461962 h 828675"/>
                    <a:gd name="connsiteX5" fmla="*/ 209550 w 481013"/>
                    <a:gd name="connsiteY5" fmla="*/ 523875 h 828675"/>
                    <a:gd name="connsiteX6" fmla="*/ 114300 w 481013"/>
                    <a:gd name="connsiteY6" fmla="*/ 828675 h 8286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81013" h="828675">
                      <a:moveTo>
                        <a:pt x="0" y="0"/>
                      </a:moveTo>
                      <a:lnTo>
                        <a:pt x="290513" y="38100"/>
                      </a:lnTo>
                      <a:lnTo>
                        <a:pt x="271463" y="271462"/>
                      </a:lnTo>
                      <a:lnTo>
                        <a:pt x="471488" y="247650"/>
                      </a:lnTo>
                      <a:lnTo>
                        <a:pt x="481013" y="461962"/>
                      </a:lnTo>
                      <a:lnTo>
                        <a:pt x="209550" y="523875"/>
                      </a:lnTo>
                      <a:lnTo>
                        <a:pt x="114300" y="828675"/>
                      </a:lnTo>
                    </a:path>
                  </a:pathLst>
                </a:custGeom>
                <a:noFill/>
                <a:ln w="3175">
                  <a:solidFill>
                    <a:srgbClr val="BD934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  <p:sp>
              <p:nvSpPr>
                <p:cNvPr id="58" name="任意多边形: 形状 57"/>
                <p:cNvSpPr/>
                <p:nvPr/>
              </p:nvSpPr>
              <p:spPr>
                <a:xfrm>
                  <a:off x="6462713" y="1581150"/>
                  <a:ext cx="466725" cy="457200"/>
                </a:xfrm>
                <a:custGeom>
                  <a:avLst/>
                  <a:gdLst>
                    <a:gd name="connsiteX0" fmla="*/ 0 w 466725"/>
                    <a:gd name="connsiteY0" fmla="*/ 457200 h 457200"/>
                    <a:gd name="connsiteX1" fmla="*/ 209550 w 466725"/>
                    <a:gd name="connsiteY1" fmla="*/ 452438 h 457200"/>
                    <a:gd name="connsiteX2" fmla="*/ 228600 w 466725"/>
                    <a:gd name="connsiteY2" fmla="*/ 195263 h 457200"/>
                    <a:gd name="connsiteX3" fmla="*/ 466725 w 466725"/>
                    <a:gd name="connsiteY3" fmla="*/ 190500 h 457200"/>
                    <a:gd name="connsiteX4" fmla="*/ 461962 w 466725"/>
                    <a:gd name="connsiteY4" fmla="*/ 0 h 4572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66725" h="457200">
                      <a:moveTo>
                        <a:pt x="0" y="457200"/>
                      </a:moveTo>
                      <a:lnTo>
                        <a:pt x="209550" y="452438"/>
                      </a:lnTo>
                      <a:lnTo>
                        <a:pt x="228600" y="195263"/>
                      </a:lnTo>
                      <a:lnTo>
                        <a:pt x="466725" y="190500"/>
                      </a:lnTo>
                      <a:lnTo>
                        <a:pt x="461962" y="0"/>
                      </a:lnTo>
                    </a:path>
                  </a:pathLst>
                </a:custGeom>
                <a:noFill/>
                <a:ln w="3175">
                  <a:solidFill>
                    <a:srgbClr val="BD934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  <p:sp>
              <p:nvSpPr>
                <p:cNvPr id="59" name="任意多边形: 形状 58"/>
                <p:cNvSpPr/>
                <p:nvPr/>
              </p:nvSpPr>
              <p:spPr>
                <a:xfrm>
                  <a:off x="6562725" y="2147888"/>
                  <a:ext cx="366713" cy="342900"/>
                </a:xfrm>
                <a:custGeom>
                  <a:avLst/>
                  <a:gdLst>
                    <a:gd name="connsiteX0" fmla="*/ 366713 w 366713"/>
                    <a:gd name="connsiteY0" fmla="*/ 342900 h 342900"/>
                    <a:gd name="connsiteX1" fmla="*/ 314325 w 366713"/>
                    <a:gd name="connsiteY1" fmla="*/ 66675 h 342900"/>
                    <a:gd name="connsiteX2" fmla="*/ 0 w 366713"/>
                    <a:gd name="connsiteY2" fmla="*/ 0 h 3429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66713" h="342900">
                      <a:moveTo>
                        <a:pt x="366713" y="342900"/>
                      </a:moveTo>
                      <a:lnTo>
                        <a:pt x="314325" y="66675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3175">
                  <a:solidFill>
                    <a:srgbClr val="BD934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  <p:sp>
              <p:nvSpPr>
                <p:cNvPr id="60" name="椭圆 59"/>
                <p:cNvSpPr/>
                <p:nvPr/>
              </p:nvSpPr>
              <p:spPr>
                <a:xfrm>
                  <a:off x="6538277" y="2024221"/>
                  <a:ext cx="45720" cy="45720"/>
                </a:xfrm>
                <a:prstGeom prst="ellipse">
                  <a:avLst/>
                </a:prstGeom>
                <a:solidFill>
                  <a:srgbClr val="BD934E"/>
                </a:solidFill>
                <a:ln>
                  <a:solidFill>
                    <a:srgbClr val="BD934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  <p:sp>
              <p:nvSpPr>
                <p:cNvPr id="61" name="椭圆 60"/>
                <p:cNvSpPr/>
                <p:nvPr/>
              </p:nvSpPr>
              <p:spPr>
                <a:xfrm>
                  <a:off x="6752590" y="2169477"/>
                  <a:ext cx="45720" cy="45720"/>
                </a:xfrm>
                <a:prstGeom prst="ellipse">
                  <a:avLst/>
                </a:prstGeom>
                <a:solidFill>
                  <a:srgbClr val="BD934E"/>
                </a:solidFill>
                <a:ln>
                  <a:solidFill>
                    <a:srgbClr val="BD934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  <p:sp>
              <p:nvSpPr>
                <p:cNvPr id="62" name="椭圆 61"/>
                <p:cNvSpPr/>
                <p:nvPr/>
              </p:nvSpPr>
              <p:spPr>
                <a:xfrm>
                  <a:off x="6897846" y="1650364"/>
                  <a:ext cx="45720" cy="45720"/>
                </a:xfrm>
                <a:prstGeom prst="ellipse">
                  <a:avLst/>
                </a:prstGeom>
                <a:solidFill>
                  <a:srgbClr val="BD934E"/>
                </a:solidFill>
                <a:ln>
                  <a:solidFill>
                    <a:srgbClr val="BD934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  <p:sp>
              <p:nvSpPr>
                <p:cNvPr id="63" name="椭圆 62"/>
                <p:cNvSpPr/>
                <p:nvPr/>
              </p:nvSpPr>
              <p:spPr>
                <a:xfrm>
                  <a:off x="6223952" y="1676558"/>
                  <a:ext cx="45720" cy="45720"/>
                </a:xfrm>
                <a:prstGeom prst="ellipse">
                  <a:avLst/>
                </a:prstGeom>
                <a:solidFill>
                  <a:srgbClr val="BD934E"/>
                </a:solidFill>
                <a:ln>
                  <a:solidFill>
                    <a:srgbClr val="BD934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  <p:sp>
              <p:nvSpPr>
                <p:cNvPr id="64" name="椭圆 63"/>
                <p:cNvSpPr/>
                <p:nvPr/>
              </p:nvSpPr>
              <p:spPr>
                <a:xfrm>
                  <a:off x="6235859" y="2298064"/>
                  <a:ext cx="45720" cy="45720"/>
                </a:xfrm>
                <a:prstGeom prst="ellipse">
                  <a:avLst/>
                </a:prstGeom>
                <a:solidFill>
                  <a:srgbClr val="BD934E"/>
                </a:solidFill>
                <a:ln>
                  <a:solidFill>
                    <a:srgbClr val="BD934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  <p:sp>
              <p:nvSpPr>
                <p:cNvPr id="65" name="椭圆 64"/>
                <p:cNvSpPr/>
                <p:nvPr/>
              </p:nvSpPr>
              <p:spPr>
                <a:xfrm>
                  <a:off x="6416993" y="1854804"/>
                  <a:ext cx="45720" cy="45720"/>
                </a:xfrm>
                <a:prstGeom prst="ellipse">
                  <a:avLst/>
                </a:prstGeom>
                <a:solidFill>
                  <a:srgbClr val="BD934E"/>
                </a:solidFill>
                <a:ln>
                  <a:solidFill>
                    <a:srgbClr val="BD934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</p:grpSp>
        </p:grpSp>
        <p:sp>
          <p:nvSpPr>
            <p:cNvPr id="67" name="矩形 66"/>
            <p:cNvSpPr/>
            <p:nvPr/>
          </p:nvSpPr>
          <p:spPr>
            <a:xfrm>
              <a:off x="7873133" y="5076257"/>
              <a:ext cx="2529250" cy="7891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您的内容请在这里输入，或者复制您的文本后，在此处选择黏贴，并选择只保留文字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矩形 67"/>
            <p:cNvSpPr/>
            <p:nvPr/>
          </p:nvSpPr>
          <p:spPr>
            <a:xfrm>
              <a:off x="8019502" y="4576787"/>
              <a:ext cx="223650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请在这里添加标题</a:t>
              </a:r>
              <a:endPara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760886" y="1596460"/>
            <a:ext cx="2584308" cy="4268924"/>
            <a:chOff x="1760886" y="1596460"/>
            <a:chExt cx="2584308" cy="4268924"/>
          </a:xfrm>
        </p:grpSpPr>
        <p:grpSp>
          <p:nvGrpSpPr>
            <p:cNvPr id="41" name="组合 40"/>
            <p:cNvGrpSpPr/>
            <p:nvPr/>
          </p:nvGrpSpPr>
          <p:grpSpPr>
            <a:xfrm>
              <a:off x="1760886" y="1596460"/>
              <a:ext cx="2584308" cy="2584308"/>
              <a:chOff x="1390650" y="1200150"/>
              <a:chExt cx="1695450" cy="1695450"/>
            </a:xfrm>
          </p:grpSpPr>
          <p:sp>
            <p:nvSpPr>
              <p:cNvPr id="42" name="椭圆 41"/>
              <p:cNvSpPr/>
              <p:nvPr/>
            </p:nvSpPr>
            <p:spPr>
              <a:xfrm>
                <a:off x="1390650" y="1200150"/>
                <a:ext cx="1695450" cy="1695450"/>
              </a:xfrm>
              <a:prstGeom prst="ellipse">
                <a:avLst/>
              </a:prstGeom>
              <a:noFill/>
              <a:ln>
                <a:solidFill>
                  <a:srgbClr val="BD934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grpSp>
            <p:nvGrpSpPr>
              <p:cNvPr id="43" name="组合 42"/>
              <p:cNvGrpSpPr/>
              <p:nvPr/>
            </p:nvGrpSpPr>
            <p:grpSpPr>
              <a:xfrm>
                <a:off x="1589729" y="1570542"/>
                <a:ext cx="1297292" cy="954952"/>
                <a:chOff x="1589729" y="1570399"/>
                <a:chExt cx="1297292" cy="954952"/>
              </a:xfrm>
            </p:grpSpPr>
            <p:sp>
              <p:nvSpPr>
                <p:cNvPr id="44" name="任意多边形: 形状 43"/>
                <p:cNvSpPr/>
                <p:nvPr/>
              </p:nvSpPr>
              <p:spPr>
                <a:xfrm>
                  <a:off x="1589729" y="1570399"/>
                  <a:ext cx="1297292" cy="954952"/>
                </a:xfrm>
                <a:custGeom>
                  <a:avLst/>
                  <a:gdLst>
                    <a:gd name="connsiteX0" fmla="*/ 0 w 857250"/>
                    <a:gd name="connsiteY0" fmla="*/ 311944 h 631032"/>
                    <a:gd name="connsiteX1" fmla="*/ 80963 w 857250"/>
                    <a:gd name="connsiteY1" fmla="*/ 219075 h 631032"/>
                    <a:gd name="connsiteX2" fmla="*/ 345282 w 857250"/>
                    <a:gd name="connsiteY2" fmla="*/ 457200 h 631032"/>
                    <a:gd name="connsiteX3" fmla="*/ 766763 w 857250"/>
                    <a:gd name="connsiteY3" fmla="*/ 0 h 631032"/>
                    <a:gd name="connsiteX4" fmla="*/ 857250 w 857250"/>
                    <a:gd name="connsiteY4" fmla="*/ 80963 h 631032"/>
                    <a:gd name="connsiteX5" fmla="*/ 347663 w 857250"/>
                    <a:gd name="connsiteY5" fmla="*/ 631032 h 631032"/>
                    <a:gd name="connsiteX6" fmla="*/ 0 w 857250"/>
                    <a:gd name="connsiteY6" fmla="*/ 311944 h 6310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57250" h="631032">
                      <a:moveTo>
                        <a:pt x="0" y="311944"/>
                      </a:moveTo>
                      <a:lnTo>
                        <a:pt x="80963" y="219075"/>
                      </a:lnTo>
                      <a:lnTo>
                        <a:pt x="345282" y="457200"/>
                      </a:lnTo>
                      <a:lnTo>
                        <a:pt x="766763" y="0"/>
                      </a:lnTo>
                      <a:lnTo>
                        <a:pt x="857250" y="80963"/>
                      </a:lnTo>
                      <a:lnTo>
                        <a:pt x="347663" y="631032"/>
                      </a:lnTo>
                      <a:lnTo>
                        <a:pt x="0" y="311944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BD934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  <p:sp>
              <p:nvSpPr>
                <p:cNvPr id="45" name="任意多边形: 形状 44"/>
                <p:cNvSpPr/>
                <p:nvPr/>
              </p:nvSpPr>
              <p:spPr>
                <a:xfrm>
                  <a:off x="1600200" y="1700213"/>
                  <a:ext cx="1271588" cy="819150"/>
                </a:xfrm>
                <a:custGeom>
                  <a:avLst/>
                  <a:gdLst>
                    <a:gd name="connsiteX0" fmla="*/ 0 w 1271588"/>
                    <a:gd name="connsiteY0" fmla="*/ 342900 h 819150"/>
                    <a:gd name="connsiteX1" fmla="*/ 233363 w 1271588"/>
                    <a:gd name="connsiteY1" fmla="*/ 323850 h 819150"/>
                    <a:gd name="connsiteX2" fmla="*/ 290513 w 1271588"/>
                    <a:gd name="connsiteY2" fmla="*/ 614362 h 819150"/>
                    <a:gd name="connsiteX3" fmla="*/ 504825 w 1271588"/>
                    <a:gd name="connsiteY3" fmla="*/ 566737 h 819150"/>
                    <a:gd name="connsiteX4" fmla="*/ 514350 w 1271588"/>
                    <a:gd name="connsiteY4" fmla="*/ 819150 h 819150"/>
                    <a:gd name="connsiteX5" fmla="*/ 714375 w 1271588"/>
                    <a:gd name="connsiteY5" fmla="*/ 347662 h 819150"/>
                    <a:gd name="connsiteX6" fmla="*/ 904875 w 1271588"/>
                    <a:gd name="connsiteY6" fmla="*/ 404812 h 819150"/>
                    <a:gd name="connsiteX7" fmla="*/ 1009650 w 1271588"/>
                    <a:gd name="connsiteY7" fmla="*/ 28575 h 819150"/>
                    <a:gd name="connsiteX8" fmla="*/ 1271588 w 1271588"/>
                    <a:gd name="connsiteY8" fmla="*/ 0 h 819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271588" h="819150">
                      <a:moveTo>
                        <a:pt x="0" y="342900"/>
                      </a:moveTo>
                      <a:lnTo>
                        <a:pt x="233363" y="323850"/>
                      </a:lnTo>
                      <a:lnTo>
                        <a:pt x="290513" y="614362"/>
                      </a:lnTo>
                      <a:lnTo>
                        <a:pt x="504825" y="566737"/>
                      </a:lnTo>
                      <a:lnTo>
                        <a:pt x="514350" y="819150"/>
                      </a:lnTo>
                      <a:lnTo>
                        <a:pt x="714375" y="347662"/>
                      </a:lnTo>
                      <a:lnTo>
                        <a:pt x="904875" y="404812"/>
                      </a:lnTo>
                      <a:lnTo>
                        <a:pt x="1009650" y="28575"/>
                      </a:lnTo>
                      <a:lnTo>
                        <a:pt x="1271588" y="0"/>
                      </a:lnTo>
                    </a:path>
                  </a:pathLst>
                </a:custGeom>
                <a:noFill/>
                <a:ln w="3175">
                  <a:solidFill>
                    <a:srgbClr val="BD934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  <p:sp>
              <p:nvSpPr>
                <p:cNvPr id="46" name="任意多边形: 形状 45"/>
                <p:cNvSpPr/>
                <p:nvPr/>
              </p:nvSpPr>
              <p:spPr>
                <a:xfrm>
                  <a:off x="2452688" y="1905000"/>
                  <a:ext cx="204787" cy="14288"/>
                </a:xfrm>
                <a:custGeom>
                  <a:avLst/>
                  <a:gdLst>
                    <a:gd name="connsiteX0" fmla="*/ 204787 w 204787"/>
                    <a:gd name="connsiteY0" fmla="*/ 14288 h 14288"/>
                    <a:gd name="connsiteX1" fmla="*/ 0 w 204787"/>
                    <a:gd name="connsiteY1" fmla="*/ 0 h 142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04787" h="14288">
                      <a:moveTo>
                        <a:pt x="204787" y="14288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175">
                  <a:solidFill>
                    <a:srgbClr val="BD934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  <p:sp>
              <p:nvSpPr>
                <p:cNvPr id="47" name="椭圆 46"/>
                <p:cNvSpPr/>
                <p:nvPr/>
              </p:nvSpPr>
              <p:spPr>
                <a:xfrm>
                  <a:off x="2533015" y="1888490"/>
                  <a:ext cx="45720" cy="45720"/>
                </a:xfrm>
                <a:prstGeom prst="ellipse">
                  <a:avLst/>
                </a:prstGeom>
                <a:solidFill>
                  <a:srgbClr val="BD934E"/>
                </a:solidFill>
                <a:ln>
                  <a:solidFill>
                    <a:srgbClr val="BD934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  <p:sp>
              <p:nvSpPr>
                <p:cNvPr id="48" name="椭圆 47"/>
                <p:cNvSpPr/>
                <p:nvPr/>
              </p:nvSpPr>
              <p:spPr>
                <a:xfrm>
                  <a:off x="2199640" y="2257584"/>
                  <a:ext cx="45720" cy="45720"/>
                </a:xfrm>
                <a:prstGeom prst="ellipse">
                  <a:avLst/>
                </a:prstGeom>
                <a:solidFill>
                  <a:srgbClr val="BD934E"/>
                </a:solidFill>
                <a:ln>
                  <a:solidFill>
                    <a:srgbClr val="BD934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  <p:sp>
              <p:nvSpPr>
                <p:cNvPr id="49" name="椭圆 48"/>
                <p:cNvSpPr/>
                <p:nvPr/>
              </p:nvSpPr>
              <p:spPr>
                <a:xfrm>
                  <a:off x="1823403" y="2074227"/>
                  <a:ext cx="45720" cy="45720"/>
                </a:xfrm>
                <a:prstGeom prst="ellipse">
                  <a:avLst/>
                </a:prstGeom>
                <a:solidFill>
                  <a:srgbClr val="BD934E"/>
                </a:solidFill>
                <a:ln>
                  <a:solidFill>
                    <a:srgbClr val="BD934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  <p:sp>
              <p:nvSpPr>
                <p:cNvPr id="50" name="椭圆 49"/>
                <p:cNvSpPr/>
                <p:nvPr/>
              </p:nvSpPr>
              <p:spPr>
                <a:xfrm>
                  <a:off x="2087722" y="2393315"/>
                  <a:ext cx="45720" cy="45720"/>
                </a:xfrm>
                <a:prstGeom prst="ellipse">
                  <a:avLst/>
                </a:prstGeom>
                <a:solidFill>
                  <a:srgbClr val="BD934E"/>
                </a:solidFill>
                <a:ln>
                  <a:solidFill>
                    <a:srgbClr val="BD934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  <p:sp>
              <p:nvSpPr>
                <p:cNvPr id="51" name="任意多边形: 形状 50"/>
                <p:cNvSpPr/>
                <p:nvPr/>
              </p:nvSpPr>
              <p:spPr>
                <a:xfrm>
                  <a:off x="2743200" y="1597025"/>
                  <a:ext cx="66675" cy="171450"/>
                </a:xfrm>
                <a:custGeom>
                  <a:avLst/>
                  <a:gdLst>
                    <a:gd name="connsiteX0" fmla="*/ 0 w 66675"/>
                    <a:gd name="connsiteY0" fmla="*/ 0 h 171450"/>
                    <a:gd name="connsiteX1" fmla="*/ 66675 w 66675"/>
                    <a:gd name="connsiteY1" fmla="*/ 171450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66675" h="171450">
                      <a:moveTo>
                        <a:pt x="0" y="0"/>
                      </a:moveTo>
                      <a:lnTo>
                        <a:pt x="66675" y="171450"/>
                      </a:lnTo>
                    </a:path>
                  </a:pathLst>
                </a:custGeom>
                <a:noFill/>
                <a:ln w="3175">
                  <a:solidFill>
                    <a:srgbClr val="BD934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  <p:sp>
              <p:nvSpPr>
                <p:cNvPr id="52" name="椭圆 51"/>
                <p:cNvSpPr/>
                <p:nvPr/>
              </p:nvSpPr>
              <p:spPr>
                <a:xfrm>
                  <a:off x="2761615" y="1691640"/>
                  <a:ext cx="45720" cy="45720"/>
                </a:xfrm>
                <a:prstGeom prst="ellipse">
                  <a:avLst/>
                </a:prstGeom>
                <a:solidFill>
                  <a:srgbClr val="BD934E"/>
                </a:solidFill>
                <a:ln>
                  <a:solidFill>
                    <a:srgbClr val="BD934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</p:grpSp>
        </p:grpSp>
        <p:sp>
          <p:nvSpPr>
            <p:cNvPr id="69" name="矩形 68"/>
            <p:cNvSpPr/>
            <p:nvPr/>
          </p:nvSpPr>
          <p:spPr>
            <a:xfrm>
              <a:off x="1788415" y="5076257"/>
              <a:ext cx="2529250" cy="7891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您的内容请在这里输入，或者复制您的文本后，在此处选择黏贴，并选择只保留文字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矩形 69"/>
            <p:cNvSpPr/>
            <p:nvPr/>
          </p:nvSpPr>
          <p:spPr>
            <a:xfrm>
              <a:off x="1934786" y="4576787"/>
              <a:ext cx="223650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请在这里添加标题</a:t>
              </a:r>
              <a:endPara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55600" y="1820261"/>
            <a:ext cx="11645900" cy="1672239"/>
            <a:chOff x="355600" y="1642461"/>
            <a:chExt cx="11645900" cy="1672239"/>
          </a:xfrm>
        </p:grpSpPr>
        <p:sp>
          <p:nvSpPr>
            <p:cNvPr id="2" name="箭头: 右 1"/>
            <p:cNvSpPr/>
            <p:nvPr/>
          </p:nvSpPr>
          <p:spPr>
            <a:xfrm>
              <a:off x="355600" y="1917700"/>
              <a:ext cx="11645900" cy="1397000"/>
            </a:xfrm>
            <a:prstGeom prst="rightArrow">
              <a:avLst/>
            </a:prstGeom>
            <a:solidFill>
              <a:srgbClr val="4E753B"/>
            </a:solidFill>
            <a:ln>
              <a:noFill/>
            </a:ln>
            <a:effectLst>
              <a:outerShdw blurRad="152400" dist="38100" dir="2700000" sx="102000" sy="102000" algn="tl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934624" y="2429861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zh-CN" altLang="en-US" dirty="0">
                  <a:solidFill>
                    <a:srgbClr val="BD934E"/>
                  </a:solidFill>
                </a:rPr>
                <a:t>添加标题</a:t>
              </a:r>
              <a:endParaRPr lang="zh-CN" altLang="en-US" dirty="0">
                <a:solidFill>
                  <a:srgbClr val="BD934E"/>
                </a:solidFill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019583" y="1642461"/>
              <a:ext cx="87075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en-US" altLang="zh-CN" sz="2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1902</a:t>
              </a:r>
              <a:endPara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3" name="任意多边形: 形状 2"/>
            <p:cNvSpPr/>
            <p:nvPr/>
          </p:nvSpPr>
          <p:spPr>
            <a:xfrm>
              <a:off x="2501900" y="2451100"/>
              <a:ext cx="330200" cy="330200"/>
            </a:xfrm>
            <a:custGeom>
              <a:avLst/>
              <a:gdLst>
                <a:gd name="connsiteX0" fmla="*/ 0 w 330200"/>
                <a:gd name="connsiteY0" fmla="*/ 330200 h 330200"/>
                <a:gd name="connsiteX1" fmla="*/ 330200 w 330200"/>
                <a:gd name="connsiteY1" fmla="*/ 0 h 33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0200" h="330200">
                  <a:moveTo>
                    <a:pt x="0" y="330200"/>
                  </a:moveTo>
                  <a:lnTo>
                    <a:pt x="330200" y="0"/>
                  </a:lnTo>
                </a:path>
              </a:pathLst>
            </a:custGeom>
            <a:noFill/>
            <a:ln>
              <a:solidFill>
                <a:srgbClr val="BD93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3347624" y="2429861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zh-CN" altLang="en-US" dirty="0">
                  <a:solidFill>
                    <a:srgbClr val="BD934E"/>
                  </a:solidFill>
                </a:rPr>
                <a:t>添加标题</a:t>
              </a:r>
              <a:endParaRPr lang="zh-CN" altLang="en-US" dirty="0">
                <a:solidFill>
                  <a:srgbClr val="BD934E"/>
                </a:solidFill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3432583" y="1642461"/>
              <a:ext cx="87075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en-US" altLang="zh-CN" sz="2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2022</a:t>
              </a:r>
              <a:endPara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30" name="任意多边形: 形状 29"/>
            <p:cNvSpPr/>
            <p:nvPr/>
          </p:nvSpPr>
          <p:spPr>
            <a:xfrm>
              <a:off x="4660900" y="2451100"/>
              <a:ext cx="330200" cy="330200"/>
            </a:xfrm>
            <a:custGeom>
              <a:avLst/>
              <a:gdLst>
                <a:gd name="connsiteX0" fmla="*/ 0 w 330200"/>
                <a:gd name="connsiteY0" fmla="*/ 330200 h 330200"/>
                <a:gd name="connsiteX1" fmla="*/ 330200 w 330200"/>
                <a:gd name="connsiteY1" fmla="*/ 0 h 33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0200" h="330200">
                  <a:moveTo>
                    <a:pt x="0" y="330200"/>
                  </a:moveTo>
                  <a:lnTo>
                    <a:pt x="330200" y="0"/>
                  </a:lnTo>
                </a:path>
              </a:pathLst>
            </a:custGeom>
            <a:noFill/>
            <a:ln>
              <a:solidFill>
                <a:srgbClr val="BD93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5341524" y="2429861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zh-CN" altLang="en-US" dirty="0">
                  <a:solidFill>
                    <a:srgbClr val="BD934E"/>
                  </a:solidFill>
                </a:rPr>
                <a:t>添加标题</a:t>
              </a:r>
              <a:endParaRPr lang="zh-CN" altLang="en-US" dirty="0">
                <a:solidFill>
                  <a:srgbClr val="BD934E"/>
                </a:solidFill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5426483" y="1642461"/>
              <a:ext cx="87075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en-US" altLang="zh-CN" sz="2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1902</a:t>
              </a:r>
              <a:endPara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33" name="任意多边形: 形状 32"/>
            <p:cNvSpPr/>
            <p:nvPr/>
          </p:nvSpPr>
          <p:spPr>
            <a:xfrm>
              <a:off x="6718300" y="2451100"/>
              <a:ext cx="330200" cy="330200"/>
            </a:xfrm>
            <a:custGeom>
              <a:avLst/>
              <a:gdLst>
                <a:gd name="connsiteX0" fmla="*/ 0 w 330200"/>
                <a:gd name="connsiteY0" fmla="*/ 330200 h 330200"/>
                <a:gd name="connsiteX1" fmla="*/ 330200 w 330200"/>
                <a:gd name="connsiteY1" fmla="*/ 0 h 33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0200" h="330200">
                  <a:moveTo>
                    <a:pt x="0" y="330200"/>
                  </a:moveTo>
                  <a:lnTo>
                    <a:pt x="330200" y="0"/>
                  </a:lnTo>
                </a:path>
              </a:pathLst>
            </a:custGeom>
            <a:noFill/>
            <a:ln>
              <a:solidFill>
                <a:srgbClr val="BD93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7398924" y="2429861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zh-CN" altLang="en-US" dirty="0">
                  <a:solidFill>
                    <a:srgbClr val="BD934E"/>
                  </a:solidFill>
                </a:rPr>
                <a:t>添加标题</a:t>
              </a:r>
              <a:endParaRPr lang="zh-CN" altLang="en-US" dirty="0">
                <a:solidFill>
                  <a:srgbClr val="BD934E"/>
                </a:solidFill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7483883" y="1642461"/>
              <a:ext cx="87075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en-US" altLang="zh-CN" sz="2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2022</a:t>
              </a:r>
              <a:endPara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36" name="任意多边形: 形状 35"/>
            <p:cNvSpPr/>
            <p:nvPr/>
          </p:nvSpPr>
          <p:spPr>
            <a:xfrm>
              <a:off x="8775700" y="2451100"/>
              <a:ext cx="330200" cy="330200"/>
            </a:xfrm>
            <a:custGeom>
              <a:avLst/>
              <a:gdLst>
                <a:gd name="connsiteX0" fmla="*/ 0 w 330200"/>
                <a:gd name="connsiteY0" fmla="*/ 330200 h 330200"/>
                <a:gd name="connsiteX1" fmla="*/ 330200 w 330200"/>
                <a:gd name="connsiteY1" fmla="*/ 0 h 33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0200" h="330200">
                  <a:moveTo>
                    <a:pt x="0" y="330200"/>
                  </a:moveTo>
                  <a:lnTo>
                    <a:pt x="330200" y="0"/>
                  </a:lnTo>
                </a:path>
              </a:pathLst>
            </a:custGeom>
            <a:noFill/>
            <a:ln>
              <a:solidFill>
                <a:srgbClr val="BD93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51" name="矩形 50"/>
            <p:cNvSpPr/>
            <p:nvPr/>
          </p:nvSpPr>
          <p:spPr>
            <a:xfrm>
              <a:off x="9418224" y="2429861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zh-CN" altLang="en-US" dirty="0">
                  <a:solidFill>
                    <a:srgbClr val="BD934E"/>
                  </a:solidFill>
                </a:rPr>
                <a:t>添加标题</a:t>
              </a:r>
              <a:endParaRPr lang="zh-CN" altLang="en-US" dirty="0">
                <a:solidFill>
                  <a:srgbClr val="BD934E"/>
                </a:solidFill>
              </a:endParaRPr>
            </a:p>
          </p:txBody>
        </p:sp>
        <p:sp>
          <p:nvSpPr>
            <p:cNvPr id="53" name="矩形 52"/>
            <p:cNvSpPr/>
            <p:nvPr/>
          </p:nvSpPr>
          <p:spPr>
            <a:xfrm>
              <a:off x="9503183" y="1642461"/>
              <a:ext cx="87075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en-US" altLang="zh-CN" sz="2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1902</a:t>
              </a:r>
              <a:endPara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939800" y="2794000"/>
            <a:ext cx="1987550" cy="3060700"/>
            <a:chOff x="1028700" y="2616200"/>
            <a:chExt cx="1987550" cy="3060700"/>
          </a:xfrm>
        </p:grpSpPr>
        <p:sp>
          <p:nvSpPr>
            <p:cNvPr id="55" name="矩形 54"/>
            <p:cNvSpPr/>
            <p:nvPr/>
          </p:nvSpPr>
          <p:spPr>
            <a:xfrm>
              <a:off x="1072904" y="4723907"/>
              <a:ext cx="1453740" cy="7891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您的文本后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任意多边形: 形状 55"/>
            <p:cNvSpPr/>
            <p:nvPr/>
          </p:nvSpPr>
          <p:spPr>
            <a:xfrm>
              <a:off x="3016250" y="2616200"/>
              <a:ext cx="0" cy="3060700"/>
            </a:xfrm>
            <a:custGeom>
              <a:avLst/>
              <a:gdLst>
                <a:gd name="connsiteX0" fmla="*/ 0 w 0"/>
                <a:gd name="connsiteY0" fmla="*/ 0 h 3060700"/>
                <a:gd name="connsiteX1" fmla="*/ 0 w 0"/>
                <a:gd name="connsiteY1" fmla="*/ 3060700 h 3060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3060700">
                  <a:moveTo>
                    <a:pt x="0" y="0"/>
                  </a:moveTo>
                  <a:lnTo>
                    <a:pt x="0" y="3060700"/>
                  </a:lnTo>
                </a:path>
              </a:pathLst>
            </a:custGeom>
            <a:noFill/>
            <a:ln>
              <a:solidFill>
                <a:srgbClr val="BD934E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pic>
          <p:nvPicPr>
            <p:cNvPr id="57" name="图片 56"/>
            <p:cNvPicPr>
              <a:picLocks noChangeAspect="1"/>
            </p:cNvPicPr>
            <p:nvPr/>
          </p:nvPicPr>
          <p:blipFill>
            <a:blip r:embed="rId1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rightnessContrast bright="20000"/>
                      </a14:imgEffect>
                    </a14:imgLayer>
                  </a14:imgProps>
                </a:ext>
              </a:extLst>
            </a:blip>
            <a:srcRect l="4038" t="6525" r="6397" b="6397"/>
            <a:stretch>
              <a:fillRect/>
            </a:stretch>
          </p:blipFill>
          <p:spPr>
            <a:xfrm>
              <a:off x="1028700" y="3352972"/>
              <a:ext cx="1689100" cy="1188357"/>
            </a:xfrm>
            <a:custGeom>
              <a:avLst/>
              <a:gdLst>
                <a:gd name="connsiteX0" fmla="*/ 0 w 2387600"/>
                <a:gd name="connsiteY0" fmla="*/ 0 h 1975759"/>
                <a:gd name="connsiteX1" fmla="*/ 2387600 w 2387600"/>
                <a:gd name="connsiteY1" fmla="*/ 0 h 1975759"/>
                <a:gd name="connsiteX2" fmla="*/ 2387600 w 2387600"/>
                <a:gd name="connsiteY2" fmla="*/ 1975759 h 1975759"/>
                <a:gd name="connsiteX3" fmla="*/ 0 w 2387600"/>
                <a:gd name="connsiteY3" fmla="*/ 1975759 h 1975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87600" h="1975759">
                  <a:moveTo>
                    <a:pt x="0" y="0"/>
                  </a:moveTo>
                  <a:lnTo>
                    <a:pt x="2387600" y="0"/>
                  </a:lnTo>
                  <a:lnTo>
                    <a:pt x="2387600" y="1975759"/>
                  </a:lnTo>
                  <a:lnTo>
                    <a:pt x="0" y="1975759"/>
                  </a:lnTo>
                  <a:close/>
                </a:path>
              </a:pathLst>
            </a:custGeom>
          </p:spPr>
        </p:pic>
      </p:grpSp>
      <p:grpSp>
        <p:nvGrpSpPr>
          <p:cNvPr id="11" name="组合 10"/>
          <p:cNvGrpSpPr/>
          <p:nvPr/>
        </p:nvGrpSpPr>
        <p:grpSpPr>
          <a:xfrm>
            <a:off x="3225799" y="2794000"/>
            <a:ext cx="1854201" cy="3060700"/>
            <a:chOff x="3314699" y="2616200"/>
            <a:chExt cx="1854201" cy="3060700"/>
          </a:xfrm>
        </p:grpSpPr>
        <p:sp>
          <p:nvSpPr>
            <p:cNvPr id="60" name="任意多边形: 形状 59"/>
            <p:cNvSpPr/>
            <p:nvPr/>
          </p:nvSpPr>
          <p:spPr>
            <a:xfrm>
              <a:off x="5168900" y="2616200"/>
              <a:ext cx="0" cy="3060700"/>
            </a:xfrm>
            <a:custGeom>
              <a:avLst/>
              <a:gdLst>
                <a:gd name="connsiteX0" fmla="*/ 0 w 0"/>
                <a:gd name="connsiteY0" fmla="*/ 0 h 3060700"/>
                <a:gd name="connsiteX1" fmla="*/ 0 w 0"/>
                <a:gd name="connsiteY1" fmla="*/ 3060700 h 3060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3060700">
                  <a:moveTo>
                    <a:pt x="0" y="0"/>
                  </a:moveTo>
                  <a:lnTo>
                    <a:pt x="0" y="3060700"/>
                  </a:lnTo>
                </a:path>
              </a:pathLst>
            </a:custGeom>
            <a:noFill/>
            <a:ln>
              <a:solidFill>
                <a:srgbClr val="BD934E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69" name="矩形 68"/>
            <p:cNvSpPr/>
            <p:nvPr/>
          </p:nvSpPr>
          <p:spPr>
            <a:xfrm>
              <a:off x="3429654" y="4723907"/>
              <a:ext cx="1453740" cy="7891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您的文本后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73" name="图片 72"/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14699" y="3352972"/>
              <a:ext cx="1682752" cy="1188358"/>
            </a:xfrm>
            <a:custGeom>
              <a:avLst/>
              <a:gdLst>
                <a:gd name="connsiteX0" fmla="*/ 0 w 2387600"/>
                <a:gd name="connsiteY0" fmla="*/ 0 h 1975759"/>
                <a:gd name="connsiteX1" fmla="*/ 2387600 w 2387600"/>
                <a:gd name="connsiteY1" fmla="*/ 0 h 1975759"/>
                <a:gd name="connsiteX2" fmla="*/ 2387600 w 2387600"/>
                <a:gd name="connsiteY2" fmla="*/ 1975759 h 1975759"/>
                <a:gd name="connsiteX3" fmla="*/ 0 w 2387600"/>
                <a:gd name="connsiteY3" fmla="*/ 1975759 h 1975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87600" h="1975759">
                  <a:moveTo>
                    <a:pt x="0" y="0"/>
                  </a:moveTo>
                  <a:lnTo>
                    <a:pt x="2387600" y="0"/>
                  </a:lnTo>
                  <a:lnTo>
                    <a:pt x="2387600" y="1975759"/>
                  </a:lnTo>
                  <a:lnTo>
                    <a:pt x="0" y="1975759"/>
                  </a:lnTo>
                  <a:close/>
                </a:path>
              </a:pathLst>
            </a:custGeom>
          </p:spPr>
        </p:pic>
      </p:grpSp>
      <p:grpSp>
        <p:nvGrpSpPr>
          <p:cNvPr id="12" name="组合 11"/>
          <p:cNvGrpSpPr/>
          <p:nvPr/>
        </p:nvGrpSpPr>
        <p:grpSpPr>
          <a:xfrm>
            <a:off x="5346943" y="2794000"/>
            <a:ext cx="1822207" cy="3060700"/>
            <a:chOff x="5435843" y="2616200"/>
            <a:chExt cx="1822207" cy="3060700"/>
          </a:xfrm>
        </p:grpSpPr>
        <p:sp>
          <p:nvSpPr>
            <p:cNvPr id="63" name="任意多边形: 形状 62"/>
            <p:cNvSpPr/>
            <p:nvPr/>
          </p:nvSpPr>
          <p:spPr>
            <a:xfrm>
              <a:off x="7258050" y="2616200"/>
              <a:ext cx="0" cy="3060700"/>
            </a:xfrm>
            <a:custGeom>
              <a:avLst/>
              <a:gdLst>
                <a:gd name="connsiteX0" fmla="*/ 0 w 0"/>
                <a:gd name="connsiteY0" fmla="*/ 0 h 3060700"/>
                <a:gd name="connsiteX1" fmla="*/ 0 w 0"/>
                <a:gd name="connsiteY1" fmla="*/ 3060700 h 3060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3060700">
                  <a:moveTo>
                    <a:pt x="0" y="0"/>
                  </a:moveTo>
                  <a:lnTo>
                    <a:pt x="0" y="3060700"/>
                  </a:lnTo>
                </a:path>
              </a:pathLst>
            </a:custGeom>
            <a:noFill/>
            <a:ln>
              <a:solidFill>
                <a:srgbClr val="BD934E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70" name="矩形 69"/>
            <p:cNvSpPr/>
            <p:nvPr/>
          </p:nvSpPr>
          <p:spPr>
            <a:xfrm>
              <a:off x="5524506" y="4723907"/>
              <a:ext cx="1453740" cy="7891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您的文本后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74" name="图片 73"/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5843" y="3352971"/>
              <a:ext cx="1688200" cy="1188357"/>
            </a:xfrm>
            <a:custGeom>
              <a:avLst/>
              <a:gdLst>
                <a:gd name="connsiteX0" fmla="*/ 0 w 2387600"/>
                <a:gd name="connsiteY0" fmla="*/ 0 h 1975759"/>
                <a:gd name="connsiteX1" fmla="*/ 2387600 w 2387600"/>
                <a:gd name="connsiteY1" fmla="*/ 0 h 1975759"/>
                <a:gd name="connsiteX2" fmla="*/ 2387600 w 2387600"/>
                <a:gd name="connsiteY2" fmla="*/ 1975759 h 1975759"/>
                <a:gd name="connsiteX3" fmla="*/ 0 w 2387600"/>
                <a:gd name="connsiteY3" fmla="*/ 1975759 h 1975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87600" h="1975759">
                  <a:moveTo>
                    <a:pt x="0" y="0"/>
                  </a:moveTo>
                  <a:lnTo>
                    <a:pt x="2387600" y="0"/>
                  </a:lnTo>
                  <a:lnTo>
                    <a:pt x="2387600" y="1975759"/>
                  </a:lnTo>
                  <a:lnTo>
                    <a:pt x="0" y="1975759"/>
                  </a:lnTo>
                  <a:close/>
                </a:path>
              </a:pathLst>
            </a:custGeom>
          </p:spPr>
        </p:pic>
      </p:grpSp>
      <p:grpSp>
        <p:nvGrpSpPr>
          <p:cNvPr id="13" name="组合 12"/>
          <p:cNvGrpSpPr/>
          <p:nvPr/>
        </p:nvGrpSpPr>
        <p:grpSpPr>
          <a:xfrm>
            <a:off x="7417042" y="2794000"/>
            <a:ext cx="1841258" cy="3060700"/>
            <a:chOff x="7505942" y="2616200"/>
            <a:chExt cx="1841258" cy="3060700"/>
          </a:xfrm>
        </p:grpSpPr>
        <p:sp>
          <p:nvSpPr>
            <p:cNvPr id="66" name="任意多边形: 形状 65"/>
            <p:cNvSpPr/>
            <p:nvPr/>
          </p:nvSpPr>
          <p:spPr>
            <a:xfrm>
              <a:off x="9347200" y="2616200"/>
              <a:ext cx="0" cy="3060700"/>
            </a:xfrm>
            <a:custGeom>
              <a:avLst/>
              <a:gdLst>
                <a:gd name="connsiteX0" fmla="*/ 0 w 0"/>
                <a:gd name="connsiteY0" fmla="*/ 0 h 3060700"/>
                <a:gd name="connsiteX1" fmla="*/ 0 w 0"/>
                <a:gd name="connsiteY1" fmla="*/ 3060700 h 3060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3060700">
                  <a:moveTo>
                    <a:pt x="0" y="0"/>
                  </a:moveTo>
                  <a:lnTo>
                    <a:pt x="0" y="3060700"/>
                  </a:lnTo>
                </a:path>
              </a:pathLst>
            </a:custGeom>
            <a:noFill/>
            <a:ln>
              <a:solidFill>
                <a:srgbClr val="BD934E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71" name="矩形 70"/>
            <p:cNvSpPr/>
            <p:nvPr/>
          </p:nvSpPr>
          <p:spPr>
            <a:xfrm>
              <a:off x="7620005" y="4723907"/>
              <a:ext cx="1453740" cy="7891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您的文本后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75" name="图片 74"/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05942" y="3352971"/>
              <a:ext cx="1688200" cy="1188358"/>
            </a:xfrm>
            <a:custGeom>
              <a:avLst/>
              <a:gdLst>
                <a:gd name="connsiteX0" fmla="*/ 0 w 2387600"/>
                <a:gd name="connsiteY0" fmla="*/ 0 h 1975759"/>
                <a:gd name="connsiteX1" fmla="*/ 2387600 w 2387600"/>
                <a:gd name="connsiteY1" fmla="*/ 0 h 1975759"/>
                <a:gd name="connsiteX2" fmla="*/ 2387600 w 2387600"/>
                <a:gd name="connsiteY2" fmla="*/ 1975759 h 1975759"/>
                <a:gd name="connsiteX3" fmla="*/ 0 w 2387600"/>
                <a:gd name="connsiteY3" fmla="*/ 1975759 h 1975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87600" h="1975759">
                  <a:moveTo>
                    <a:pt x="0" y="0"/>
                  </a:moveTo>
                  <a:lnTo>
                    <a:pt x="2387600" y="0"/>
                  </a:lnTo>
                  <a:lnTo>
                    <a:pt x="2387600" y="1975759"/>
                  </a:lnTo>
                  <a:lnTo>
                    <a:pt x="0" y="1975759"/>
                  </a:lnTo>
                  <a:close/>
                </a:path>
              </a:pathLst>
            </a:custGeom>
          </p:spPr>
        </p:pic>
      </p:grpSp>
      <p:grpSp>
        <p:nvGrpSpPr>
          <p:cNvPr id="14" name="组合 13"/>
          <p:cNvGrpSpPr/>
          <p:nvPr/>
        </p:nvGrpSpPr>
        <p:grpSpPr>
          <a:xfrm>
            <a:off x="9449041" y="3530771"/>
            <a:ext cx="1692722" cy="2160063"/>
            <a:chOff x="9537941" y="3352971"/>
            <a:chExt cx="1692722" cy="2160063"/>
          </a:xfrm>
        </p:grpSpPr>
        <p:sp>
          <p:nvSpPr>
            <p:cNvPr id="72" name="矩形 71"/>
            <p:cNvSpPr/>
            <p:nvPr/>
          </p:nvSpPr>
          <p:spPr>
            <a:xfrm>
              <a:off x="9655621" y="4723907"/>
              <a:ext cx="1453740" cy="7891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您的文本后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537941" y="3352971"/>
              <a:ext cx="1692722" cy="1188357"/>
            </a:xfrm>
            <a:prstGeom prst="rect">
              <a:avLst/>
            </a:prstGeom>
          </p:spPr>
        </p:pic>
      </p:grpSp>
    </p:spTree>
    <p:custDataLst>
      <p:tags r:id="rId10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椭圆 23"/>
          <p:cNvSpPr/>
          <p:nvPr/>
        </p:nvSpPr>
        <p:spPr>
          <a:xfrm rot="19424615">
            <a:off x="6813354" y="1558415"/>
            <a:ext cx="4794088" cy="4794090"/>
          </a:xfrm>
          <a:prstGeom prst="ellipse">
            <a:avLst/>
          </a:prstGeom>
          <a:ln>
            <a:gradFill flip="none" rotWithShape="1">
              <a:gsLst>
                <a:gs pos="9000">
                  <a:srgbClr val="BD934E">
                    <a:alpha val="0"/>
                  </a:srgbClr>
                </a:gs>
                <a:gs pos="100000">
                  <a:srgbClr val="BD934E"/>
                </a:gs>
              </a:gsLst>
              <a:lin ang="0" scaled="0"/>
              <a:tileRect/>
            </a:gradFill>
            <a:headEnd type="triangle" w="med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7" name="椭圆 66"/>
          <p:cNvSpPr/>
          <p:nvPr/>
        </p:nvSpPr>
        <p:spPr>
          <a:xfrm rot="9667155">
            <a:off x="544266" y="966629"/>
            <a:ext cx="5682464" cy="5682462"/>
          </a:xfrm>
          <a:prstGeom prst="ellipse">
            <a:avLst/>
          </a:prstGeom>
          <a:ln>
            <a:gradFill flip="none" rotWithShape="1">
              <a:gsLst>
                <a:gs pos="13000">
                  <a:srgbClr val="BD934E">
                    <a:alpha val="0"/>
                  </a:srgbClr>
                </a:gs>
                <a:gs pos="100000">
                  <a:srgbClr val="BD934E"/>
                </a:gs>
              </a:gsLst>
              <a:lin ang="0" scaled="1"/>
              <a:tileRect/>
            </a:gradFill>
            <a:headEnd type="triangle" w="med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634680" y="2257554"/>
            <a:ext cx="1843976" cy="1843976"/>
            <a:chOff x="1957328" y="2232154"/>
            <a:chExt cx="1843976" cy="1843976"/>
          </a:xfrm>
        </p:grpSpPr>
        <p:sp>
          <p:nvSpPr>
            <p:cNvPr id="63" name="椭圆 62"/>
            <p:cNvSpPr/>
            <p:nvPr/>
          </p:nvSpPr>
          <p:spPr>
            <a:xfrm>
              <a:off x="1957328" y="2232154"/>
              <a:ext cx="1843976" cy="1843976"/>
            </a:xfrm>
            <a:prstGeom prst="ellipse">
              <a:avLst/>
            </a:prstGeom>
            <a:solidFill>
              <a:srgbClr val="4E753B"/>
            </a:solidFill>
            <a:ln>
              <a:noFill/>
            </a:ln>
            <a:effectLst>
              <a:outerShdw blurRad="152400" dist="38100" dir="2700000" sx="102000" sy="102000" algn="tl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6" name="图形 35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489042" y="2741802"/>
              <a:ext cx="799280" cy="799280"/>
            </a:xfrm>
            <a:prstGeom prst="rect">
              <a:avLst/>
            </a:prstGeom>
          </p:spPr>
        </p:pic>
      </p:grpSp>
      <p:grpSp>
        <p:nvGrpSpPr>
          <p:cNvPr id="68" name="组合 67"/>
          <p:cNvGrpSpPr/>
          <p:nvPr/>
        </p:nvGrpSpPr>
        <p:grpSpPr>
          <a:xfrm>
            <a:off x="1262782" y="4356101"/>
            <a:ext cx="2587772" cy="1317626"/>
            <a:chOff x="1791290" y="1780605"/>
            <a:chExt cx="1955824" cy="1317626"/>
          </a:xfrm>
        </p:grpSpPr>
        <p:sp>
          <p:nvSpPr>
            <p:cNvPr id="69" name="矩形 68"/>
            <p:cNvSpPr/>
            <p:nvPr/>
          </p:nvSpPr>
          <p:spPr>
            <a:xfrm>
              <a:off x="1791290" y="2309104"/>
              <a:ext cx="1955824" cy="7891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您的内容请在这里输入，或者复制您的文本后，在此处选择黏贴，并选择只保留文字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矩形 69"/>
            <p:cNvSpPr/>
            <p:nvPr/>
          </p:nvSpPr>
          <p:spPr>
            <a:xfrm>
              <a:off x="1924030" y="1780605"/>
              <a:ext cx="169034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请在这里添加标题</a:t>
              </a:r>
              <a:endPara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4951224" y="4356101"/>
            <a:ext cx="2587772" cy="1317626"/>
            <a:chOff x="1791290" y="1780605"/>
            <a:chExt cx="1955824" cy="1317626"/>
          </a:xfrm>
        </p:grpSpPr>
        <p:sp>
          <p:nvSpPr>
            <p:cNvPr id="75" name="矩形 74"/>
            <p:cNvSpPr/>
            <p:nvPr/>
          </p:nvSpPr>
          <p:spPr>
            <a:xfrm>
              <a:off x="1791290" y="2309104"/>
              <a:ext cx="1955824" cy="7891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您的内容请在这里输入，或者复制您的文本后，在此处选择黏贴，并选择只保留文字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矩形 75"/>
            <p:cNvSpPr/>
            <p:nvPr/>
          </p:nvSpPr>
          <p:spPr>
            <a:xfrm>
              <a:off x="1924030" y="1780605"/>
              <a:ext cx="169034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请在这里添加标题</a:t>
              </a:r>
              <a:endPara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8378411" y="4356101"/>
            <a:ext cx="2587772" cy="1317626"/>
            <a:chOff x="1791290" y="1780605"/>
            <a:chExt cx="1955824" cy="1317626"/>
          </a:xfrm>
        </p:grpSpPr>
        <p:sp>
          <p:nvSpPr>
            <p:cNvPr id="81" name="矩形 80"/>
            <p:cNvSpPr/>
            <p:nvPr/>
          </p:nvSpPr>
          <p:spPr>
            <a:xfrm>
              <a:off x="1791290" y="2309104"/>
              <a:ext cx="1955824" cy="7891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您的内容请在这里输入，或者复制您的文本后，在此处选择黏贴，并选择只保留文字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2" name="矩形 81"/>
            <p:cNvSpPr/>
            <p:nvPr/>
          </p:nvSpPr>
          <p:spPr>
            <a:xfrm>
              <a:off x="1924030" y="1780605"/>
              <a:ext cx="169034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请在这里添加标题</a:t>
              </a:r>
              <a:endPara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8750309" y="2257554"/>
            <a:ext cx="1843976" cy="1843976"/>
            <a:chOff x="8634194" y="2257554"/>
            <a:chExt cx="1843976" cy="1843976"/>
          </a:xfrm>
        </p:grpSpPr>
        <p:sp>
          <p:nvSpPr>
            <p:cNvPr id="78" name="椭圆 77"/>
            <p:cNvSpPr/>
            <p:nvPr/>
          </p:nvSpPr>
          <p:spPr>
            <a:xfrm>
              <a:off x="8634194" y="2257554"/>
              <a:ext cx="1843976" cy="1843976"/>
            </a:xfrm>
            <a:prstGeom prst="ellipse">
              <a:avLst/>
            </a:prstGeom>
            <a:solidFill>
              <a:srgbClr val="4E753B"/>
            </a:solidFill>
            <a:ln>
              <a:noFill/>
            </a:ln>
            <a:effectLst>
              <a:outerShdw blurRad="152400" dist="38100" dir="2700000" sx="102000" sy="102000" algn="tl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0" name="图形 39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215523" y="2842590"/>
              <a:ext cx="731188" cy="673904"/>
            </a:xfrm>
            <a:prstGeom prst="rect">
              <a:avLst/>
            </a:prstGeom>
          </p:spPr>
        </p:pic>
      </p:grpSp>
      <p:grpSp>
        <p:nvGrpSpPr>
          <p:cNvPr id="5" name="组合 4"/>
          <p:cNvGrpSpPr/>
          <p:nvPr/>
        </p:nvGrpSpPr>
        <p:grpSpPr>
          <a:xfrm>
            <a:off x="5323122" y="2257554"/>
            <a:ext cx="1843976" cy="1843976"/>
            <a:chOff x="5497294" y="2257554"/>
            <a:chExt cx="1843976" cy="1843976"/>
          </a:xfrm>
        </p:grpSpPr>
        <p:sp>
          <p:nvSpPr>
            <p:cNvPr id="72" name="椭圆 71"/>
            <p:cNvSpPr/>
            <p:nvPr/>
          </p:nvSpPr>
          <p:spPr>
            <a:xfrm>
              <a:off x="5497294" y="2257554"/>
              <a:ext cx="1843976" cy="1843976"/>
            </a:xfrm>
            <a:prstGeom prst="ellipse">
              <a:avLst/>
            </a:prstGeom>
            <a:solidFill>
              <a:srgbClr val="4E753B"/>
            </a:solidFill>
            <a:ln>
              <a:noFill/>
            </a:ln>
            <a:effectLst>
              <a:outerShdw blurRad="152400" dist="38100" dir="2700000" sx="102000" sy="102000" algn="tl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8" name="图形 37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064441" y="2719318"/>
              <a:ext cx="709682" cy="709682"/>
            </a:xfrm>
            <a:prstGeom prst="rect">
              <a:avLst/>
            </a:prstGeom>
          </p:spPr>
        </p:pic>
      </p:grpSp>
    </p:spTree>
    <p:custDataLst>
      <p:tags r:id="rId7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788322" y="4092944"/>
            <a:ext cx="2702582" cy="2112738"/>
            <a:chOff x="788322" y="4410444"/>
            <a:chExt cx="2702582" cy="2112738"/>
          </a:xfrm>
        </p:grpSpPr>
        <p:sp>
          <p:nvSpPr>
            <p:cNvPr id="21" name="矩形 20"/>
            <p:cNvSpPr/>
            <p:nvPr/>
          </p:nvSpPr>
          <p:spPr>
            <a:xfrm>
              <a:off x="788322" y="4410444"/>
              <a:ext cx="2702582" cy="2112738"/>
            </a:xfrm>
            <a:prstGeom prst="rect">
              <a:avLst/>
            </a:prstGeom>
            <a:gradFill flip="none" rotWithShape="1">
              <a:gsLst>
                <a:gs pos="69000">
                  <a:srgbClr val="4E753B"/>
                </a:gs>
                <a:gs pos="36000">
                  <a:srgbClr val="4E753B">
                    <a:alpha val="70000"/>
                  </a:srgbClr>
                </a:gs>
                <a:gs pos="17000">
                  <a:srgbClr val="4E753B">
                    <a:alpha val="30000"/>
                  </a:srgbClr>
                </a:gs>
                <a:gs pos="0">
                  <a:srgbClr val="4E753B">
                    <a:alpha val="0"/>
                  </a:srgbClr>
                </a:gs>
                <a:gs pos="100000">
                  <a:srgbClr val="4E753B"/>
                </a:gs>
              </a:gsLst>
              <a:lin ang="16200000" scaled="1"/>
              <a:tileRect/>
            </a:gradFill>
            <a:ln>
              <a:noFill/>
            </a:ln>
            <a:effectLst>
              <a:outerShdw blurRad="152400" dist="38100" dir="2700000" sx="102000" sy="102000" algn="tl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Rectangle 68"/>
            <p:cNvSpPr/>
            <p:nvPr/>
          </p:nvSpPr>
          <p:spPr bwMode="auto">
            <a:xfrm>
              <a:off x="1420511" y="4574743"/>
              <a:ext cx="127310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b="1" kern="2000" dirty="0">
                  <a:solidFill>
                    <a:srgbClr val="BD934E"/>
                  </a:solidFill>
                  <a:sym typeface="Bebas Neue" charset="0"/>
                </a:rPr>
                <a:t>30</a:t>
              </a:r>
              <a:r>
                <a:rPr lang="en-US" sz="2800" b="1" kern="2000" dirty="0">
                  <a:solidFill>
                    <a:srgbClr val="BD934E"/>
                  </a:solidFill>
                  <a:sym typeface="Bebas Neue" charset="0"/>
                </a:rPr>
                <a:t>%</a:t>
              </a:r>
              <a:endParaRPr lang="en-US" sz="6600" b="1" kern="2000" dirty="0">
                <a:solidFill>
                  <a:srgbClr val="BD934E"/>
                </a:solidFill>
                <a:sym typeface="Bebas Neue" charset="0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4585055" y="3166858"/>
            <a:ext cx="2702582" cy="2588466"/>
            <a:chOff x="4585055" y="3357358"/>
            <a:chExt cx="2702582" cy="2588466"/>
          </a:xfrm>
        </p:grpSpPr>
        <p:sp>
          <p:nvSpPr>
            <p:cNvPr id="24" name="矩形 23"/>
            <p:cNvSpPr/>
            <p:nvPr/>
          </p:nvSpPr>
          <p:spPr>
            <a:xfrm>
              <a:off x="4585055" y="3357358"/>
              <a:ext cx="2702582" cy="2588466"/>
            </a:xfrm>
            <a:prstGeom prst="rect">
              <a:avLst/>
            </a:prstGeom>
            <a:gradFill flip="none" rotWithShape="1">
              <a:gsLst>
                <a:gs pos="69000">
                  <a:srgbClr val="4E753B"/>
                </a:gs>
                <a:gs pos="36000">
                  <a:srgbClr val="4E753B">
                    <a:alpha val="70000"/>
                  </a:srgbClr>
                </a:gs>
                <a:gs pos="17000">
                  <a:srgbClr val="4E753B">
                    <a:alpha val="30000"/>
                  </a:srgbClr>
                </a:gs>
                <a:gs pos="0">
                  <a:srgbClr val="4E753B">
                    <a:alpha val="0"/>
                  </a:srgbClr>
                </a:gs>
                <a:gs pos="100000">
                  <a:srgbClr val="4E753B"/>
                </a:gs>
              </a:gsLst>
              <a:lin ang="16200000" scaled="1"/>
              <a:tileRect/>
            </a:gradFill>
            <a:ln>
              <a:noFill/>
            </a:ln>
            <a:effectLst>
              <a:outerShdw blurRad="152400" dist="38100" dir="2700000" sx="102000" sy="102000" algn="tl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8" name="Rectangle 68"/>
            <p:cNvSpPr/>
            <p:nvPr/>
          </p:nvSpPr>
          <p:spPr bwMode="auto">
            <a:xfrm>
              <a:off x="5361878" y="3593776"/>
              <a:ext cx="127310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b="1" kern="2000" dirty="0">
                  <a:solidFill>
                    <a:srgbClr val="BD934E"/>
                  </a:solidFill>
                  <a:sym typeface="Bebas Neue" charset="0"/>
                </a:rPr>
                <a:t>40</a:t>
              </a:r>
              <a:r>
                <a:rPr lang="en-US" sz="2800" b="1" kern="2000" dirty="0">
                  <a:solidFill>
                    <a:srgbClr val="BD934E"/>
                  </a:solidFill>
                  <a:sym typeface="Bebas Neue" charset="0"/>
                </a:rPr>
                <a:t>%</a:t>
              </a:r>
              <a:endParaRPr lang="en-US" sz="6600" b="1" kern="2000" dirty="0">
                <a:solidFill>
                  <a:srgbClr val="BD934E"/>
                </a:solidFill>
                <a:sym typeface="Bebas Neue" charset="0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8526704" y="2361293"/>
            <a:ext cx="2702582" cy="3580887"/>
            <a:chOff x="8526704" y="2361293"/>
            <a:chExt cx="2702582" cy="3580887"/>
          </a:xfrm>
        </p:grpSpPr>
        <p:sp>
          <p:nvSpPr>
            <p:cNvPr id="25" name="矩形 24"/>
            <p:cNvSpPr/>
            <p:nvPr/>
          </p:nvSpPr>
          <p:spPr>
            <a:xfrm>
              <a:off x="8526704" y="2361293"/>
              <a:ext cx="2702582" cy="3580887"/>
            </a:xfrm>
            <a:prstGeom prst="rect">
              <a:avLst/>
            </a:prstGeom>
            <a:gradFill flip="none" rotWithShape="1">
              <a:gsLst>
                <a:gs pos="69000">
                  <a:srgbClr val="4E753B"/>
                </a:gs>
                <a:gs pos="36000">
                  <a:srgbClr val="4E753B">
                    <a:alpha val="70000"/>
                  </a:srgbClr>
                </a:gs>
                <a:gs pos="17000">
                  <a:srgbClr val="4E753B">
                    <a:alpha val="30000"/>
                  </a:srgbClr>
                </a:gs>
                <a:gs pos="0">
                  <a:srgbClr val="4E753B">
                    <a:alpha val="0"/>
                  </a:srgbClr>
                </a:gs>
                <a:gs pos="100000">
                  <a:srgbClr val="4E753B"/>
                </a:gs>
              </a:gsLst>
              <a:lin ang="16200000" scaled="1"/>
              <a:tileRect/>
            </a:gradFill>
            <a:ln>
              <a:noFill/>
            </a:ln>
            <a:effectLst>
              <a:outerShdw blurRad="152400" dist="38100" dir="2700000" sx="102000" sy="102000" algn="tl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9" name="Rectangle 68"/>
            <p:cNvSpPr/>
            <p:nvPr/>
          </p:nvSpPr>
          <p:spPr bwMode="auto">
            <a:xfrm>
              <a:off x="9335820" y="2555535"/>
              <a:ext cx="127310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b="1" kern="2000" dirty="0">
                  <a:solidFill>
                    <a:srgbClr val="BD934E"/>
                  </a:solidFill>
                  <a:sym typeface="Bebas Neue" charset="0"/>
                </a:rPr>
                <a:t>80</a:t>
              </a:r>
              <a:r>
                <a:rPr lang="en-US" sz="2800" b="1" kern="2000" dirty="0">
                  <a:solidFill>
                    <a:srgbClr val="BD934E"/>
                  </a:solidFill>
                  <a:sym typeface="Bebas Neue" charset="0"/>
                </a:rPr>
                <a:t>%</a:t>
              </a:r>
              <a:endParaRPr lang="en-US" sz="6600" b="1" kern="2000" dirty="0">
                <a:solidFill>
                  <a:srgbClr val="BD934E"/>
                </a:solidFill>
                <a:sym typeface="Bebas Neue" charset="0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4496465" y="1849277"/>
            <a:ext cx="2920335" cy="1001360"/>
            <a:chOff x="631600" y="2968693"/>
            <a:chExt cx="2920335" cy="1001360"/>
          </a:xfrm>
        </p:grpSpPr>
        <p:sp>
          <p:nvSpPr>
            <p:cNvPr id="38" name="矩形 37"/>
            <p:cNvSpPr/>
            <p:nvPr/>
          </p:nvSpPr>
          <p:spPr>
            <a:xfrm>
              <a:off x="660882" y="3420992"/>
              <a:ext cx="2891053" cy="5490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您的内容请在这里输入，或者复制您的文本后，在此处选择黏贴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矩形 38"/>
            <p:cNvSpPr/>
            <p:nvPr/>
          </p:nvSpPr>
          <p:spPr>
            <a:xfrm>
              <a:off x="631600" y="2968693"/>
              <a:ext cx="2236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请在这里添加标题</a:t>
              </a:r>
              <a:endPara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668511" y="2810849"/>
            <a:ext cx="2822393" cy="1001360"/>
            <a:chOff x="631600" y="2968693"/>
            <a:chExt cx="2822393" cy="1001360"/>
          </a:xfrm>
        </p:grpSpPr>
        <p:sp>
          <p:nvSpPr>
            <p:cNvPr id="53" name="矩形 52"/>
            <p:cNvSpPr/>
            <p:nvPr/>
          </p:nvSpPr>
          <p:spPr>
            <a:xfrm>
              <a:off x="660882" y="3420992"/>
              <a:ext cx="2793111" cy="5490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您的内容请在这里输入，或者复制您的文本后，在此处选择黏贴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矩形 53"/>
            <p:cNvSpPr/>
            <p:nvPr/>
          </p:nvSpPr>
          <p:spPr>
            <a:xfrm>
              <a:off x="631600" y="2968693"/>
              <a:ext cx="2236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请在这里添加标题</a:t>
              </a:r>
              <a:endPara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8382229" y="1081835"/>
            <a:ext cx="2847057" cy="1001360"/>
            <a:chOff x="631600" y="2968693"/>
            <a:chExt cx="2847057" cy="1001360"/>
          </a:xfrm>
        </p:grpSpPr>
        <p:sp>
          <p:nvSpPr>
            <p:cNvPr id="56" name="矩形 55"/>
            <p:cNvSpPr/>
            <p:nvPr/>
          </p:nvSpPr>
          <p:spPr>
            <a:xfrm>
              <a:off x="660882" y="3420992"/>
              <a:ext cx="2817775" cy="5490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您的内容请在这里输入，或者复制您的文本后，在此处选择黏贴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矩形 56"/>
            <p:cNvSpPr/>
            <p:nvPr/>
          </p:nvSpPr>
          <p:spPr>
            <a:xfrm>
              <a:off x="631600" y="2968693"/>
              <a:ext cx="2236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请在这里添加标题</a:t>
              </a:r>
              <a:endPara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26" name="任意多边形: 形状 25"/>
          <p:cNvSpPr/>
          <p:nvPr/>
        </p:nvSpPr>
        <p:spPr>
          <a:xfrm>
            <a:off x="480430" y="2895600"/>
            <a:ext cx="11254370" cy="3295942"/>
          </a:xfrm>
          <a:custGeom>
            <a:avLst/>
            <a:gdLst>
              <a:gd name="connsiteX0" fmla="*/ 0 w 7048500"/>
              <a:gd name="connsiteY0" fmla="*/ 2209800 h 2209800"/>
              <a:gd name="connsiteX1" fmla="*/ 1706880 w 7048500"/>
              <a:gd name="connsiteY1" fmla="*/ 1737360 h 2209800"/>
              <a:gd name="connsiteX2" fmla="*/ 2400300 w 7048500"/>
              <a:gd name="connsiteY2" fmla="*/ 1737360 h 2209800"/>
              <a:gd name="connsiteX3" fmla="*/ 4114800 w 7048500"/>
              <a:gd name="connsiteY3" fmla="*/ 1104900 h 2209800"/>
              <a:gd name="connsiteX4" fmla="*/ 4892040 w 7048500"/>
              <a:gd name="connsiteY4" fmla="*/ 1104900 h 2209800"/>
              <a:gd name="connsiteX5" fmla="*/ 7048500 w 7048500"/>
              <a:gd name="connsiteY5" fmla="*/ 0 h 2209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48500" h="2209800">
                <a:moveTo>
                  <a:pt x="0" y="2209800"/>
                </a:moveTo>
                <a:lnTo>
                  <a:pt x="1706880" y="1737360"/>
                </a:lnTo>
                <a:lnTo>
                  <a:pt x="2400300" y="1737360"/>
                </a:lnTo>
                <a:lnTo>
                  <a:pt x="4114800" y="1104900"/>
                </a:lnTo>
                <a:lnTo>
                  <a:pt x="4892040" y="1104900"/>
                </a:lnTo>
                <a:lnTo>
                  <a:pt x="7048500" y="0"/>
                </a:lnTo>
              </a:path>
            </a:pathLst>
          </a:custGeom>
          <a:ln w="28575">
            <a:gradFill flip="none" rotWithShape="1">
              <a:gsLst>
                <a:gs pos="12000">
                  <a:srgbClr val="BD934E">
                    <a:alpha val="0"/>
                  </a:srgbClr>
                </a:gs>
                <a:gs pos="100000">
                  <a:srgbClr val="BD934E"/>
                </a:gs>
              </a:gsLst>
              <a:lin ang="0" scaled="1"/>
              <a:tileRect/>
            </a:gradFill>
            <a:headEnd type="triangle" w="med" len="sm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3483" y="1394957"/>
            <a:ext cx="10485035" cy="3670529"/>
          </a:xfrm>
          <a:prstGeom prst="rect">
            <a:avLst/>
          </a:prstGeom>
        </p:spPr>
      </p:pic>
      <p:grpSp>
        <p:nvGrpSpPr>
          <p:cNvPr id="17" name="组合 16"/>
          <p:cNvGrpSpPr/>
          <p:nvPr/>
        </p:nvGrpSpPr>
        <p:grpSpPr>
          <a:xfrm>
            <a:off x="1364344" y="3285865"/>
            <a:ext cx="2598056" cy="2969078"/>
            <a:chOff x="1364344" y="3285865"/>
            <a:chExt cx="2598056" cy="2969078"/>
          </a:xfrm>
        </p:grpSpPr>
        <p:sp>
          <p:nvSpPr>
            <p:cNvPr id="37" name="矩形 36"/>
            <p:cNvSpPr/>
            <p:nvPr/>
          </p:nvSpPr>
          <p:spPr>
            <a:xfrm>
              <a:off x="1364344" y="3285865"/>
              <a:ext cx="2598056" cy="2969078"/>
            </a:xfrm>
            <a:prstGeom prst="rect">
              <a:avLst/>
            </a:prstGeom>
            <a:solidFill>
              <a:srgbClr val="4E753B"/>
            </a:solidFill>
            <a:ln>
              <a:noFill/>
            </a:ln>
            <a:effectLst>
              <a:outerShdw blurRad="152400" dist="38100" dir="2700000" sx="102000" sy="102000" algn="tl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37"/>
            <p:cNvSpPr/>
            <p:nvPr/>
          </p:nvSpPr>
          <p:spPr>
            <a:xfrm>
              <a:off x="1625601" y="5103397"/>
              <a:ext cx="2075542" cy="905248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您的内容请在这里输入，或者复制您的文本后，在此处选择黏贴</a:t>
              </a:r>
              <a:endPara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1982334" y="3538277"/>
              <a:ext cx="1362076" cy="1362076"/>
              <a:chOff x="1915887" y="3824515"/>
              <a:chExt cx="1494970" cy="1494970"/>
            </a:xfrm>
          </p:grpSpPr>
          <p:pic>
            <p:nvPicPr>
              <p:cNvPr id="42" name="图形 41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318890" y="4227518"/>
                <a:ext cx="688964" cy="688964"/>
              </a:xfrm>
              <a:prstGeom prst="rect">
                <a:avLst/>
              </a:prstGeom>
            </p:spPr>
          </p:pic>
          <p:sp>
            <p:nvSpPr>
              <p:cNvPr id="9" name="椭圆 8"/>
              <p:cNvSpPr/>
              <p:nvPr/>
            </p:nvSpPr>
            <p:spPr>
              <a:xfrm>
                <a:off x="1915887" y="3824515"/>
                <a:ext cx="1494970" cy="1494970"/>
              </a:xfrm>
              <a:prstGeom prst="ellipse">
                <a:avLst/>
              </a:prstGeom>
              <a:noFill/>
              <a:ln>
                <a:solidFill>
                  <a:srgbClr val="BD934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6" name="组合 15"/>
          <p:cNvGrpSpPr/>
          <p:nvPr/>
        </p:nvGrpSpPr>
        <p:grpSpPr>
          <a:xfrm>
            <a:off x="4721907" y="3285865"/>
            <a:ext cx="2598056" cy="2969078"/>
            <a:chOff x="4688569" y="3285865"/>
            <a:chExt cx="2598056" cy="2969078"/>
          </a:xfrm>
        </p:grpSpPr>
        <p:sp>
          <p:nvSpPr>
            <p:cNvPr id="43" name="矩形 42"/>
            <p:cNvSpPr/>
            <p:nvPr/>
          </p:nvSpPr>
          <p:spPr>
            <a:xfrm>
              <a:off x="4688569" y="3285865"/>
              <a:ext cx="2598056" cy="2969078"/>
            </a:xfrm>
            <a:prstGeom prst="rect">
              <a:avLst/>
            </a:prstGeom>
            <a:solidFill>
              <a:srgbClr val="4E753B"/>
            </a:solidFill>
            <a:ln>
              <a:noFill/>
            </a:ln>
            <a:effectLst>
              <a:outerShdw blurRad="152400" dist="38100" dir="2700000" sx="102000" sy="102000" algn="tl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/>
            <p:cNvSpPr/>
            <p:nvPr/>
          </p:nvSpPr>
          <p:spPr>
            <a:xfrm>
              <a:off x="4949826" y="5103397"/>
              <a:ext cx="2075542" cy="905248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您的内容请在这里输入，或者复制您的文本后，在此处选择黏贴</a:t>
              </a:r>
              <a:endPara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5306559" y="3538277"/>
              <a:ext cx="1362076" cy="1362076"/>
              <a:chOff x="5306559" y="3538277"/>
              <a:chExt cx="1362076" cy="1362076"/>
            </a:xfrm>
          </p:grpSpPr>
          <p:sp>
            <p:nvSpPr>
              <p:cNvPr id="47" name="椭圆 46"/>
              <p:cNvSpPr/>
              <p:nvPr/>
            </p:nvSpPr>
            <p:spPr>
              <a:xfrm>
                <a:off x="5306559" y="3538277"/>
                <a:ext cx="1362076" cy="1362076"/>
              </a:xfrm>
              <a:prstGeom prst="ellipse">
                <a:avLst/>
              </a:prstGeom>
              <a:noFill/>
              <a:ln>
                <a:solidFill>
                  <a:srgbClr val="BD934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57" name="图形 56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5708400" y="3940118"/>
                <a:ext cx="558395" cy="558395"/>
              </a:xfrm>
              <a:prstGeom prst="rect">
                <a:avLst/>
              </a:prstGeom>
            </p:spPr>
          </p:pic>
        </p:grpSp>
      </p:grpSp>
      <p:grpSp>
        <p:nvGrpSpPr>
          <p:cNvPr id="15" name="组合 14"/>
          <p:cNvGrpSpPr/>
          <p:nvPr/>
        </p:nvGrpSpPr>
        <p:grpSpPr>
          <a:xfrm>
            <a:off x="8079469" y="3285865"/>
            <a:ext cx="2598056" cy="2969078"/>
            <a:chOff x="8003269" y="3285865"/>
            <a:chExt cx="2598056" cy="2969078"/>
          </a:xfrm>
        </p:grpSpPr>
        <p:sp>
          <p:nvSpPr>
            <p:cNvPr id="48" name="矩形 47"/>
            <p:cNvSpPr/>
            <p:nvPr/>
          </p:nvSpPr>
          <p:spPr>
            <a:xfrm>
              <a:off x="8003269" y="3285865"/>
              <a:ext cx="2598056" cy="2969078"/>
            </a:xfrm>
            <a:prstGeom prst="rect">
              <a:avLst/>
            </a:prstGeom>
            <a:solidFill>
              <a:srgbClr val="4E753B"/>
            </a:solidFill>
            <a:ln>
              <a:noFill/>
            </a:ln>
            <a:effectLst>
              <a:outerShdw blurRad="152400" dist="38100" dir="2700000" sx="102000" sy="102000" algn="tl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矩形 48"/>
            <p:cNvSpPr/>
            <p:nvPr/>
          </p:nvSpPr>
          <p:spPr>
            <a:xfrm>
              <a:off x="8264526" y="5103397"/>
              <a:ext cx="2075542" cy="905248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您的内容请在这里输入，或者复制您的文本后，在此处选择黏贴</a:t>
              </a:r>
              <a:endPara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3" name="组合 12"/>
            <p:cNvGrpSpPr/>
            <p:nvPr/>
          </p:nvGrpSpPr>
          <p:grpSpPr>
            <a:xfrm>
              <a:off x="8621259" y="3538277"/>
              <a:ext cx="1362076" cy="1362076"/>
              <a:chOff x="8621259" y="3538277"/>
              <a:chExt cx="1362076" cy="1362076"/>
            </a:xfrm>
          </p:grpSpPr>
          <p:sp>
            <p:nvSpPr>
              <p:cNvPr id="56" name="椭圆 55"/>
              <p:cNvSpPr/>
              <p:nvPr/>
            </p:nvSpPr>
            <p:spPr>
              <a:xfrm>
                <a:off x="8621259" y="3538277"/>
                <a:ext cx="1362076" cy="1362076"/>
              </a:xfrm>
              <a:prstGeom prst="ellipse">
                <a:avLst/>
              </a:prstGeom>
              <a:noFill/>
              <a:ln>
                <a:solidFill>
                  <a:srgbClr val="BD934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60" name="图形 59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9013036" y="3982419"/>
                <a:ext cx="597571" cy="550755"/>
              </a:xfrm>
              <a:prstGeom prst="rect">
                <a:avLst/>
              </a:prstGeom>
            </p:spPr>
          </p:pic>
        </p:grpSp>
      </p:grpSp>
    </p:spTree>
    <p:custDataLst>
      <p:tags r:id="rId9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743694" y="3954254"/>
            <a:ext cx="2864810" cy="973870"/>
            <a:chOff x="792790" y="5166077"/>
            <a:chExt cx="2864810" cy="973870"/>
          </a:xfrm>
        </p:grpSpPr>
        <p:sp>
          <p:nvSpPr>
            <p:cNvPr id="56" name="矩形 55"/>
            <p:cNvSpPr/>
            <p:nvPr/>
          </p:nvSpPr>
          <p:spPr>
            <a:xfrm>
              <a:off x="792790" y="5590886"/>
              <a:ext cx="2864810" cy="5490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您的内容请在这里输入，或者复制您的文本后，在此处选择黏贴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矩形 56"/>
            <p:cNvSpPr/>
            <p:nvPr/>
          </p:nvSpPr>
          <p:spPr>
            <a:xfrm>
              <a:off x="1619900" y="5166077"/>
              <a:ext cx="12105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添加标题</a:t>
              </a:r>
              <a:endPara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4317066" y="4325515"/>
            <a:ext cx="2864810" cy="973870"/>
            <a:chOff x="792790" y="5166077"/>
            <a:chExt cx="2864810" cy="973870"/>
          </a:xfrm>
        </p:grpSpPr>
        <p:sp>
          <p:nvSpPr>
            <p:cNvPr id="62" name="矩形 61"/>
            <p:cNvSpPr/>
            <p:nvPr/>
          </p:nvSpPr>
          <p:spPr>
            <a:xfrm>
              <a:off x="792790" y="5590886"/>
              <a:ext cx="2864810" cy="5490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您的内容请在这里输入，或者复制您的文本后，在此处选择黏贴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" name="矩形 62"/>
            <p:cNvSpPr/>
            <p:nvPr/>
          </p:nvSpPr>
          <p:spPr>
            <a:xfrm>
              <a:off x="1619900" y="5166077"/>
              <a:ext cx="12105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添加标题</a:t>
              </a:r>
              <a:endPara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7883386" y="3830906"/>
            <a:ext cx="2864810" cy="973870"/>
            <a:chOff x="792790" y="5166077"/>
            <a:chExt cx="2864810" cy="973870"/>
          </a:xfrm>
        </p:grpSpPr>
        <p:sp>
          <p:nvSpPr>
            <p:cNvPr id="68" name="矩形 67"/>
            <p:cNvSpPr/>
            <p:nvPr/>
          </p:nvSpPr>
          <p:spPr>
            <a:xfrm>
              <a:off x="792790" y="5590886"/>
              <a:ext cx="2864810" cy="5490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您的内容请在这里输入，或者复制您的文本后，在此处选择黏贴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矩形 68"/>
            <p:cNvSpPr/>
            <p:nvPr/>
          </p:nvSpPr>
          <p:spPr>
            <a:xfrm>
              <a:off x="1619900" y="5166077"/>
              <a:ext cx="12105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添加标题</a:t>
              </a:r>
              <a:endPara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13" name="任意多边形: 形状 12"/>
          <p:cNvSpPr/>
          <p:nvPr/>
        </p:nvSpPr>
        <p:spPr>
          <a:xfrm>
            <a:off x="0" y="2453998"/>
            <a:ext cx="12192000" cy="548646"/>
          </a:xfrm>
          <a:custGeom>
            <a:avLst/>
            <a:gdLst>
              <a:gd name="connsiteX0" fmla="*/ 0 w 12192000"/>
              <a:gd name="connsiteY0" fmla="*/ 1272555 h 1310665"/>
              <a:gd name="connsiteX1" fmla="*/ 2260600 w 12192000"/>
              <a:gd name="connsiteY1" fmla="*/ 27955 h 1310665"/>
              <a:gd name="connsiteX2" fmla="*/ 6946900 w 12192000"/>
              <a:gd name="connsiteY2" fmla="*/ 1310655 h 1310665"/>
              <a:gd name="connsiteX3" fmla="*/ 9918700 w 12192000"/>
              <a:gd name="connsiteY3" fmla="*/ 2555 h 1310665"/>
              <a:gd name="connsiteX4" fmla="*/ 12192000 w 12192000"/>
              <a:gd name="connsiteY4" fmla="*/ 1043955 h 131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1310665">
                <a:moveTo>
                  <a:pt x="0" y="1272555"/>
                </a:moveTo>
                <a:cubicBezTo>
                  <a:pt x="551391" y="647080"/>
                  <a:pt x="1102783" y="21605"/>
                  <a:pt x="2260600" y="27955"/>
                </a:cubicBezTo>
                <a:cubicBezTo>
                  <a:pt x="3418417" y="34305"/>
                  <a:pt x="5670550" y="1314888"/>
                  <a:pt x="6946900" y="1310655"/>
                </a:cubicBezTo>
                <a:cubicBezTo>
                  <a:pt x="8223250" y="1306422"/>
                  <a:pt x="9044517" y="47005"/>
                  <a:pt x="9918700" y="2555"/>
                </a:cubicBezTo>
                <a:cubicBezTo>
                  <a:pt x="10792883" y="-41895"/>
                  <a:pt x="11492441" y="501030"/>
                  <a:pt x="12192000" y="1043955"/>
                </a:cubicBezTo>
              </a:path>
            </a:pathLst>
          </a:custGeom>
          <a:noFill/>
          <a:ln w="6350">
            <a:solidFill>
              <a:srgbClr val="BD934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/>
          <p:cNvSpPr/>
          <p:nvPr/>
        </p:nvSpPr>
        <p:spPr>
          <a:xfrm>
            <a:off x="-12700" y="2360195"/>
            <a:ext cx="12204700" cy="883499"/>
          </a:xfrm>
          <a:custGeom>
            <a:avLst/>
            <a:gdLst>
              <a:gd name="connsiteX0" fmla="*/ 0 w 12204700"/>
              <a:gd name="connsiteY0" fmla="*/ 432766 h 1455200"/>
              <a:gd name="connsiteX1" fmla="*/ 3543300 w 12204700"/>
              <a:gd name="connsiteY1" fmla="*/ 1448766 h 1455200"/>
              <a:gd name="connsiteX2" fmla="*/ 8115300 w 12204700"/>
              <a:gd name="connsiteY2" fmla="*/ 966 h 1455200"/>
              <a:gd name="connsiteX3" fmla="*/ 10807700 w 12204700"/>
              <a:gd name="connsiteY3" fmla="*/ 1207466 h 1455200"/>
              <a:gd name="connsiteX4" fmla="*/ 12204700 w 12204700"/>
              <a:gd name="connsiteY4" fmla="*/ 115266 h 1455200"/>
              <a:gd name="connsiteX0-1" fmla="*/ 0 w 12204700"/>
              <a:gd name="connsiteY0-2" fmla="*/ 433131 h 1498217"/>
              <a:gd name="connsiteX1-3" fmla="*/ 3860800 w 12204700"/>
              <a:gd name="connsiteY1-4" fmla="*/ 1492204 h 1498217"/>
              <a:gd name="connsiteX2-5" fmla="*/ 8115300 w 12204700"/>
              <a:gd name="connsiteY2-6" fmla="*/ 1331 h 1498217"/>
              <a:gd name="connsiteX3-7" fmla="*/ 10807700 w 12204700"/>
              <a:gd name="connsiteY3-8" fmla="*/ 1207831 h 1498217"/>
              <a:gd name="connsiteX4-9" fmla="*/ 12204700 w 12204700"/>
              <a:gd name="connsiteY4-10" fmla="*/ 115631 h 149821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204700" h="1498217">
                <a:moveTo>
                  <a:pt x="0" y="433131"/>
                </a:moveTo>
                <a:cubicBezTo>
                  <a:pt x="1095375" y="977114"/>
                  <a:pt x="2508250" y="1564171"/>
                  <a:pt x="3860800" y="1492204"/>
                </a:cubicBezTo>
                <a:cubicBezTo>
                  <a:pt x="5213350" y="1420237"/>
                  <a:pt x="6957483" y="48726"/>
                  <a:pt x="8115300" y="1331"/>
                </a:cubicBezTo>
                <a:cubicBezTo>
                  <a:pt x="9273117" y="-46064"/>
                  <a:pt x="10126133" y="1188781"/>
                  <a:pt x="10807700" y="1207831"/>
                </a:cubicBezTo>
                <a:cubicBezTo>
                  <a:pt x="11489267" y="1226881"/>
                  <a:pt x="11846983" y="671256"/>
                  <a:pt x="12204700" y="115631"/>
                </a:cubicBezTo>
              </a:path>
            </a:pathLst>
          </a:custGeom>
          <a:noFill/>
          <a:ln w="6350">
            <a:solidFill>
              <a:srgbClr val="BD934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椭圆 2"/>
          <p:cNvSpPr/>
          <p:nvPr/>
        </p:nvSpPr>
        <p:spPr>
          <a:xfrm>
            <a:off x="1309072" y="1934918"/>
            <a:ext cx="1734052" cy="1734052"/>
          </a:xfrm>
          <a:prstGeom prst="ellipse">
            <a:avLst/>
          </a:prstGeom>
          <a:blipFill>
            <a:blip r:embed="rId1"/>
            <a:stretch>
              <a:fillRect/>
            </a:stretch>
          </a:blipFill>
          <a:ln w="38100">
            <a:solidFill>
              <a:srgbClr val="BD934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4882444" y="2136897"/>
            <a:ext cx="1734052" cy="1734052"/>
          </a:xfrm>
          <a:prstGeom prst="ellipse">
            <a:avLst/>
          </a:prstGeom>
          <a:blipFill>
            <a:blip r:embed="rId2"/>
            <a:stretch>
              <a:fillRect/>
            </a:stretch>
          </a:blipFill>
          <a:ln w="38100">
            <a:solidFill>
              <a:srgbClr val="BD934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8448764" y="1642288"/>
            <a:ext cx="1734052" cy="1734052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 w="38100">
            <a:solidFill>
              <a:srgbClr val="BD934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 rot="10800000">
            <a:off x="2952749" y="1733550"/>
            <a:ext cx="8412136" cy="4248146"/>
          </a:xfrm>
          <a:prstGeom prst="rect">
            <a:avLst/>
          </a:prstGeom>
          <a:solidFill>
            <a:srgbClr val="4E753B"/>
          </a:solidFill>
          <a:ln>
            <a:noFill/>
          </a:ln>
          <a:effectLst>
            <a:outerShdw blurRad="152400" dist="38100" dir="2700000" sx="102000" sy="102000" algn="tl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extBox 2"/>
          <p:cNvSpPr txBox="1"/>
          <p:nvPr>
            <p:custDataLst>
              <p:tags r:id="rId1"/>
            </p:custDataLst>
          </p:nvPr>
        </p:nvSpPr>
        <p:spPr>
          <a:xfrm>
            <a:off x="4787899" y="2353441"/>
            <a:ext cx="46609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0000" b="1">
                <a:gradFill flip="none" rotWithShape="1">
                  <a:gsLst>
                    <a:gs pos="0">
                      <a:schemeClr val="bg1"/>
                    </a:gs>
                    <a:gs pos="71000">
                      <a:schemeClr val="bg1">
                        <a:alpha val="0"/>
                      </a:schemeClr>
                    </a:gs>
                  </a:gsLst>
                  <a:lin ang="5400000" scaled="0"/>
                  <a:tileRect/>
                </a:gra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5400" dirty="0">
                <a:gradFill flip="none" rotWithShape="1">
                  <a:gsLst>
                    <a:gs pos="0">
                      <a:srgbClr val="B88F4D"/>
                    </a:gs>
                    <a:gs pos="79000">
                      <a:srgbClr val="B88F4D">
                        <a:alpha val="0"/>
                      </a:srgbClr>
                    </a:gs>
                  </a:gsLst>
                  <a:lin ang="5400000" scaled="0"/>
                  <a:tileRect/>
                </a:gradFill>
                <a:sym typeface="+mn-lt"/>
              </a:rPr>
              <a:t>CONTACT</a:t>
            </a:r>
            <a:endParaRPr lang="en-US" altLang="zh-CN" sz="5400" dirty="0">
              <a:gradFill flip="none" rotWithShape="1">
                <a:gsLst>
                  <a:gs pos="0">
                    <a:srgbClr val="B88F4D"/>
                  </a:gs>
                  <a:gs pos="79000">
                    <a:srgbClr val="B88F4D">
                      <a:alpha val="0"/>
                    </a:srgbClr>
                  </a:gs>
                </a:gsLst>
                <a:lin ang="5400000" scaled="0"/>
                <a:tileRect/>
              </a:gradFill>
              <a:sym typeface="+mn-lt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5442857" y="3460769"/>
            <a:ext cx="4129333" cy="733804"/>
            <a:chOff x="5442857" y="3460769"/>
            <a:chExt cx="4129333" cy="733804"/>
          </a:xfrm>
        </p:grpSpPr>
        <p:pic>
          <p:nvPicPr>
            <p:cNvPr id="10" name="图形 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442857" y="3574143"/>
              <a:ext cx="522514" cy="522514"/>
            </a:xfrm>
            <a:prstGeom prst="rect">
              <a:avLst/>
            </a:prstGeom>
          </p:spPr>
        </p:pic>
        <p:grpSp>
          <p:nvGrpSpPr>
            <p:cNvPr id="43" name="组合 42"/>
            <p:cNvGrpSpPr/>
            <p:nvPr/>
          </p:nvGrpSpPr>
          <p:grpSpPr>
            <a:xfrm>
              <a:off x="6244608" y="3460769"/>
              <a:ext cx="3327582" cy="733804"/>
              <a:chOff x="792790" y="5166077"/>
              <a:chExt cx="3327582" cy="733804"/>
            </a:xfrm>
          </p:grpSpPr>
          <p:sp>
            <p:nvSpPr>
              <p:cNvPr id="44" name="矩形 43"/>
              <p:cNvSpPr/>
              <p:nvPr/>
            </p:nvSpPr>
            <p:spPr>
              <a:xfrm>
                <a:off x="792790" y="5590886"/>
                <a:ext cx="3327582" cy="308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您的内容请在这里输入，或者复制您的文本后</a:t>
                </a:r>
                <a:endPara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" name="矩形 44"/>
              <p:cNvSpPr/>
              <p:nvPr/>
            </p:nvSpPr>
            <p:spPr>
              <a:xfrm>
                <a:off x="807100" y="5166077"/>
                <a:ext cx="121058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/>
                <a:r>
                  <a:rPr lang="zh-CN" altLang="en-US" sz="2000" dirty="0">
                    <a:solidFill>
                      <a:schemeClr val="bg1"/>
                    </a:solidFill>
                  </a:rPr>
                  <a:t>添加标题</a:t>
                </a:r>
                <a:endParaRPr lang="zh-CN" altLang="en-US" sz="2000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3" name="组合 12"/>
          <p:cNvGrpSpPr/>
          <p:nvPr/>
        </p:nvGrpSpPr>
        <p:grpSpPr>
          <a:xfrm>
            <a:off x="5465749" y="4538455"/>
            <a:ext cx="4357701" cy="733804"/>
            <a:chOff x="5465749" y="4678155"/>
            <a:chExt cx="4357701" cy="733804"/>
          </a:xfrm>
        </p:grpSpPr>
        <p:pic>
          <p:nvPicPr>
            <p:cNvPr id="12" name="图形 1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465749" y="4824524"/>
              <a:ext cx="517731" cy="455502"/>
            </a:xfrm>
            <a:prstGeom prst="rect">
              <a:avLst/>
            </a:prstGeom>
          </p:spPr>
        </p:pic>
        <p:grpSp>
          <p:nvGrpSpPr>
            <p:cNvPr id="46" name="组合 45"/>
            <p:cNvGrpSpPr/>
            <p:nvPr/>
          </p:nvGrpSpPr>
          <p:grpSpPr>
            <a:xfrm>
              <a:off x="6244608" y="4678155"/>
              <a:ext cx="3578842" cy="733804"/>
              <a:chOff x="792790" y="5166077"/>
              <a:chExt cx="3578842" cy="733804"/>
            </a:xfrm>
          </p:grpSpPr>
          <p:sp>
            <p:nvSpPr>
              <p:cNvPr id="47" name="矩形 46"/>
              <p:cNvSpPr/>
              <p:nvPr/>
            </p:nvSpPr>
            <p:spPr>
              <a:xfrm>
                <a:off x="792790" y="5590886"/>
                <a:ext cx="3578842" cy="308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您的内容请在这里输入，或者复制您的文本后</a:t>
                </a:r>
                <a:endPara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8" name="矩形 47"/>
              <p:cNvSpPr/>
              <p:nvPr/>
            </p:nvSpPr>
            <p:spPr>
              <a:xfrm>
                <a:off x="807100" y="5166077"/>
                <a:ext cx="121058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/>
                <a:r>
                  <a:rPr lang="zh-CN" altLang="en-US" sz="2000" dirty="0">
                    <a:solidFill>
                      <a:schemeClr val="bg1"/>
                    </a:solidFill>
                  </a:rPr>
                  <a:t>添加标题</a:t>
                </a:r>
                <a:endParaRPr lang="zh-CN" altLang="en-US" sz="2000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3" name="矩形 2"/>
          <p:cNvSpPr/>
          <p:nvPr/>
        </p:nvSpPr>
        <p:spPr>
          <a:xfrm>
            <a:off x="1585345" y="2275994"/>
            <a:ext cx="3023903" cy="3705701"/>
          </a:xfrm>
          <a:prstGeom prst="rect">
            <a:avLst/>
          </a:prstGeom>
          <a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contrast="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8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>
            <a:off x="-6350" y="5576887"/>
            <a:ext cx="12192000" cy="1281113"/>
            <a:chOff x="-6350" y="3575050"/>
            <a:chExt cx="12192000" cy="1281113"/>
          </a:xfrm>
          <a:gradFill>
            <a:gsLst>
              <a:gs pos="0">
                <a:srgbClr val="BD934E">
                  <a:alpha val="0"/>
                </a:srgbClr>
              </a:gs>
              <a:gs pos="100000">
                <a:srgbClr val="BD934E">
                  <a:alpha val="50000"/>
                </a:srgbClr>
              </a:gs>
            </a:gsLst>
            <a:lin ang="5400000" scaled="0"/>
          </a:gradFill>
        </p:grpSpPr>
        <p:grpSp>
          <p:nvGrpSpPr>
            <p:cNvPr id="28" name="Group 205"/>
            <p:cNvGrpSpPr/>
            <p:nvPr userDrawn="1"/>
          </p:nvGrpSpPr>
          <p:grpSpPr bwMode="auto">
            <a:xfrm>
              <a:off x="4810125" y="4400550"/>
              <a:ext cx="4105275" cy="433388"/>
              <a:chOff x="3030" y="2772"/>
              <a:chExt cx="2586" cy="273"/>
            </a:xfrm>
            <a:grpFill/>
          </p:grpSpPr>
          <p:sp>
            <p:nvSpPr>
              <p:cNvPr id="129" name="Line 5"/>
              <p:cNvSpPr>
                <a:spLocks noChangeShapeType="1"/>
              </p:cNvSpPr>
              <p:nvPr userDrawn="1"/>
            </p:nvSpPr>
            <p:spPr bwMode="auto">
              <a:xfrm>
                <a:off x="5616" y="2860"/>
                <a:ext cx="0" cy="0"/>
              </a:xfrm>
              <a:prstGeom prst="line">
                <a:avLst/>
              </a:prstGeom>
              <a:grpFill/>
              <a:ln w="12700" cap="rnd">
                <a:solidFill>
                  <a:srgbClr val="BF9C50"/>
                </a:solidFill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0" name="Freeform 6"/>
              <p:cNvSpPr/>
              <p:nvPr userDrawn="1"/>
            </p:nvSpPr>
            <p:spPr bwMode="auto">
              <a:xfrm>
                <a:off x="3657" y="2794"/>
                <a:ext cx="39" cy="9"/>
              </a:xfrm>
              <a:custGeom>
                <a:avLst/>
                <a:gdLst>
                  <a:gd name="T0" fmla="*/ 8 w 9"/>
                  <a:gd name="T1" fmla="*/ 2 h 2"/>
                  <a:gd name="T2" fmla="*/ 1 w 9"/>
                  <a:gd name="T3" fmla="*/ 2 h 2"/>
                  <a:gd name="T4" fmla="*/ 0 w 9"/>
                  <a:gd name="T5" fmla="*/ 1 h 2"/>
                  <a:gd name="T6" fmla="*/ 1 w 9"/>
                  <a:gd name="T7" fmla="*/ 0 h 2"/>
                  <a:gd name="T8" fmla="*/ 8 w 9"/>
                  <a:gd name="T9" fmla="*/ 0 h 2"/>
                  <a:gd name="T10" fmla="*/ 9 w 9"/>
                  <a:gd name="T11" fmla="*/ 1 h 2"/>
                  <a:gd name="T12" fmla="*/ 8 w 9"/>
                  <a:gd name="T13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" h="2">
                    <a:moveTo>
                      <a:pt x="8" y="2"/>
                    </a:moveTo>
                    <a:cubicBezTo>
                      <a:pt x="1" y="2"/>
                      <a:pt x="1" y="2"/>
                      <a:pt x="1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0"/>
                      <a:pt x="9" y="0"/>
                      <a:pt x="9" y="1"/>
                    </a:cubicBezTo>
                    <a:cubicBezTo>
                      <a:pt x="9" y="1"/>
                      <a:pt x="8" y="2"/>
                      <a:pt x="8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1" name="Freeform 7"/>
              <p:cNvSpPr/>
              <p:nvPr userDrawn="1"/>
            </p:nvSpPr>
            <p:spPr bwMode="auto">
              <a:xfrm>
                <a:off x="303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2" name="Freeform 8"/>
              <p:cNvSpPr/>
              <p:nvPr userDrawn="1"/>
            </p:nvSpPr>
            <p:spPr bwMode="auto">
              <a:xfrm>
                <a:off x="304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3" name="Freeform 9"/>
              <p:cNvSpPr/>
              <p:nvPr userDrawn="1"/>
            </p:nvSpPr>
            <p:spPr bwMode="auto">
              <a:xfrm>
                <a:off x="306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4" name="Freeform 10"/>
              <p:cNvSpPr/>
              <p:nvPr userDrawn="1"/>
            </p:nvSpPr>
            <p:spPr bwMode="auto">
              <a:xfrm>
                <a:off x="307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5" name="Freeform 11"/>
              <p:cNvSpPr/>
              <p:nvPr userDrawn="1"/>
            </p:nvSpPr>
            <p:spPr bwMode="auto">
              <a:xfrm>
                <a:off x="308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6" name="Freeform 12"/>
              <p:cNvSpPr/>
              <p:nvPr userDrawn="1"/>
            </p:nvSpPr>
            <p:spPr bwMode="auto">
              <a:xfrm>
                <a:off x="310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7" name="Freeform 13"/>
              <p:cNvSpPr/>
              <p:nvPr userDrawn="1"/>
            </p:nvSpPr>
            <p:spPr bwMode="auto">
              <a:xfrm>
                <a:off x="311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8" name="Freeform 14"/>
              <p:cNvSpPr/>
              <p:nvPr userDrawn="1"/>
            </p:nvSpPr>
            <p:spPr bwMode="auto">
              <a:xfrm>
                <a:off x="312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9" name="Freeform 15"/>
              <p:cNvSpPr/>
              <p:nvPr userDrawn="1"/>
            </p:nvSpPr>
            <p:spPr bwMode="auto">
              <a:xfrm>
                <a:off x="314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0" name="Freeform 16"/>
              <p:cNvSpPr/>
              <p:nvPr userDrawn="1"/>
            </p:nvSpPr>
            <p:spPr bwMode="auto">
              <a:xfrm>
                <a:off x="315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1" name="Freeform 17"/>
              <p:cNvSpPr/>
              <p:nvPr userDrawn="1"/>
            </p:nvSpPr>
            <p:spPr bwMode="auto">
              <a:xfrm>
                <a:off x="317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2" name="Freeform 18"/>
              <p:cNvSpPr/>
              <p:nvPr userDrawn="1"/>
            </p:nvSpPr>
            <p:spPr bwMode="auto">
              <a:xfrm>
                <a:off x="318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3" name="Freeform 19"/>
              <p:cNvSpPr/>
              <p:nvPr userDrawn="1"/>
            </p:nvSpPr>
            <p:spPr bwMode="auto">
              <a:xfrm>
                <a:off x="319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4" name="Freeform 20"/>
              <p:cNvSpPr/>
              <p:nvPr userDrawn="1"/>
            </p:nvSpPr>
            <p:spPr bwMode="auto">
              <a:xfrm>
                <a:off x="3209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5" name="Freeform 21"/>
              <p:cNvSpPr/>
              <p:nvPr userDrawn="1"/>
            </p:nvSpPr>
            <p:spPr bwMode="auto">
              <a:xfrm>
                <a:off x="3222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6" name="Freeform 22"/>
              <p:cNvSpPr/>
              <p:nvPr userDrawn="1"/>
            </p:nvSpPr>
            <p:spPr bwMode="auto">
              <a:xfrm>
                <a:off x="323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7" name="Freeform 23"/>
              <p:cNvSpPr/>
              <p:nvPr userDrawn="1"/>
            </p:nvSpPr>
            <p:spPr bwMode="auto">
              <a:xfrm>
                <a:off x="3252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8" name="Freeform 24"/>
              <p:cNvSpPr/>
              <p:nvPr userDrawn="1"/>
            </p:nvSpPr>
            <p:spPr bwMode="auto">
              <a:xfrm>
                <a:off x="326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9" name="Freeform 25"/>
              <p:cNvSpPr/>
              <p:nvPr userDrawn="1"/>
            </p:nvSpPr>
            <p:spPr bwMode="auto">
              <a:xfrm>
                <a:off x="327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0" name="Freeform 26"/>
              <p:cNvSpPr/>
              <p:nvPr userDrawn="1"/>
            </p:nvSpPr>
            <p:spPr bwMode="auto">
              <a:xfrm>
                <a:off x="329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1" name="Freeform 27"/>
              <p:cNvSpPr/>
              <p:nvPr userDrawn="1"/>
            </p:nvSpPr>
            <p:spPr bwMode="auto">
              <a:xfrm>
                <a:off x="330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2" name="Freeform 28"/>
              <p:cNvSpPr/>
              <p:nvPr userDrawn="1"/>
            </p:nvSpPr>
            <p:spPr bwMode="auto">
              <a:xfrm>
                <a:off x="331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3" name="Freeform 29"/>
              <p:cNvSpPr/>
              <p:nvPr userDrawn="1"/>
            </p:nvSpPr>
            <p:spPr bwMode="auto">
              <a:xfrm>
                <a:off x="333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4" name="Freeform 30"/>
              <p:cNvSpPr/>
              <p:nvPr userDrawn="1"/>
            </p:nvSpPr>
            <p:spPr bwMode="auto">
              <a:xfrm>
                <a:off x="334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5" name="Freeform 31"/>
              <p:cNvSpPr/>
              <p:nvPr userDrawn="1"/>
            </p:nvSpPr>
            <p:spPr bwMode="auto">
              <a:xfrm>
                <a:off x="336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6" name="Freeform 32"/>
              <p:cNvSpPr/>
              <p:nvPr userDrawn="1"/>
            </p:nvSpPr>
            <p:spPr bwMode="auto">
              <a:xfrm>
                <a:off x="337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7" name="Freeform 33"/>
              <p:cNvSpPr/>
              <p:nvPr userDrawn="1"/>
            </p:nvSpPr>
            <p:spPr bwMode="auto">
              <a:xfrm>
                <a:off x="338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8" name="Freeform 34"/>
              <p:cNvSpPr/>
              <p:nvPr userDrawn="1"/>
            </p:nvSpPr>
            <p:spPr bwMode="auto">
              <a:xfrm>
                <a:off x="340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9" name="Freeform 35"/>
              <p:cNvSpPr/>
              <p:nvPr userDrawn="1"/>
            </p:nvSpPr>
            <p:spPr bwMode="auto">
              <a:xfrm>
                <a:off x="341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0" name="Freeform 36"/>
              <p:cNvSpPr/>
              <p:nvPr userDrawn="1"/>
            </p:nvSpPr>
            <p:spPr bwMode="auto">
              <a:xfrm>
                <a:off x="342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1" name="Freeform 37"/>
              <p:cNvSpPr/>
              <p:nvPr userDrawn="1"/>
            </p:nvSpPr>
            <p:spPr bwMode="auto">
              <a:xfrm>
                <a:off x="344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2" name="Freeform 38"/>
              <p:cNvSpPr/>
              <p:nvPr userDrawn="1"/>
            </p:nvSpPr>
            <p:spPr bwMode="auto">
              <a:xfrm>
                <a:off x="345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3" name="Freeform 39"/>
              <p:cNvSpPr/>
              <p:nvPr userDrawn="1"/>
            </p:nvSpPr>
            <p:spPr bwMode="auto">
              <a:xfrm>
                <a:off x="347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4" name="Freeform 40"/>
              <p:cNvSpPr/>
              <p:nvPr userDrawn="1"/>
            </p:nvSpPr>
            <p:spPr bwMode="auto">
              <a:xfrm>
                <a:off x="348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5" name="Freeform 41"/>
              <p:cNvSpPr/>
              <p:nvPr userDrawn="1"/>
            </p:nvSpPr>
            <p:spPr bwMode="auto">
              <a:xfrm>
                <a:off x="349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6" name="Freeform 42"/>
              <p:cNvSpPr/>
              <p:nvPr userDrawn="1"/>
            </p:nvSpPr>
            <p:spPr bwMode="auto">
              <a:xfrm>
                <a:off x="3509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7" name="Freeform 43"/>
              <p:cNvSpPr/>
              <p:nvPr userDrawn="1"/>
            </p:nvSpPr>
            <p:spPr bwMode="auto">
              <a:xfrm>
                <a:off x="3522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8" name="Freeform 44"/>
              <p:cNvSpPr/>
              <p:nvPr userDrawn="1"/>
            </p:nvSpPr>
            <p:spPr bwMode="auto">
              <a:xfrm>
                <a:off x="353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9" name="Freeform 45"/>
              <p:cNvSpPr/>
              <p:nvPr userDrawn="1"/>
            </p:nvSpPr>
            <p:spPr bwMode="auto">
              <a:xfrm>
                <a:off x="355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0" name="Freeform 46"/>
              <p:cNvSpPr/>
              <p:nvPr userDrawn="1"/>
            </p:nvSpPr>
            <p:spPr bwMode="auto">
              <a:xfrm>
                <a:off x="356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1" name="Freeform 47"/>
              <p:cNvSpPr/>
              <p:nvPr userDrawn="1"/>
            </p:nvSpPr>
            <p:spPr bwMode="auto">
              <a:xfrm>
                <a:off x="3579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2" name="Freeform 48"/>
              <p:cNvSpPr/>
              <p:nvPr userDrawn="1"/>
            </p:nvSpPr>
            <p:spPr bwMode="auto">
              <a:xfrm>
                <a:off x="3592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3" name="Freeform 49"/>
              <p:cNvSpPr/>
              <p:nvPr userDrawn="1"/>
            </p:nvSpPr>
            <p:spPr bwMode="auto">
              <a:xfrm>
                <a:off x="360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4" name="Freeform 50"/>
              <p:cNvSpPr/>
              <p:nvPr userDrawn="1"/>
            </p:nvSpPr>
            <p:spPr bwMode="auto">
              <a:xfrm>
                <a:off x="361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5" name="Freeform 51"/>
              <p:cNvSpPr/>
              <p:nvPr userDrawn="1"/>
            </p:nvSpPr>
            <p:spPr bwMode="auto">
              <a:xfrm>
                <a:off x="363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6" name="Freeform 52"/>
              <p:cNvSpPr/>
              <p:nvPr userDrawn="1"/>
            </p:nvSpPr>
            <p:spPr bwMode="auto">
              <a:xfrm>
                <a:off x="364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7" name="Freeform 53"/>
              <p:cNvSpPr/>
              <p:nvPr userDrawn="1"/>
            </p:nvSpPr>
            <p:spPr bwMode="auto">
              <a:xfrm>
                <a:off x="366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8" name="Freeform 54"/>
              <p:cNvSpPr/>
              <p:nvPr userDrawn="1"/>
            </p:nvSpPr>
            <p:spPr bwMode="auto">
              <a:xfrm>
                <a:off x="367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9" name="Freeform 55"/>
              <p:cNvSpPr/>
              <p:nvPr userDrawn="1"/>
            </p:nvSpPr>
            <p:spPr bwMode="auto">
              <a:xfrm>
                <a:off x="368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0" name="Freeform 56"/>
              <p:cNvSpPr/>
              <p:nvPr userDrawn="1"/>
            </p:nvSpPr>
            <p:spPr bwMode="auto">
              <a:xfrm>
                <a:off x="370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1" name="Freeform 57"/>
              <p:cNvSpPr/>
              <p:nvPr userDrawn="1"/>
            </p:nvSpPr>
            <p:spPr bwMode="auto">
              <a:xfrm>
                <a:off x="371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2" name="Freeform 58"/>
              <p:cNvSpPr/>
              <p:nvPr userDrawn="1"/>
            </p:nvSpPr>
            <p:spPr bwMode="auto">
              <a:xfrm>
                <a:off x="372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3" name="Freeform 59"/>
              <p:cNvSpPr/>
              <p:nvPr userDrawn="1"/>
            </p:nvSpPr>
            <p:spPr bwMode="auto">
              <a:xfrm>
                <a:off x="372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4" name="Freeform 60"/>
              <p:cNvSpPr/>
              <p:nvPr userDrawn="1"/>
            </p:nvSpPr>
            <p:spPr bwMode="auto">
              <a:xfrm>
                <a:off x="393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5" name="Freeform 61"/>
              <p:cNvSpPr/>
              <p:nvPr userDrawn="1"/>
            </p:nvSpPr>
            <p:spPr bwMode="auto">
              <a:xfrm>
                <a:off x="394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6" name="Freeform 62"/>
              <p:cNvSpPr/>
              <p:nvPr userDrawn="1"/>
            </p:nvSpPr>
            <p:spPr bwMode="auto">
              <a:xfrm>
                <a:off x="395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7" name="Freeform 63"/>
              <p:cNvSpPr/>
              <p:nvPr userDrawn="1"/>
            </p:nvSpPr>
            <p:spPr bwMode="auto">
              <a:xfrm>
                <a:off x="397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8" name="Freeform 64"/>
              <p:cNvSpPr/>
              <p:nvPr userDrawn="1"/>
            </p:nvSpPr>
            <p:spPr bwMode="auto">
              <a:xfrm>
                <a:off x="398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9" name="Freeform 65"/>
              <p:cNvSpPr/>
              <p:nvPr userDrawn="1"/>
            </p:nvSpPr>
            <p:spPr bwMode="auto">
              <a:xfrm>
                <a:off x="400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0" name="Freeform 66"/>
              <p:cNvSpPr/>
              <p:nvPr userDrawn="1"/>
            </p:nvSpPr>
            <p:spPr bwMode="auto">
              <a:xfrm>
                <a:off x="401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1" name="Freeform 67"/>
              <p:cNvSpPr/>
              <p:nvPr userDrawn="1"/>
            </p:nvSpPr>
            <p:spPr bwMode="auto">
              <a:xfrm>
                <a:off x="402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2" name="Freeform 68"/>
              <p:cNvSpPr/>
              <p:nvPr userDrawn="1"/>
            </p:nvSpPr>
            <p:spPr bwMode="auto">
              <a:xfrm>
                <a:off x="404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3" name="Freeform 69"/>
              <p:cNvSpPr/>
              <p:nvPr userDrawn="1"/>
            </p:nvSpPr>
            <p:spPr bwMode="auto">
              <a:xfrm>
                <a:off x="405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4" name="Freeform 70"/>
              <p:cNvSpPr/>
              <p:nvPr userDrawn="1"/>
            </p:nvSpPr>
            <p:spPr bwMode="auto">
              <a:xfrm>
                <a:off x="406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5" name="Freeform 71"/>
              <p:cNvSpPr/>
              <p:nvPr userDrawn="1"/>
            </p:nvSpPr>
            <p:spPr bwMode="auto">
              <a:xfrm>
                <a:off x="4079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6" name="Freeform 72"/>
              <p:cNvSpPr/>
              <p:nvPr userDrawn="1"/>
            </p:nvSpPr>
            <p:spPr bwMode="auto">
              <a:xfrm>
                <a:off x="409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7" name="Freeform 73"/>
              <p:cNvSpPr/>
              <p:nvPr userDrawn="1"/>
            </p:nvSpPr>
            <p:spPr bwMode="auto">
              <a:xfrm>
                <a:off x="411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8" name="Freeform 74"/>
              <p:cNvSpPr/>
              <p:nvPr userDrawn="1"/>
            </p:nvSpPr>
            <p:spPr bwMode="auto">
              <a:xfrm>
                <a:off x="412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9" name="Freeform 75"/>
              <p:cNvSpPr/>
              <p:nvPr userDrawn="1"/>
            </p:nvSpPr>
            <p:spPr bwMode="auto">
              <a:xfrm>
                <a:off x="413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0" name="Freeform 76"/>
              <p:cNvSpPr/>
              <p:nvPr userDrawn="1"/>
            </p:nvSpPr>
            <p:spPr bwMode="auto">
              <a:xfrm>
                <a:off x="4149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1" name="Freeform 77"/>
              <p:cNvSpPr/>
              <p:nvPr userDrawn="1"/>
            </p:nvSpPr>
            <p:spPr bwMode="auto">
              <a:xfrm>
                <a:off x="4162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2" name="Freeform 78"/>
              <p:cNvSpPr/>
              <p:nvPr userDrawn="1"/>
            </p:nvSpPr>
            <p:spPr bwMode="auto">
              <a:xfrm>
                <a:off x="417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3" name="Freeform 79"/>
              <p:cNvSpPr/>
              <p:nvPr userDrawn="1"/>
            </p:nvSpPr>
            <p:spPr bwMode="auto">
              <a:xfrm>
                <a:off x="418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4" name="Freeform 80"/>
              <p:cNvSpPr/>
              <p:nvPr userDrawn="1"/>
            </p:nvSpPr>
            <p:spPr bwMode="auto">
              <a:xfrm>
                <a:off x="420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5" name="Freeform 81"/>
              <p:cNvSpPr/>
              <p:nvPr userDrawn="1"/>
            </p:nvSpPr>
            <p:spPr bwMode="auto">
              <a:xfrm>
                <a:off x="421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6" name="Freeform 82"/>
              <p:cNvSpPr/>
              <p:nvPr userDrawn="1"/>
            </p:nvSpPr>
            <p:spPr bwMode="auto">
              <a:xfrm>
                <a:off x="4232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7" name="Freeform 83"/>
              <p:cNvSpPr/>
              <p:nvPr userDrawn="1"/>
            </p:nvSpPr>
            <p:spPr bwMode="auto">
              <a:xfrm>
                <a:off x="424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8" name="Freeform 84"/>
              <p:cNvSpPr/>
              <p:nvPr userDrawn="1"/>
            </p:nvSpPr>
            <p:spPr bwMode="auto">
              <a:xfrm>
                <a:off x="425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9" name="Freeform 85"/>
              <p:cNvSpPr/>
              <p:nvPr userDrawn="1"/>
            </p:nvSpPr>
            <p:spPr bwMode="auto">
              <a:xfrm>
                <a:off x="427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0" name="Freeform 86"/>
              <p:cNvSpPr/>
              <p:nvPr userDrawn="1"/>
            </p:nvSpPr>
            <p:spPr bwMode="auto">
              <a:xfrm>
                <a:off x="428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1" name="Freeform 87"/>
              <p:cNvSpPr/>
              <p:nvPr userDrawn="1"/>
            </p:nvSpPr>
            <p:spPr bwMode="auto">
              <a:xfrm>
                <a:off x="429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2" name="Freeform 88"/>
              <p:cNvSpPr/>
              <p:nvPr userDrawn="1"/>
            </p:nvSpPr>
            <p:spPr bwMode="auto">
              <a:xfrm>
                <a:off x="431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3" name="Freeform 89"/>
              <p:cNvSpPr/>
              <p:nvPr userDrawn="1"/>
            </p:nvSpPr>
            <p:spPr bwMode="auto">
              <a:xfrm>
                <a:off x="432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4" name="Freeform 90"/>
              <p:cNvSpPr/>
              <p:nvPr userDrawn="1"/>
            </p:nvSpPr>
            <p:spPr bwMode="auto">
              <a:xfrm>
                <a:off x="433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5" name="Freeform 91"/>
              <p:cNvSpPr/>
              <p:nvPr userDrawn="1"/>
            </p:nvSpPr>
            <p:spPr bwMode="auto">
              <a:xfrm>
                <a:off x="4349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6" name="Freeform 92"/>
              <p:cNvSpPr/>
              <p:nvPr userDrawn="1"/>
            </p:nvSpPr>
            <p:spPr bwMode="auto">
              <a:xfrm>
                <a:off x="436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7" name="Freeform 93"/>
              <p:cNvSpPr/>
              <p:nvPr userDrawn="1"/>
            </p:nvSpPr>
            <p:spPr bwMode="auto">
              <a:xfrm>
                <a:off x="438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8" name="Freeform 94"/>
              <p:cNvSpPr/>
              <p:nvPr userDrawn="1"/>
            </p:nvSpPr>
            <p:spPr bwMode="auto">
              <a:xfrm>
                <a:off x="439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9" name="Freeform 95"/>
              <p:cNvSpPr/>
              <p:nvPr userDrawn="1"/>
            </p:nvSpPr>
            <p:spPr bwMode="auto">
              <a:xfrm>
                <a:off x="440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0" name="Freeform 96"/>
              <p:cNvSpPr/>
              <p:nvPr userDrawn="1"/>
            </p:nvSpPr>
            <p:spPr bwMode="auto">
              <a:xfrm>
                <a:off x="4419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1" name="Freeform 97"/>
              <p:cNvSpPr/>
              <p:nvPr userDrawn="1"/>
            </p:nvSpPr>
            <p:spPr bwMode="auto">
              <a:xfrm>
                <a:off x="4432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2" name="Freeform 98"/>
              <p:cNvSpPr/>
              <p:nvPr userDrawn="1"/>
            </p:nvSpPr>
            <p:spPr bwMode="auto">
              <a:xfrm>
                <a:off x="444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3" name="Freeform 99"/>
              <p:cNvSpPr/>
              <p:nvPr userDrawn="1"/>
            </p:nvSpPr>
            <p:spPr bwMode="auto">
              <a:xfrm>
                <a:off x="445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4" name="Freeform 100"/>
              <p:cNvSpPr/>
              <p:nvPr userDrawn="1"/>
            </p:nvSpPr>
            <p:spPr bwMode="auto">
              <a:xfrm>
                <a:off x="447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5" name="Freeform 101"/>
              <p:cNvSpPr/>
              <p:nvPr userDrawn="1"/>
            </p:nvSpPr>
            <p:spPr bwMode="auto">
              <a:xfrm>
                <a:off x="4489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6" name="Freeform 102"/>
              <p:cNvSpPr/>
              <p:nvPr userDrawn="1"/>
            </p:nvSpPr>
            <p:spPr bwMode="auto">
              <a:xfrm>
                <a:off x="4502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7" name="Freeform 103"/>
              <p:cNvSpPr/>
              <p:nvPr userDrawn="1"/>
            </p:nvSpPr>
            <p:spPr bwMode="auto">
              <a:xfrm>
                <a:off x="451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8" name="Freeform 104"/>
              <p:cNvSpPr/>
              <p:nvPr userDrawn="1"/>
            </p:nvSpPr>
            <p:spPr bwMode="auto">
              <a:xfrm>
                <a:off x="452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9" name="Freeform 105"/>
              <p:cNvSpPr/>
              <p:nvPr userDrawn="1"/>
            </p:nvSpPr>
            <p:spPr bwMode="auto">
              <a:xfrm>
                <a:off x="454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0" name="Freeform 106"/>
              <p:cNvSpPr/>
              <p:nvPr userDrawn="1"/>
            </p:nvSpPr>
            <p:spPr bwMode="auto">
              <a:xfrm>
                <a:off x="455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1" name="Freeform 107"/>
              <p:cNvSpPr/>
              <p:nvPr userDrawn="1"/>
            </p:nvSpPr>
            <p:spPr bwMode="auto">
              <a:xfrm>
                <a:off x="456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2" name="Freeform 108"/>
              <p:cNvSpPr/>
              <p:nvPr userDrawn="1"/>
            </p:nvSpPr>
            <p:spPr bwMode="auto">
              <a:xfrm>
                <a:off x="458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3" name="Freeform 109"/>
              <p:cNvSpPr/>
              <p:nvPr userDrawn="1"/>
            </p:nvSpPr>
            <p:spPr bwMode="auto">
              <a:xfrm>
                <a:off x="459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4" name="Freeform 110"/>
              <p:cNvSpPr/>
              <p:nvPr userDrawn="1"/>
            </p:nvSpPr>
            <p:spPr bwMode="auto">
              <a:xfrm>
                <a:off x="461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5" name="Freeform 111"/>
              <p:cNvSpPr/>
              <p:nvPr userDrawn="1"/>
            </p:nvSpPr>
            <p:spPr bwMode="auto">
              <a:xfrm>
                <a:off x="462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6" name="Freeform 112"/>
              <p:cNvSpPr/>
              <p:nvPr userDrawn="1"/>
            </p:nvSpPr>
            <p:spPr bwMode="auto">
              <a:xfrm>
                <a:off x="462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7" name="Freeform 113"/>
              <p:cNvSpPr/>
              <p:nvPr userDrawn="1"/>
            </p:nvSpPr>
            <p:spPr bwMode="auto">
              <a:xfrm>
                <a:off x="3043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8" name="Freeform 114"/>
              <p:cNvSpPr/>
              <p:nvPr userDrawn="1"/>
            </p:nvSpPr>
            <p:spPr bwMode="auto">
              <a:xfrm>
                <a:off x="305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9" name="Freeform 115"/>
              <p:cNvSpPr/>
              <p:nvPr userDrawn="1"/>
            </p:nvSpPr>
            <p:spPr bwMode="auto">
              <a:xfrm>
                <a:off x="306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0" name="Freeform 116"/>
              <p:cNvSpPr/>
              <p:nvPr userDrawn="1"/>
            </p:nvSpPr>
            <p:spPr bwMode="auto">
              <a:xfrm>
                <a:off x="308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1" name="Freeform 117"/>
              <p:cNvSpPr/>
              <p:nvPr userDrawn="1"/>
            </p:nvSpPr>
            <p:spPr bwMode="auto">
              <a:xfrm>
                <a:off x="309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2" name="Freeform 118"/>
              <p:cNvSpPr/>
              <p:nvPr userDrawn="1"/>
            </p:nvSpPr>
            <p:spPr bwMode="auto">
              <a:xfrm>
                <a:off x="310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3" name="Freeform 119"/>
              <p:cNvSpPr/>
              <p:nvPr userDrawn="1"/>
            </p:nvSpPr>
            <p:spPr bwMode="auto">
              <a:xfrm>
                <a:off x="312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4" name="Freeform 120"/>
              <p:cNvSpPr/>
              <p:nvPr userDrawn="1"/>
            </p:nvSpPr>
            <p:spPr bwMode="auto">
              <a:xfrm>
                <a:off x="313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5" name="Freeform 121"/>
              <p:cNvSpPr/>
              <p:nvPr userDrawn="1"/>
            </p:nvSpPr>
            <p:spPr bwMode="auto">
              <a:xfrm>
                <a:off x="315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6" name="Freeform 122"/>
              <p:cNvSpPr/>
              <p:nvPr userDrawn="1"/>
            </p:nvSpPr>
            <p:spPr bwMode="auto">
              <a:xfrm>
                <a:off x="3165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7" name="Freeform 123"/>
              <p:cNvSpPr/>
              <p:nvPr userDrawn="1"/>
            </p:nvSpPr>
            <p:spPr bwMode="auto">
              <a:xfrm>
                <a:off x="3178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8" name="Freeform 124"/>
              <p:cNvSpPr/>
              <p:nvPr userDrawn="1"/>
            </p:nvSpPr>
            <p:spPr bwMode="auto">
              <a:xfrm>
                <a:off x="3191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9" name="Freeform 125"/>
              <p:cNvSpPr/>
              <p:nvPr userDrawn="1"/>
            </p:nvSpPr>
            <p:spPr bwMode="auto">
              <a:xfrm>
                <a:off x="320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0" name="Freeform 126"/>
              <p:cNvSpPr/>
              <p:nvPr userDrawn="1"/>
            </p:nvSpPr>
            <p:spPr bwMode="auto">
              <a:xfrm>
                <a:off x="3217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1" name="Freeform 127"/>
              <p:cNvSpPr/>
              <p:nvPr userDrawn="1"/>
            </p:nvSpPr>
            <p:spPr bwMode="auto">
              <a:xfrm>
                <a:off x="3230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2" name="Freeform 128"/>
              <p:cNvSpPr/>
              <p:nvPr userDrawn="1"/>
            </p:nvSpPr>
            <p:spPr bwMode="auto">
              <a:xfrm>
                <a:off x="324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3" name="Freeform 129"/>
              <p:cNvSpPr/>
              <p:nvPr userDrawn="1"/>
            </p:nvSpPr>
            <p:spPr bwMode="auto">
              <a:xfrm>
                <a:off x="3257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4" name="Freeform 130"/>
              <p:cNvSpPr/>
              <p:nvPr userDrawn="1"/>
            </p:nvSpPr>
            <p:spPr bwMode="auto">
              <a:xfrm>
                <a:off x="3270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5" name="Freeform 131"/>
              <p:cNvSpPr/>
              <p:nvPr userDrawn="1"/>
            </p:nvSpPr>
            <p:spPr bwMode="auto">
              <a:xfrm>
                <a:off x="3283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6" name="Freeform 132"/>
              <p:cNvSpPr/>
              <p:nvPr userDrawn="1"/>
            </p:nvSpPr>
            <p:spPr bwMode="auto">
              <a:xfrm>
                <a:off x="329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7" name="Freeform 133"/>
              <p:cNvSpPr/>
              <p:nvPr userDrawn="1"/>
            </p:nvSpPr>
            <p:spPr bwMode="auto">
              <a:xfrm>
                <a:off x="330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8" name="Freeform 134"/>
              <p:cNvSpPr/>
              <p:nvPr userDrawn="1"/>
            </p:nvSpPr>
            <p:spPr bwMode="auto">
              <a:xfrm>
                <a:off x="332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9" name="Freeform 135"/>
              <p:cNvSpPr/>
              <p:nvPr userDrawn="1"/>
            </p:nvSpPr>
            <p:spPr bwMode="auto">
              <a:xfrm>
                <a:off x="333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0" name="Freeform 136"/>
              <p:cNvSpPr/>
              <p:nvPr userDrawn="1"/>
            </p:nvSpPr>
            <p:spPr bwMode="auto">
              <a:xfrm>
                <a:off x="335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1" name="Freeform 137"/>
              <p:cNvSpPr/>
              <p:nvPr userDrawn="1"/>
            </p:nvSpPr>
            <p:spPr bwMode="auto">
              <a:xfrm>
                <a:off x="3365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2" name="Freeform 138"/>
              <p:cNvSpPr/>
              <p:nvPr userDrawn="1"/>
            </p:nvSpPr>
            <p:spPr bwMode="auto">
              <a:xfrm>
                <a:off x="3378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3" name="Freeform 139"/>
              <p:cNvSpPr/>
              <p:nvPr userDrawn="1"/>
            </p:nvSpPr>
            <p:spPr bwMode="auto">
              <a:xfrm>
                <a:off x="339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4" name="Freeform 140"/>
              <p:cNvSpPr/>
              <p:nvPr userDrawn="1"/>
            </p:nvSpPr>
            <p:spPr bwMode="auto">
              <a:xfrm>
                <a:off x="3405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5" name="Freeform 141"/>
              <p:cNvSpPr/>
              <p:nvPr userDrawn="1"/>
            </p:nvSpPr>
            <p:spPr bwMode="auto">
              <a:xfrm>
                <a:off x="3418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6" name="Freeform 142"/>
              <p:cNvSpPr/>
              <p:nvPr userDrawn="1"/>
            </p:nvSpPr>
            <p:spPr bwMode="auto">
              <a:xfrm>
                <a:off x="3431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7" name="Freeform 143"/>
              <p:cNvSpPr/>
              <p:nvPr userDrawn="1"/>
            </p:nvSpPr>
            <p:spPr bwMode="auto">
              <a:xfrm>
                <a:off x="344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8" name="Freeform 144"/>
              <p:cNvSpPr/>
              <p:nvPr userDrawn="1"/>
            </p:nvSpPr>
            <p:spPr bwMode="auto">
              <a:xfrm>
                <a:off x="3457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9" name="Freeform 145"/>
              <p:cNvSpPr/>
              <p:nvPr userDrawn="1"/>
            </p:nvSpPr>
            <p:spPr bwMode="auto">
              <a:xfrm>
                <a:off x="3470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0" name="Freeform 146"/>
              <p:cNvSpPr/>
              <p:nvPr userDrawn="1"/>
            </p:nvSpPr>
            <p:spPr bwMode="auto">
              <a:xfrm>
                <a:off x="3483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1" name="Freeform 147"/>
              <p:cNvSpPr/>
              <p:nvPr userDrawn="1"/>
            </p:nvSpPr>
            <p:spPr bwMode="auto">
              <a:xfrm>
                <a:off x="349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2" name="Freeform 148"/>
              <p:cNvSpPr/>
              <p:nvPr userDrawn="1"/>
            </p:nvSpPr>
            <p:spPr bwMode="auto">
              <a:xfrm>
                <a:off x="350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3" name="Freeform 149"/>
              <p:cNvSpPr/>
              <p:nvPr userDrawn="1"/>
            </p:nvSpPr>
            <p:spPr bwMode="auto">
              <a:xfrm>
                <a:off x="3527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4" name="Freeform 150"/>
              <p:cNvSpPr/>
              <p:nvPr userDrawn="1"/>
            </p:nvSpPr>
            <p:spPr bwMode="auto">
              <a:xfrm>
                <a:off x="3540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5" name="Freeform 151"/>
              <p:cNvSpPr/>
              <p:nvPr userDrawn="1"/>
            </p:nvSpPr>
            <p:spPr bwMode="auto">
              <a:xfrm>
                <a:off x="3553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6" name="Freeform 152"/>
              <p:cNvSpPr/>
              <p:nvPr userDrawn="1"/>
            </p:nvSpPr>
            <p:spPr bwMode="auto">
              <a:xfrm>
                <a:off x="356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7" name="Freeform 153"/>
              <p:cNvSpPr/>
              <p:nvPr userDrawn="1"/>
            </p:nvSpPr>
            <p:spPr bwMode="auto">
              <a:xfrm>
                <a:off x="357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8" name="Freeform 154"/>
              <p:cNvSpPr/>
              <p:nvPr userDrawn="1"/>
            </p:nvSpPr>
            <p:spPr bwMode="auto">
              <a:xfrm>
                <a:off x="359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9" name="Freeform 155"/>
              <p:cNvSpPr/>
              <p:nvPr userDrawn="1"/>
            </p:nvSpPr>
            <p:spPr bwMode="auto">
              <a:xfrm>
                <a:off x="3605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0" name="Freeform 156"/>
              <p:cNvSpPr/>
              <p:nvPr userDrawn="1"/>
            </p:nvSpPr>
            <p:spPr bwMode="auto">
              <a:xfrm>
                <a:off x="3618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1" name="Freeform 157"/>
              <p:cNvSpPr/>
              <p:nvPr userDrawn="1"/>
            </p:nvSpPr>
            <p:spPr bwMode="auto">
              <a:xfrm>
                <a:off x="3631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2" name="Freeform 158"/>
              <p:cNvSpPr/>
              <p:nvPr userDrawn="1"/>
            </p:nvSpPr>
            <p:spPr bwMode="auto">
              <a:xfrm>
                <a:off x="364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3" name="Freeform 159"/>
              <p:cNvSpPr/>
              <p:nvPr userDrawn="1"/>
            </p:nvSpPr>
            <p:spPr bwMode="auto">
              <a:xfrm>
                <a:off x="3657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4" name="Freeform 160"/>
              <p:cNvSpPr/>
              <p:nvPr userDrawn="1"/>
            </p:nvSpPr>
            <p:spPr bwMode="auto">
              <a:xfrm>
                <a:off x="3670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5" name="Freeform 161"/>
              <p:cNvSpPr/>
              <p:nvPr userDrawn="1"/>
            </p:nvSpPr>
            <p:spPr bwMode="auto">
              <a:xfrm>
                <a:off x="3683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6" name="Freeform 162"/>
              <p:cNvSpPr/>
              <p:nvPr userDrawn="1"/>
            </p:nvSpPr>
            <p:spPr bwMode="auto">
              <a:xfrm>
                <a:off x="369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7" name="Freeform 163"/>
              <p:cNvSpPr/>
              <p:nvPr userDrawn="1"/>
            </p:nvSpPr>
            <p:spPr bwMode="auto">
              <a:xfrm>
                <a:off x="370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8" name="Freeform 164"/>
              <p:cNvSpPr/>
              <p:nvPr userDrawn="1"/>
            </p:nvSpPr>
            <p:spPr bwMode="auto">
              <a:xfrm>
                <a:off x="370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9" name="Freeform 165"/>
              <p:cNvSpPr/>
              <p:nvPr userDrawn="1"/>
            </p:nvSpPr>
            <p:spPr bwMode="auto">
              <a:xfrm>
                <a:off x="3931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0" name="Freeform 166"/>
              <p:cNvSpPr/>
              <p:nvPr userDrawn="1"/>
            </p:nvSpPr>
            <p:spPr bwMode="auto">
              <a:xfrm>
                <a:off x="394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1" name="Freeform 167"/>
              <p:cNvSpPr/>
              <p:nvPr userDrawn="1"/>
            </p:nvSpPr>
            <p:spPr bwMode="auto">
              <a:xfrm>
                <a:off x="396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2" name="Freeform 168"/>
              <p:cNvSpPr/>
              <p:nvPr userDrawn="1"/>
            </p:nvSpPr>
            <p:spPr bwMode="auto">
              <a:xfrm>
                <a:off x="3975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3" name="Freeform 169"/>
              <p:cNvSpPr/>
              <p:nvPr userDrawn="1"/>
            </p:nvSpPr>
            <p:spPr bwMode="auto">
              <a:xfrm>
                <a:off x="3988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4" name="Freeform 170"/>
              <p:cNvSpPr/>
              <p:nvPr userDrawn="1"/>
            </p:nvSpPr>
            <p:spPr bwMode="auto">
              <a:xfrm>
                <a:off x="4001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5" name="Freeform 171"/>
              <p:cNvSpPr/>
              <p:nvPr userDrawn="1"/>
            </p:nvSpPr>
            <p:spPr bwMode="auto">
              <a:xfrm>
                <a:off x="401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6" name="Freeform 172"/>
              <p:cNvSpPr/>
              <p:nvPr userDrawn="1"/>
            </p:nvSpPr>
            <p:spPr bwMode="auto">
              <a:xfrm>
                <a:off x="4027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7" name="Freeform 173"/>
              <p:cNvSpPr/>
              <p:nvPr userDrawn="1"/>
            </p:nvSpPr>
            <p:spPr bwMode="auto">
              <a:xfrm>
                <a:off x="4040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8" name="Freeform 174"/>
              <p:cNvSpPr/>
              <p:nvPr userDrawn="1"/>
            </p:nvSpPr>
            <p:spPr bwMode="auto">
              <a:xfrm>
                <a:off x="4053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9" name="Freeform 175"/>
              <p:cNvSpPr/>
              <p:nvPr userDrawn="1"/>
            </p:nvSpPr>
            <p:spPr bwMode="auto">
              <a:xfrm>
                <a:off x="406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0" name="Freeform 176"/>
              <p:cNvSpPr/>
              <p:nvPr userDrawn="1"/>
            </p:nvSpPr>
            <p:spPr bwMode="auto">
              <a:xfrm>
                <a:off x="407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1" name="Freeform 177"/>
              <p:cNvSpPr/>
              <p:nvPr userDrawn="1"/>
            </p:nvSpPr>
            <p:spPr bwMode="auto">
              <a:xfrm>
                <a:off x="4093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2" name="Freeform 178"/>
              <p:cNvSpPr/>
              <p:nvPr userDrawn="1"/>
            </p:nvSpPr>
            <p:spPr bwMode="auto">
              <a:xfrm>
                <a:off x="410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3" name="Freeform 179"/>
              <p:cNvSpPr/>
              <p:nvPr userDrawn="1"/>
            </p:nvSpPr>
            <p:spPr bwMode="auto">
              <a:xfrm>
                <a:off x="411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4" name="Freeform 180"/>
              <p:cNvSpPr/>
              <p:nvPr userDrawn="1"/>
            </p:nvSpPr>
            <p:spPr bwMode="auto">
              <a:xfrm>
                <a:off x="413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5" name="Freeform 181"/>
              <p:cNvSpPr/>
              <p:nvPr userDrawn="1"/>
            </p:nvSpPr>
            <p:spPr bwMode="auto">
              <a:xfrm>
                <a:off x="414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6" name="Freeform 182"/>
              <p:cNvSpPr/>
              <p:nvPr userDrawn="1"/>
            </p:nvSpPr>
            <p:spPr bwMode="auto">
              <a:xfrm>
                <a:off x="416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7" name="Freeform 183"/>
              <p:cNvSpPr/>
              <p:nvPr userDrawn="1"/>
            </p:nvSpPr>
            <p:spPr bwMode="auto">
              <a:xfrm>
                <a:off x="4175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8" name="Freeform 184"/>
              <p:cNvSpPr/>
              <p:nvPr userDrawn="1"/>
            </p:nvSpPr>
            <p:spPr bwMode="auto">
              <a:xfrm>
                <a:off x="4188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9" name="Freeform 185"/>
              <p:cNvSpPr/>
              <p:nvPr userDrawn="1"/>
            </p:nvSpPr>
            <p:spPr bwMode="auto">
              <a:xfrm>
                <a:off x="4201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0" name="Freeform 186"/>
              <p:cNvSpPr/>
              <p:nvPr userDrawn="1"/>
            </p:nvSpPr>
            <p:spPr bwMode="auto">
              <a:xfrm>
                <a:off x="421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1" name="Freeform 187"/>
              <p:cNvSpPr/>
              <p:nvPr userDrawn="1"/>
            </p:nvSpPr>
            <p:spPr bwMode="auto">
              <a:xfrm>
                <a:off x="4227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2" name="Freeform 188"/>
              <p:cNvSpPr/>
              <p:nvPr userDrawn="1"/>
            </p:nvSpPr>
            <p:spPr bwMode="auto">
              <a:xfrm>
                <a:off x="4241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3" name="Freeform 189"/>
              <p:cNvSpPr/>
              <p:nvPr userDrawn="1"/>
            </p:nvSpPr>
            <p:spPr bwMode="auto">
              <a:xfrm>
                <a:off x="425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4" name="Freeform 190"/>
              <p:cNvSpPr/>
              <p:nvPr userDrawn="1"/>
            </p:nvSpPr>
            <p:spPr bwMode="auto">
              <a:xfrm>
                <a:off x="4267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5" name="Freeform 191"/>
              <p:cNvSpPr/>
              <p:nvPr userDrawn="1"/>
            </p:nvSpPr>
            <p:spPr bwMode="auto">
              <a:xfrm>
                <a:off x="4280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6" name="Freeform 192"/>
              <p:cNvSpPr/>
              <p:nvPr userDrawn="1"/>
            </p:nvSpPr>
            <p:spPr bwMode="auto">
              <a:xfrm>
                <a:off x="4293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7" name="Freeform 193"/>
              <p:cNvSpPr/>
              <p:nvPr userDrawn="1"/>
            </p:nvSpPr>
            <p:spPr bwMode="auto">
              <a:xfrm>
                <a:off x="430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8" name="Freeform 194"/>
              <p:cNvSpPr/>
              <p:nvPr userDrawn="1"/>
            </p:nvSpPr>
            <p:spPr bwMode="auto">
              <a:xfrm>
                <a:off x="431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9" name="Freeform 195"/>
              <p:cNvSpPr/>
              <p:nvPr userDrawn="1"/>
            </p:nvSpPr>
            <p:spPr bwMode="auto">
              <a:xfrm>
                <a:off x="433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20" name="Freeform 196"/>
              <p:cNvSpPr/>
              <p:nvPr userDrawn="1"/>
            </p:nvSpPr>
            <p:spPr bwMode="auto">
              <a:xfrm>
                <a:off x="434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21" name="Freeform 197"/>
              <p:cNvSpPr/>
              <p:nvPr userDrawn="1"/>
            </p:nvSpPr>
            <p:spPr bwMode="auto">
              <a:xfrm>
                <a:off x="436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22" name="Freeform 198"/>
              <p:cNvSpPr/>
              <p:nvPr userDrawn="1"/>
            </p:nvSpPr>
            <p:spPr bwMode="auto">
              <a:xfrm>
                <a:off x="437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23" name="Freeform 199"/>
              <p:cNvSpPr/>
              <p:nvPr userDrawn="1"/>
            </p:nvSpPr>
            <p:spPr bwMode="auto">
              <a:xfrm>
                <a:off x="438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24" name="Freeform 200"/>
              <p:cNvSpPr/>
              <p:nvPr userDrawn="1"/>
            </p:nvSpPr>
            <p:spPr bwMode="auto">
              <a:xfrm>
                <a:off x="440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25" name="Freeform 201"/>
              <p:cNvSpPr/>
              <p:nvPr userDrawn="1"/>
            </p:nvSpPr>
            <p:spPr bwMode="auto">
              <a:xfrm>
                <a:off x="4415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26" name="Freeform 202"/>
              <p:cNvSpPr/>
              <p:nvPr userDrawn="1"/>
            </p:nvSpPr>
            <p:spPr bwMode="auto">
              <a:xfrm>
                <a:off x="4428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27" name="Freeform 203"/>
              <p:cNvSpPr/>
              <p:nvPr userDrawn="1"/>
            </p:nvSpPr>
            <p:spPr bwMode="auto">
              <a:xfrm>
                <a:off x="4441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28" name="Freeform 204"/>
              <p:cNvSpPr/>
              <p:nvPr userDrawn="1"/>
            </p:nvSpPr>
            <p:spPr bwMode="auto">
              <a:xfrm>
                <a:off x="445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29" name="Freeform 206"/>
            <p:cNvSpPr/>
            <p:nvPr userDrawn="1"/>
          </p:nvSpPr>
          <p:spPr bwMode="auto">
            <a:xfrm>
              <a:off x="7091363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Freeform 207"/>
            <p:cNvSpPr/>
            <p:nvPr userDrawn="1"/>
          </p:nvSpPr>
          <p:spPr bwMode="auto">
            <a:xfrm>
              <a:off x="7112000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" name="Freeform 208"/>
            <p:cNvSpPr/>
            <p:nvPr userDrawn="1"/>
          </p:nvSpPr>
          <p:spPr bwMode="auto">
            <a:xfrm>
              <a:off x="7132638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" name="Freeform 209"/>
            <p:cNvSpPr/>
            <p:nvPr userDrawn="1"/>
          </p:nvSpPr>
          <p:spPr bwMode="auto">
            <a:xfrm>
              <a:off x="7153275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" name="Freeform 210"/>
            <p:cNvSpPr/>
            <p:nvPr userDrawn="1"/>
          </p:nvSpPr>
          <p:spPr bwMode="auto">
            <a:xfrm>
              <a:off x="7173913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" name="Freeform 211"/>
            <p:cNvSpPr/>
            <p:nvPr userDrawn="1"/>
          </p:nvSpPr>
          <p:spPr bwMode="auto">
            <a:xfrm>
              <a:off x="7194550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" name="Freeform 212"/>
            <p:cNvSpPr/>
            <p:nvPr userDrawn="1"/>
          </p:nvSpPr>
          <p:spPr bwMode="auto">
            <a:xfrm>
              <a:off x="7223125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" name="Freeform 213"/>
            <p:cNvSpPr/>
            <p:nvPr userDrawn="1"/>
          </p:nvSpPr>
          <p:spPr bwMode="auto">
            <a:xfrm>
              <a:off x="7243763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Freeform 214"/>
            <p:cNvSpPr/>
            <p:nvPr userDrawn="1"/>
          </p:nvSpPr>
          <p:spPr bwMode="auto">
            <a:xfrm>
              <a:off x="7264400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" name="Freeform 215"/>
            <p:cNvSpPr/>
            <p:nvPr userDrawn="1"/>
          </p:nvSpPr>
          <p:spPr bwMode="auto">
            <a:xfrm>
              <a:off x="7285038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" name="Freeform 216"/>
            <p:cNvSpPr/>
            <p:nvPr userDrawn="1"/>
          </p:nvSpPr>
          <p:spPr bwMode="auto">
            <a:xfrm>
              <a:off x="7305675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" name="Freeform 217"/>
            <p:cNvSpPr/>
            <p:nvPr userDrawn="1"/>
          </p:nvSpPr>
          <p:spPr bwMode="auto">
            <a:xfrm>
              <a:off x="7326313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" name="Freeform 218"/>
            <p:cNvSpPr/>
            <p:nvPr userDrawn="1"/>
          </p:nvSpPr>
          <p:spPr bwMode="auto">
            <a:xfrm>
              <a:off x="7326313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Freeform 219"/>
            <p:cNvSpPr>
              <a:spLocks noEditPoints="1"/>
            </p:cNvSpPr>
            <p:nvPr userDrawn="1"/>
          </p:nvSpPr>
          <p:spPr bwMode="auto">
            <a:xfrm>
              <a:off x="10160000" y="4513263"/>
              <a:ext cx="636588" cy="342900"/>
            </a:xfrm>
            <a:custGeom>
              <a:avLst/>
              <a:gdLst>
                <a:gd name="T0" fmla="*/ 344 w 401"/>
                <a:gd name="T1" fmla="*/ 57 h 216"/>
                <a:gd name="T2" fmla="*/ 318 w 401"/>
                <a:gd name="T3" fmla="*/ 0 h 216"/>
                <a:gd name="T4" fmla="*/ 287 w 401"/>
                <a:gd name="T5" fmla="*/ 57 h 216"/>
                <a:gd name="T6" fmla="*/ 287 w 401"/>
                <a:gd name="T7" fmla="*/ 79 h 216"/>
                <a:gd name="T8" fmla="*/ 235 w 401"/>
                <a:gd name="T9" fmla="*/ 79 h 216"/>
                <a:gd name="T10" fmla="*/ 235 w 401"/>
                <a:gd name="T11" fmla="*/ 57 h 216"/>
                <a:gd name="T12" fmla="*/ 205 w 401"/>
                <a:gd name="T13" fmla="*/ 0 h 216"/>
                <a:gd name="T14" fmla="*/ 174 w 401"/>
                <a:gd name="T15" fmla="*/ 57 h 216"/>
                <a:gd name="T16" fmla="*/ 174 w 401"/>
                <a:gd name="T17" fmla="*/ 79 h 216"/>
                <a:gd name="T18" fmla="*/ 118 w 401"/>
                <a:gd name="T19" fmla="*/ 79 h 216"/>
                <a:gd name="T20" fmla="*/ 118 w 401"/>
                <a:gd name="T21" fmla="*/ 57 h 216"/>
                <a:gd name="T22" fmla="*/ 87 w 401"/>
                <a:gd name="T23" fmla="*/ 0 h 216"/>
                <a:gd name="T24" fmla="*/ 57 w 401"/>
                <a:gd name="T25" fmla="*/ 57 h 216"/>
                <a:gd name="T26" fmla="*/ 57 w 401"/>
                <a:gd name="T27" fmla="*/ 79 h 216"/>
                <a:gd name="T28" fmla="*/ 74 w 401"/>
                <a:gd name="T29" fmla="*/ 136 h 216"/>
                <a:gd name="T30" fmla="*/ 104 w 401"/>
                <a:gd name="T31" fmla="*/ 216 h 216"/>
                <a:gd name="T32" fmla="*/ 118 w 401"/>
                <a:gd name="T33" fmla="*/ 136 h 216"/>
                <a:gd name="T34" fmla="*/ 192 w 401"/>
                <a:gd name="T35" fmla="*/ 136 h 216"/>
                <a:gd name="T36" fmla="*/ 218 w 401"/>
                <a:gd name="T37" fmla="*/ 216 h 216"/>
                <a:gd name="T38" fmla="*/ 226 w 401"/>
                <a:gd name="T39" fmla="*/ 136 h 216"/>
                <a:gd name="T40" fmla="*/ 300 w 401"/>
                <a:gd name="T41" fmla="*/ 136 h 216"/>
                <a:gd name="T42" fmla="*/ 331 w 401"/>
                <a:gd name="T43" fmla="*/ 216 h 216"/>
                <a:gd name="T44" fmla="*/ 401 w 401"/>
                <a:gd name="T45" fmla="*/ 136 h 216"/>
                <a:gd name="T46" fmla="*/ 370 w 401"/>
                <a:gd name="T47" fmla="*/ 79 h 216"/>
                <a:gd name="T48" fmla="*/ 96 w 401"/>
                <a:gd name="T49" fmla="*/ 207 h 216"/>
                <a:gd name="T50" fmla="*/ 83 w 401"/>
                <a:gd name="T51" fmla="*/ 132 h 216"/>
                <a:gd name="T52" fmla="*/ 78 w 401"/>
                <a:gd name="T53" fmla="*/ 70 h 216"/>
                <a:gd name="T54" fmla="*/ 78 w 401"/>
                <a:gd name="T55" fmla="*/ 48 h 216"/>
                <a:gd name="T56" fmla="*/ 87 w 401"/>
                <a:gd name="T57" fmla="*/ 13 h 216"/>
                <a:gd name="T58" fmla="*/ 100 w 401"/>
                <a:gd name="T59" fmla="*/ 48 h 216"/>
                <a:gd name="T60" fmla="*/ 100 w 401"/>
                <a:gd name="T61" fmla="*/ 70 h 216"/>
                <a:gd name="T62" fmla="*/ 126 w 401"/>
                <a:gd name="T63" fmla="*/ 132 h 216"/>
                <a:gd name="T64" fmla="*/ 135 w 401"/>
                <a:gd name="T65" fmla="*/ 132 h 216"/>
                <a:gd name="T66" fmla="*/ 157 w 401"/>
                <a:gd name="T67" fmla="*/ 132 h 216"/>
                <a:gd name="T68" fmla="*/ 213 w 401"/>
                <a:gd name="T69" fmla="*/ 132 h 216"/>
                <a:gd name="T70" fmla="*/ 196 w 401"/>
                <a:gd name="T71" fmla="*/ 207 h 216"/>
                <a:gd name="T72" fmla="*/ 165 w 401"/>
                <a:gd name="T73" fmla="*/ 132 h 216"/>
                <a:gd name="T74" fmla="*/ 196 w 401"/>
                <a:gd name="T75" fmla="*/ 70 h 216"/>
                <a:gd name="T76" fmla="*/ 192 w 401"/>
                <a:gd name="T77" fmla="*/ 48 h 216"/>
                <a:gd name="T78" fmla="*/ 205 w 401"/>
                <a:gd name="T79" fmla="*/ 13 h 216"/>
                <a:gd name="T80" fmla="*/ 218 w 401"/>
                <a:gd name="T81" fmla="*/ 48 h 216"/>
                <a:gd name="T82" fmla="*/ 218 w 401"/>
                <a:gd name="T83" fmla="*/ 70 h 216"/>
                <a:gd name="T84" fmla="*/ 235 w 401"/>
                <a:gd name="T85" fmla="*/ 132 h 216"/>
                <a:gd name="T86" fmla="*/ 248 w 401"/>
                <a:gd name="T87" fmla="*/ 132 h 216"/>
                <a:gd name="T88" fmla="*/ 274 w 401"/>
                <a:gd name="T89" fmla="*/ 132 h 216"/>
                <a:gd name="T90" fmla="*/ 383 w 401"/>
                <a:gd name="T91" fmla="*/ 132 h 216"/>
                <a:gd name="T92" fmla="*/ 322 w 401"/>
                <a:gd name="T93" fmla="*/ 207 h 216"/>
                <a:gd name="T94" fmla="*/ 309 w 401"/>
                <a:gd name="T95" fmla="*/ 132 h 216"/>
                <a:gd name="T96" fmla="*/ 266 w 401"/>
                <a:gd name="T97" fmla="*/ 110 h 216"/>
                <a:gd name="T98" fmla="*/ 283 w 401"/>
                <a:gd name="T99" fmla="*/ 70 h 216"/>
                <a:gd name="T100" fmla="*/ 283 w 401"/>
                <a:gd name="T101" fmla="*/ 48 h 216"/>
                <a:gd name="T102" fmla="*/ 348 w 401"/>
                <a:gd name="T103" fmla="*/ 48 h 216"/>
                <a:gd name="T104" fmla="*/ 348 w 401"/>
                <a:gd name="T105" fmla="*/ 70 h 216"/>
                <a:gd name="T106" fmla="*/ 383 w 401"/>
                <a:gd name="T107" fmla="*/ 132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01" h="216">
                  <a:moveTo>
                    <a:pt x="370" y="79"/>
                  </a:moveTo>
                  <a:lnTo>
                    <a:pt x="344" y="57"/>
                  </a:lnTo>
                  <a:lnTo>
                    <a:pt x="370" y="57"/>
                  </a:lnTo>
                  <a:lnTo>
                    <a:pt x="318" y="0"/>
                  </a:lnTo>
                  <a:lnTo>
                    <a:pt x="261" y="57"/>
                  </a:lnTo>
                  <a:lnTo>
                    <a:pt x="287" y="57"/>
                  </a:lnTo>
                  <a:lnTo>
                    <a:pt x="261" y="79"/>
                  </a:lnTo>
                  <a:lnTo>
                    <a:pt x="287" y="79"/>
                  </a:lnTo>
                  <a:lnTo>
                    <a:pt x="261" y="105"/>
                  </a:lnTo>
                  <a:lnTo>
                    <a:pt x="235" y="79"/>
                  </a:lnTo>
                  <a:lnTo>
                    <a:pt x="257" y="79"/>
                  </a:lnTo>
                  <a:lnTo>
                    <a:pt x="235" y="57"/>
                  </a:lnTo>
                  <a:lnTo>
                    <a:pt x="257" y="57"/>
                  </a:lnTo>
                  <a:lnTo>
                    <a:pt x="205" y="0"/>
                  </a:lnTo>
                  <a:lnTo>
                    <a:pt x="152" y="57"/>
                  </a:lnTo>
                  <a:lnTo>
                    <a:pt x="174" y="57"/>
                  </a:lnTo>
                  <a:lnTo>
                    <a:pt x="152" y="79"/>
                  </a:lnTo>
                  <a:lnTo>
                    <a:pt x="174" y="79"/>
                  </a:lnTo>
                  <a:lnTo>
                    <a:pt x="148" y="110"/>
                  </a:lnTo>
                  <a:lnTo>
                    <a:pt x="118" y="79"/>
                  </a:lnTo>
                  <a:lnTo>
                    <a:pt x="139" y="79"/>
                  </a:lnTo>
                  <a:lnTo>
                    <a:pt x="118" y="57"/>
                  </a:lnTo>
                  <a:lnTo>
                    <a:pt x="139" y="57"/>
                  </a:lnTo>
                  <a:lnTo>
                    <a:pt x="87" y="0"/>
                  </a:lnTo>
                  <a:lnTo>
                    <a:pt x="35" y="57"/>
                  </a:lnTo>
                  <a:lnTo>
                    <a:pt x="57" y="57"/>
                  </a:lnTo>
                  <a:lnTo>
                    <a:pt x="35" y="79"/>
                  </a:lnTo>
                  <a:lnTo>
                    <a:pt x="57" y="79"/>
                  </a:lnTo>
                  <a:lnTo>
                    <a:pt x="0" y="136"/>
                  </a:lnTo>
                  <a:lnTo>
                    <a:pt x="74" y="136"/>
                  </a:lnTo>
                  <a:lnTo>
                    <a:pt x="74" y="216"/>
                  </a:lnTo>
                  <a:lnTo>
                    <a:pt x="104" y="216"/>
                  </a:lnTo>
                  <a:lnTo>
                    <a:pt x="104" y="136"/>
                  </a:lnTo>
                  <a:lnTo>
                    <a:pt x="118" y="136"/>
                  </a:lnTo>
                  <a:lnTo>
                    <a:pt x="174" y="136"/>
                  </a:lnTo>
                  <a:lnTo>
                    <a:pt x="192" y="136"/>
                  </a:lnTo>
                  <a:lnTo>
                    <a:pt x="192" y="216"/>
                  </a:lnTo>
                  <a:lnTo>
                    <a:pt x="218" y="216"/>
                  </a:lnTo>
                  <a:lnTo>
                    <a:pt x="218" y="136"/>
                  </a:lnTo>
                  <a:lnTo>
                    <a:pt x="226" y="136"/>
                  </a:lnTo>
                  <a:lnTo>
                    <a:pt x="292" y="136"/>
                  </a:lnTo>
                  <a:lnTo>
                    <a:pt x="300" y="136"/>
                  </a:lnTo>
                  <a:lnTo>
                    <a:pt x="300" y="216"/>
                  </a:lnTo>
                  <a:lnTo>
                    <a:pt x="331" y="216"/>
                  </a:lnTo>
                  <a:lnTo>
                    <a:pt x="331" y="136"/>
                  </a:lnTo>
                  <a:lnTo>
                    <a:pt x="401" y="136"/>
                  </a:lnTo>
                  <a:lnTo>
                    <a:pt x="344" y="79"/>
                  </a:lnTo>
                  <a:lnTo>
                    <a:pt x="370" y="79"/>
                  </a:lnTo>
                  <a:close/>
                  <a:moveTo>
                    <a:pt x="96" y="132"/>
                  </a:moveTo>
                  <a:lnTo>
                    <a:pt x="96" y="207"/>
                  </a:lnTo>
                  <a:lnTo>
                    <a:pt x="83" y="207"/>
                  </a:lnTo>
                  <a:lnTo>
                    <a:pt x="83" y="132"/>
                  </a:lnTo>
                  <a:lnTo>
                    <a:pt x="17" y="132"/>
                  </a:lnTo>
                  <a:lnTo>
                    <a:pt x="78" y="70"/>
                  </a:lnTo>
                  <a:lnTo>
                    <a:pt x="52" y="70"/>
                  </a:lnTo>
                  <a:lnTo>
                    <a:pt x="78" y="48"/>
                  </a:lnTo>
                  <a:lnTo>
                    <a:pt x="52" y="48"/>
                  </a:lnTo>
                  <a:lnTo>
                    <a:pt x="87" y="13"/>
                  </a:lnTo>
                  <a:lnTo>
                    <a:pt x="122" y="48"/>
                  </a:lnTo>
                  <a:lnTo>
                    <a:pt x="100" y="48"/>
                  </a:lnTo>
                  <a:lnTo>
                    <a:pt x="122" y="70"/>
                  </a:lnTo>
                  <a:lnTo>
                    <a:pt x="100" y="70"/>
                  </a:lnTo>
                  <a:lnTo>
                    <a:pt x="139" y="114"/>
                  </a:lnTo>
                  <a:lnTo>
                    <a:pt x="126" y="132"/>
                  </a:lnTo>
                  <a:lnTo>
                    <a:pt x="96" y="132"/>
                  </a:lnTo>
                  <a:close/>
                  <a:moveTo>
                    <a:pt x="135" y="132"/>
                  </a:moveTo>
                  <a:lnTo>
                    <a:pt x="148" y="119"/>
                  </a:lnTo>
                  <a:lnTo>
                    <a:pt x="157" y="132"/>
                  </a:lnTo>
                  <a:lnTo>
                    <a:pt x="135" y="132"/>
                  </a:lnTo>
                  <a:close/>
                  <a:moveTo>
                    <a:pt x="213" y="132"/>
                  </a:moveTo>
                  <a:lnTo>
                    <a:pt x="213" y="207"/>
                  </a:lnTo>
                  <a:lnTo>
                    <a:pt x="196" y="207"/>
                  </a:lnTo>
                  <a:lnTo>
                    <a:pt x="196" y="132"/>
                  </a:lnTo>
                  <a:lnTo>
                    <a:pt x="165" y="132"/>
                  </a:lnTo>
                  <a:lnTo>
                    <a:pt x="152" y="114"/>
                  </a:lnTo>
                  <a:lnTo>
                    <a:pt x="196" y="70"/>
                  </a:lnTo>
                  <a:lnTo>
                    <a:pt x="170" y="70"/>
                  </a:lnTo>
                  <a:lnTo>
                    <a:pt x="192" y="48"/>
                  </a:lnTo>
                  <a:lnTo>
                    <a:pt x="170" y="48"/>
                  </a:lnTo>
                  <a:lnTo>
                    <a:pt x="205" y="13"/>
                  </a:lnTo>
                  <a:lnTo>
                    <a:pt x="239" y="48"/>
                  </a:lnTo>
                  <a:lnTo>
                    <a:pt x="218" y="48"/>
                  </a:lnTo>
                  <a:lnTo>
                    <a:pt x="239" y="70"/>
                  </a:lnTo>
                  <a:lnTo>
                    <a:pt x="218" y="70"/>
                  </a:lnTo>
                  <a:lnTo>
                    <a:pt x="253" y="110"/>
                  </a:lnTo>
                  <a:lnTo>
                    <a:pt x="235" y="132"/>
                  </a:lnTo>
                  <a:lnTo>
                    <a:pt x="213" y="132"/>
                  </a:lnTo>
                  <a:close/>
                  <a:moveTo>
                    <a:pt x="248" y="132"/>
                  </a:moveTo>
                  <a:lnTo>
                    <a:pt x="261" y="119"/>
                  </a:lnTo>
                  <a:lnTo>
                    <a:pt x="274" y="132"/>
                  </a:lnTo>
                  <a:lnTo>
                    <a:pt x="248" y="132"/>
                  </a:lnTo>
                  <a:close/>
                  <a:moveTo>
                    <a:pt x="383" y="132"/>
                  </a:moveTo>
                  <a:lnTo>
                    <a:pt x="322" y="132"/>
                  </a:lnTo>
                  <a:lnTo>
                    <a:pt x="322" y="207"/>
                  </a:lnTo>
                  <a:lnTo>
                    <a:pt x="309" y="207"/>
                  </a:lnTo>
                  <a:lnTo>
                    <a:pt x="309" y="132"/>
                  </a:lnTo>
                  <a:lnTo>
                    <a:pt x="283" y="132"/>
                  </a:lnTo>
                  <a:lnTo>
                    <a:pt x="266" y="110"/>
                  </a:lnTo>
                  <a:lnTo>
                    <a:pt x="305" y="70"/>
                  </a:lnTo>
                  <a:lnTo>
                    <a:pt x="283" y="70"/>
                  </a:lnTo>
                  <a:lnTo>
                    <a:pt x="305" y="48"/>
                  </a:lnTo>
                  <a:lnTo>
                    <a:pt x="283" y="48"/>
                  </a:lnTo>
                  <a:lnTo>
                    <a:pt x="318" y="13"/>
                  </a:lnTo>
                  <a:lnTo>
                    <a:pt x="348" y="48"/>
                  </a:lnTo>
                  <a:lnTo>
                    <a:pt x="327" y="48"/>
                  </a:lnTo>
                  <a:lnTo>
                    <a:pt x="348" y="70"/>
                  </a:lnTo>
                  <a:lnTo>
                    <a:pt x="327" y="70"/>
                  </a:lnTo>
                  <a:lnTo>
                    <a:pt x="383" y="1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Freeform 220"/>
            <p:cNvSpPr>
              <a:spLocks noEditPoints="1"/>
            </p:cNvSpPr>
            <p:nvPr userDrawn="1"/>
          </p:nvSpPr>
          <p:spPr bwMode="auto">
            <a:xfrm>
              <a:off x="7843838" y="4400550"/>
              <a:ext cx="2268538" cy="447675"/>
            </a:xfrm>
            <a:custGeom>
              <a:avLst/>
              <a:gdLst>
                <a:gd name="T0" fmla="*/ 91 w 328"/>
                <a:gd name="T1" fmla="*/ 0 h 64"/>
                <a:gd name="T2" fmla="*/ 124 w 328"/>
                <a:gd name="T3" fmla="*/ 59 h 64"/>
                <a:gd name="T4" fmla="*/ 328 w 328"/>
                <a:gd name="T5" fmla="*/ 63 h 64"/>
                <a:gd name="T6" fmla="*/ 327 w 328"/>
                <a:gd name="T7" fmla="*/ 2 h 64"/>
                <a:gd name="T8" fmla="*/ 193 w 328"/>
                <a:gd name="T9" fmla="*/ 21 h 64"/>
                <a:gd name="T10" fmla="*/ 123 w 328"/>
                <a:gd name="T11" fmla="*/ 57 h 64"/>
                <a:gd name="T12" fmla="*/ 113 w 328"/>
                <a:gd name="T13" fmla="*/ 5 h 64"/>
                <a:gd name="T14" fmla="*/ 150 w 328"/>
                <a:gd name="T15" fmla="*/ 19 h 64"/>
                <a:gd name="T16" fmla="*/ 140 w 328"/>
                <a:gd name="T17" fmla="*/ 20 h 64"/>
                <a:gd name="T18" fmla="*/ 132 w 328"/>
                <a:gd name="T19" fmla="*/ 10 h 64"/>
                <a:gd name="T20" fmla="*/ 188 w 328"/>
                <a:gd name="T21" fmla="*/ 15 h 64"/>
                <a:gd name="T22" fmla="*/ 191 w 328"/>
                <a:gd name="T23" fmla="*/ 49 h 64"/>
                <a:gd name="T24" fmla="*/ 134 w 328"/>
                <a:gd name="T25" fmla="*/ 38 h 64"/>
                <a:gd name="T26" fmla="*/ 139 w 328"/>
                <a:gd name="T27" fmla="*/ 40 h 64"/>
                <a:gd name="T28" fmla="*/ 155 w 328"/>
                <a:gd name="T29" fmla="*/ 38 h 64"/>
                <a:gd name="T30" fmla="*/ 156 w 328"/>
                <a:gd name="T31" fmla="*/ 38 h 64"/>
                <a:gd name="T32" fmla="*/ 172 w 328"/>
                <a:gd name="T33" fmla="*/ 40 h 64"/>
                <a:gd name="T34" fmla="*/ 179 w 328"/>
                <a:gd name="T35" fmla="*/ 38 h 64"/>
                <a:gd name="T36" fmla="*/ 185 w 328"/>
                <a:gd name="T37" fmla="*/ 40 h 64"/>
                <a:gd name="T38" fmla="*/ 180 w 328"/>
                <a:gd name="T39" fmla="*/ 36 h 64"/>
                <a:gd name="T40" fmla="*/ 178 w 328"/>
                <a:gd name="T41" fmla="*/ 36 h 64"/>
                <a:gd name="T42" fmla="*/ 162 w 328"/>
                <a:gd name="T43" fmla="*/ 33 h 64"/>
                <a:gd name="T44" fmla="*/ 155 w 328"/>
                <a:gd name="T45" fmla="*/ 36 h 64"/>
                <a:gd name="T46" fmla="*/ 149 w 328"/>
                <a:gd name="T47" fmla="*/ 33 h 64"/>
                <a:gd name="T48" fmla="*/ 134 w 328"/>
                <a:gd name="T49" fmla="*/ 36 h 64"/>
                <a:gd name="T50" fmla="*/ 138 w 328"/>
                <a:gd name="T51" fmla="*/ 42 h 64"/>
                <a:gd name="T52" fmla="*/ 149 w 328"/>
                <a:gd name="T53" fmla="*/ 42 h 64"/>
                <a:gd name="T54" fmla="*/ 157 w 328"/>
                <a:gd name="T55" fmla="*/ 45 h 64"/>
                <a:gd name="T56" fmla="*/ 162 w 328"/>
                <a:gd name="T57" fmla="*/ 45 h 64"/>
                <a:gd name="T58" fmla="*/ 177 w 328"/>
                <a:gd name="T59" fmla="*/ 42 h 64"/>
                <a:gd name="T60" fmla="*/ 179 w 328"/>
                <a:gd name="T61" fmla="*/ 42 h 64"/>
                <a:gd name="T62" fmla="*/ 180 w 328"/>
                <a:gd name="T63" fmla="*/ 29 h 64"/>
                <a:gd name="T64" fmla="*/ 172 w 328"/>
                <a:gd name="T65" fmla="*/ 31 h 64"/>
                <a:gd name="T66" fmla="*/ 166 w 328"/>
                <a:gd name="T67" fmla="*/ 29 h 64"/>
                <a:gd name="T68" fmla="*/ 154 w 328"/>
                <a:gd name="T69" fmla="*/ 31 h 64"/>
                <a:gd name="T70" fmla="*/ 148 w 328"/>
                <a:gd name="T71" fmla="*/ 29 h 64"/>
                <a:gd name="T72" fmla="*/ 133 w 328"/>
                <a:gd name="T73" fmla="*/ 31 h 64"/>
                <a:gd name="T74" fmla="*/ 123 w 328"/>
                <a:gd name="T75" fmla="*/ 7 h 64"/>
                <a:gd name="T76" fmla="*/ 135 w 328"/>
                <a:gd name="T77" fmla="*/ 50 h 64"/>
                <a:gd name="T78" fmla="*/ 198 w 328"/>
                <a:gd name="T79" fmla="*/ 56 h 64"/>
                <a:gd name="T80" fmla="*/ 203 w 328"/>
                <a:gd name="T81" fmla="*/ 62 h 64"/>
                <a:gd name="T82" fmla="*/ 215 w 328"/>
                <a:gd name="T83" fmla="*/ 6 h 64"/>
                <a:gd name="T84" fmla="*/ 217 w 328"/>
                <a:gd name="T85" fmla="*/ 5 h 64"/>
                <a:gd name="T86" fmla="*/ 230 w 328"/>
                <a:gd name="T87" fmla="*/ 62 h 64"/>
                <a:gd name="T88" fmla="*/ 236 w 328"/>
                <a:gd name="T89" fmla="*/ 2 h 64"/>
                <a:gd name="T90" fmla="*/ 241 w 328"/>
                <a:gd name="T91" fmla="*/ 62 h 64"/>
                <a:gd name="T92" fmla="*/ 254 w 328"/>
                <a:gd name="T93" fmla="*/ 2 h 64"/>
                <a:gd name="T94" fmla="*/ 256 w 328"/>
                <a:gd name="T95" fmla="*/ 2 h 64"/>
                <a:gd name="T96" fmla="*/ 268 w 328"/>
                <a:gd name="T97" fmla="*/ 62 h 64"/>
                <a:gd name="T98" fmla="*/ 275 w 328"/>
                <a:gd name="T99" fmla="*/ 2 h 64"/>
                <a:gd name="T100" fmla="*/ 280 w 328"/>
                <a:gd name="T101" fmla="*/ 62 h 64"/>
                <a:gd name="T102" fmla="*/ 292 w 328"/>
                <a:gd name="T103" fmla="*/ 2 h 64"/>
                <a:gd name="T104" fmla="*/ 294 w 328"/>
                <a:gd name="T105" fmla="*/ 2 h 64"/>
                <a:gd name="T106" fmla="*/ 307 w 328"/>
                <a:gd name="T107" fmla="*/ 62 h 64"/>
                <a:gd name="T108" fmla="*/ 313 w 328"/>
                <a:gd name="T109" fmla="*/ 2 h 64"/>
                <a:gd name="T110" fmla="*/ 318 w 328"/>
                <a:gd name="T111" fmla="*/ 62 h 64"/>
                <a:gd name="T112" fmla="*/ 132 w 328"/>
                <a:gd name="T113" fmla="*/ 27 h 64"/>
                <a:gd name="T114" fmla="*/ 113 w 328"/>
                <a:gd name="T115" fmla="*/ 62 h 64"/>
                <a:gd name="T116" fmla="*/ 2 w 328"/>
                <a:gd name="T117" fmla="*/ 2 h 64"/>
                <a:gd name="T118" fmla="*/ 129 w 328"/>
                <a:gd name="T119" fmla="*/ 55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28" h="64">
                  <a:moveTo>
                    <a:pt x="328" y="0"/>
                  </a:moveTo>
                  <a:cubicBezTo>
                    <a:pt x="240" y="0"/>
                    <a:pt x="240" y="0"/>
                    <a:pt x="240" y="0"/>
                  </a:cubicBezTo>
                  <a:cubicBezTo>
                    <a:pt x="239" y="0"/>
                    <a:pt x="201" y="3"/>
                    <a:pt x="177" y="19"/>
                  </a:cubicBezTo>
                  <a:cubicBezTo>
                    <a:pt x="177" y="19"/>
                    <a:pt x="177" y="19"/>
                    <a:pt x="177" y="19"/>
                  </a:cubicBezTo>
                  <a:cubicBezTo>
                    <a:pt x="169" y="19"/>
                    <a:pt x="162" y="19"/>
                    <a:pt x="155" y="19"/>
                  </a:cubicBezTo>
                  <a:cubicBezTo>
                    <a:pt x="150" y="15"/>
                    <a:pt x="145" y="13"/>
                    <a:pt x="139" y="10"/>
                  </a:cubicBezTo>
                  <a:cubicBezTo>
                    <a:pt x="139" y="10"/>
                    <a:pt x="139" y="10"/>
                    <a:pt x="139" y="10"/>
                  </a:cubicBezTo>
                  <a:cubicBezTo>
                    <a:pt x="116" y="2"/>
                    <a:pt x="91" y="0"/>
                    <a:pt x="9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0" y="63"/>
                    <a:pt x="0" y="64"/>
                    <a:pt x="1" y="64"/>
                  </a:cubicBezTo>
                  <a:cubicBezTo>
                    <a:pt x="118" y="64"/>
                    <a:pt x="118" y="64"/>
                    <a:pt x="118" y="64"/>
                  </a:cubicBezTo>
                  <a:cubicBezTo>
                    <a:pt x="118" y="64"/>
                    <a:pt x="118" y="64"/>
                    <a:pt x="119" y="64"/>
                  </a:cubicBezTo>
                  <a:cubicBezTo>
                    <a:pt x="124" y="59"/>
                    <a:pt x="124" y="59"/>
                    <a:pt x="124" y="59"/>
                  </a:cubicBezTo>
                  <a:cubicBezTo>
                    <a:pt x="124" y="59"/>
                    <a:pt x="124" y="59"/>
                    <a:pt x="124" y="59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8" y="59"/>
                    <a:pt x="198" y="59"/>
                    <a:pt x="198" y="59"/>
                  </a:cubicBezTo>
                  <a:cubicBezTo>
                    <a:pt x="201" y="63"/>
                    <a:pt x="201" y="63"/>
                    <a:pt x="201" y="63"/>
                  </a:cubicBezTo>
                  <a:cubicBezTo>
                    <a:pt x="202" y="63"/>
                    <a:pt x="202" y="64"/>
                    <a:pt x="202" y="64"/>
                  </a:cubicBezTo>
                  <a:cubicBezTo>
                    <a:pt x="328" y="64"/>
                    <a:pt x="328" y="64"/>
                    <a:pt x="328" y="64"/>
                  </a:cubicBezTo>
                  <a:cubicBezTo>
                    <a:pt x="328" y="64"/>
                    <a:pt x="328" y="64"/>
                    <a:pt x="328" y="64"/>
                  </a:cubicBezTo>
                  <a:cubicBezTo>
                    <a:pt x="328" y="64"/>
                    <a:pt x="328" y="64"/>
                    <a:pt x="328" y="63"/>
                  </a:cubicBezTo>
                  <a:cubicBezTo>
                    <a:pt x="328" y="63"/>
                    <a:pt x="328" y="63"/>
                    <a:pt x="328" y="63"/>
                  </a:cubicBezTo>
                  <a:cubicBezTo>
                    <a:pt x="328" y="63"/>
                    <a:pt x="328" y="63"/>
                    <a:pt x="328" y="63"/>
                  </a:cubicBezTo>
                  <a:cubicBezTo>
                    <a:pt x="328" y="63"/>
                    <a:pt x="328" y="63"/>
                    <a:pt x="328" y="63"/>
                  </a:cubicBezTo>
                  <a:cubicBezTo>
                    <a:pt x="328" y="1"/>
                    <a:pt x="328" y="1"/>
                    <a:pt x="328" y="1"/>
                  </a:cubicBezTo>
                  <a:cubicBezTo>
                    <a:pt x="328" y="0"/>
                    <a:pt x="328" y="0"/>
                    <a:pt x="328" y="0"/>
                  </a:cubicBezTo>
                  <a:close/>
                  <a:moveTo>
                    <a:pt x="327" y="62"/>
                  </a:moveTo>
                  <a:cubicBezTo>
                    <a:pt x="323" y="62"/>
                    <a:pt x="323" y="62"/>
                    <a:pt x="323" y="62"/>
                  </a:cubicBezTo>
                  <a:cubicBezTo>
                    <a:pt x="323" y="2"/>
                    <a:pt x="323" y="2"/>
                    <a:pt x="323" y="2"/>
                  </a:cubicBezTo>
                  <a:cubicBezTo>
                    <a:pt x="327" y="2"/>
                    <a:pt x="327" y="2"/>
                    <a:pt x="327" y="2"/>
                  </a:cubicBezTo>
                  <a:lnTo>
                    <a:pt x="327" y="62"/>
                  </a:lnTo>
                  <a:close/>
                  <a:moveTo>
                    <a:pt x="193" y="51"/>
                  </a:moveTo>
                  <a:cubicBezTo>
                    <a:pt x="193" y="51"/>
                    <a:pt x="193" y="51"/>
                    <a:pt x="193" y="51"/>
                  </a:cubicBezTo>
                  <a:cubicBezTo>
                    <a:pt x="193" y="25"/>
                    <a:pt x="193" y="25"/>
                    <a:pt x="193" y="25"/>
                  </a:cubicBezTo>
                  <a:cubicBezTo>
                    <a:pt x="193" y="25"/>
                    <a:pt x="193" y="25"/>
                    <a:pt x="193" y="25"/>
                  </a:cubicBezTo>
                  <a:cubicBezTo>
                    <a:pt x="194" y="22"/>
                    <a:pt x="194" y="22"/>
                    <a:pt x="194" y="22"/>
                  </a:cubicBezTo>
                  <a:cubicBezTo>
                    <a:pt x="194" y="22"/>
                    <a:pt x="194" y="21"/>
                    <a:pt x="193" y="21"/>
                  </a:cubicBezTo>
                  <a:cubicBezTo>
                    <a:pt x="193" y="21"/>
                    <a:pt x="193" y="21"/>
                    <a:pt x="193" y="21"/>
                  </a:cubicBezTo>
                  <a:cubicBezTo>
                    <a:pt x="193" y="12"/>
                    <a:pt x="193" y="12"/>
                    <a:pt x="193" y="12"/>
                  </a:cubicBezTo>
                  <a:cubicBezTo>
                    <a:pt x="194" y="12"/>
                    <a:pt x="195" y="12"/>
                    <a:pt x="196" y="11"/>
                  </a:cubicBezTo>
                  <a:cubicBezTo>
                    <a:pt x="196" y="54"/>
                    <a:pt x="196" y="54"/>
                    <a:pt x="196" y="54"/>
                  </a:cubicBezTo>
                  <a:lnTo>
                    <a:pt x="193" y="51"/>
                  </a:lnTo>
                  <a:close/>
                  <a:moveTo>
                    <a:pt x="107" y="4"/>
                  </a:moveTo>
                  <a:cubicBezTo>
                    <a:pt x="108" y="4"/>
                    <a:pt x="110" y="4"/>
                    <a:pt x="111" y="4"/>
                  </a:cubicBezTo>
                  <a:cubicBezTo>
                    <a:pt x="126" y="55"/>
                    <a:pt x="126" y="55"/>
                    <a:pt x="126" y="55"/>
                  </a:cubicBezTo>
                  <a:cubicBezTo>
                    <a:pt x="123" y="57"/>
                    <a:pt x="123" y="57"/>
                    <a:pt x="123" y="57"/>
                  </a:cubicBezTo>
                  <a:lnTo>
                    <a:pt x="107" y="4"/>
                  </a:lnTo>
                  <a:close/>
                  <a:moveTo>
                    <a:pt x="122" y="59"/>
                  </a:moveTo>
                  <a:cubicBezTo>
                    <a:pt x="119" y="61"/>
                    <a:pt x="119" y="61"/>
                    <a:pt x="119" y="61"/>
                  </a:cubicBezTo>
                  <a:cubicBezTo>
                    <a:pt x="102" y="3"/>
                    <a:pt x="102" y="3"/>
                    <a:pt x="102" y="3"/>
                  </a:cubicBezTo>
                  <a:cubicBezTo>
                    <a:pt x="103" y="3"/>
                    <a:pt x="104" y="3"/>
                    <a:pt x="105" y="3"/>
                  </a:cubicBezTo>
                  <a:lnTo>
                    <a:pt x="122" y="59"/>
                  </a:lnTo>
                  <a:close/>
                  <a:moveTo>
                    <a:pt x="127" y="54"/>
                  </a:moveTo>
                  <a:cubicBezTo>
                    <a:pt x="113" y="5"/>
                    <a:pt x="113" y="5"/>
                    <a:pt x="113" y="5"/>
                  </a:cubicBezTo>
                  <a:cubicBezTo>
                    <a:pt x="114" y="5"/>
                    <a:pt x="115" y="5"/>
                    <a:pt x="116" y="5"/>
                  </a:cubicBezTo>
                  <a:cubicBezTo>
                    <a:pt x="130" y="52"/>
                    <a:pt x="130" y="52"/>
                    <a:pt x="130" y="52"/>
                  </a:cubicBezTo>
                  <a:lnTo>
                    <a:pt x="127" y="54"/>
                  </a:lnTo>
                  <a:close/>
                  <a:moveTo>
                    <a:pt x="147" y="19"/>
                  </a:moveTo>
                  <a:cubicBezTo>
                    <a:pt x="145" y="15"/>
                    <a:pt x="145" y="15"/>
                    <a:pt x="145" y="15"/>
                  </a:cubicBezTo>
                  <a:cubicBezTo>
                    <a:pt x="147" y="16"/>
                    <a:pt x="148" y="16"/>
                    <a:pt x="149" y="17"/>
                  </a:cubicBezTo>
                  <a:cubicBezTo>
                    <a:pt x="149" y="17"/>
                    <a:pt x="149" y="17"/>
                    <a:pt x="149" y="17"/>
                  </a:cubicBezTo>
                  <a:cubicBezTo>
                    <a:pt x="150" y="19"/>
                    <a:pt x="150" y="19"/>
                    <a:pt x="150" y="19"/>
                  </a:cubicBezTo>
                  <a:cubicBezTo>
                    <a:pt x="149" y="19"/>
                    <a:pt x="148" y="19"/>
                    <a:pt x="147" y="19"/>
                  </a:cubicBezTo>
                  <a:close/>
                  <a:moveTo>
                    <a:pt x="145" y="19"/>
                  </a:moveTo>
                  <a:cubicBezTo>
                    <a:pt x="144" y="19"/>
                    <a:pt x="143" y="20"/>
                    <a:pt x="142" y="20"/>
                  </a:cubicBezTo>
                  <a:cubicBezTo>
                    <a:pt x="140" y="13"/>
                    <a:pt x="140" y="13"/>
                    <a:pt x="140" y="13"/>
                  </a:cubicBezTo>
                  <a:cubicBezTo>
                    <a:pt x="141" y="13"/>
                    <a:pt x="142" y="14"/>
                    <a:pt x="143" y="14"/>
                  </a:cubicBezTo>
                  <a:cubicBezTo>
                    <a:pt x="143" y="14"/>
                    <a:pt x="143" y="15"/>
                    <a:pt x="143" y="15"/>
                  </a:cubicBezTo>
                  <a:lnTo>
                    <a:pt x="145" y="19"/>
                  </a:lnTo>
                  <a:close/>
                  <a:moveTo>
                    <a:pt x="140" y="20"/>
                  </a:moveTo>
                  <a:cubicBezTo>
                    <a:pt x="139" y="20"/>
                    <a:pt x="138" y="20"/>
                    <a:pt x="137" y="20"/>
                  </a:cubicBezTo>
                  <a:cubicBezTo>
                    <a:pt x="134" y="11"/>
                    <a:pt x="134" y="11"/>
                    <a:pt x="134" y="11"/>
                  </a:cubicBezTo>
                  <a:cubicBezTo>
                    <a:pt x="135" y="11"/>
                    <a:pt x="136" y="11"/>
                    <a:pt x="138" y="12"/>
                  </a:cubicBezTo>
                  <a:lnTo>
                    <a:pt x="140" y="20"/>
                  </a:lnTo>
                  <a:close/>
                  <a:moveTo>
                    <a:pt x="135" y="20"/>
                  </a:moveTo>
                  <a:cubicBezTo>
                    <a:pt x="134" y="20"/>
                    <a:pt x="133" y="20"/>
                    <a:pt x="132" y="21"/>
                  </a:cubicBezTo>
                  <a:cubicBezTo>
                    <a:pt x="129" y="9"/>
                    <a:pt x="129" y="9"/>
                    <a:pt x="129" y="9"/>
                  </a:cubicBezTo>
                  <a:cubicBezTo>
                    <a:pt x="130" y="9"/>
                    <a:pt x="131" y="10"/>
                    <a:pt x="132" y="10"/>
                  </a:cubicBezTo>
                  <a:lnTo>
                    <a:pt x="135" y="20"/>
                  </a:lnTo>
                  <a:close/>
                  <a:moveTo>
                    <a:pt x="183" y="20"/>
                  </a:moveTo>
                  <a:cubicBezTo>
                    <a:pt x="183" y="17"/>
                    <a:pt x="183" y="17"/>
                    <a:pt x="183" y="17"/>
                  </a:cubicBezTo>
                  <a:cubicBezTo>
                    <a:pt x="183" y="17"/>
                    <a:pt x="183" y="17"/>
                    <a:pt x="183" y="17"/>
                  </a:cubicBezTo>
                  <a:cubicBezTo>
                    <a:pt x="184" y="16"/>
                    <a:pt x="185" y="16"/>
                    <a:pt x="186" y="15"/>
                  </a:cubicBezTo>
                  <a:cubicBezTo>
                    <a:pt x="186" y="20"/>
                    <a:pt x="186" y="20"/>
                    <a:pt x="186" y="20"/>
                  </a:cubicBezTo>
                  <a:cubicBezTo>
                    <a:pt x="185" y="20"/>
                    <a:pt x="184" y="20"/>
                    <a:pt x="183" y="20"/>
                  </a:cubicBezTo>
                  <a:close/>
                  <a:moveTo>
                    <a:pt x="188" y="15"/>
                  </a:moveTo>
                  <a:cubicBezTo>
                    <a:pt x="189" y="14"/>
                    <a:pt x="190" y="14"/>
                    <a:pt x="191" y="13"/>
                  </a:cubicBezTo>
                  <a:cubicBezTo>
                    <a:pt x="191" y="21"/>
                    <a:pt x="191" y="21"/>
                    <a:pt x="191" y="21"/>
                  </a:cubicBezTo>
                  <a:cubicBezTo>
                    <a:pt x="190" y="20"/>
                    <a:pt x="189" y="20"/>
                    <a:pt x="188" y="20"/>
                  </a:cubicBezTo>
                  <a:lnTo>
                    <a:pt x="188" y="15"/>
                  </a:lnTo>
                  <a:close/>
                  <a:moveTo>
                    <a:pt x="189" y="46"/>
                  </a:moveTo>
                  <a:cubicBezTo>
                    <a:pt x="189" y="46"/>
                    <a:pt x="189" y="46"/>
                    <a:pt x="189" y="46"/>
                  </a:cubicBezTo>
                  <a:cubicBezTo>
                    <a:pt x="191" y="34"/>
                    <a:pt x="191" y="34"/>
                    <a:pt x="191" y="34"/>
                  </a:cubicBezTo>
                  <a:cubicBezTo>
                    <a:pt x="191" y="49"/>
                    <a:pt x="191" y="49"/>
                    <a:pt x="191" y="49"/>
                  </a:cubicBezTo>
                  <a:lnTo>
                    <a:pt x="189" y="46"/>
                  </a:lnTo>
                  <a:close/>
                  <a:moveTo>
                    <a:pt x="184" y="45"/>
                  </a:moveTo>
                  <a:cubicBezTo>
                    <a:pt x="185" y="42"/>
                    <a:pt x="185" y="42"/>
                    <a:pt x="185" y="42"/>
                  </a:cubicBezTo>
                  <a:cubicBezTo>
                    <a:pt x="188" y="42"/>
                    <a:pt x="188" y="42"/>
                    <a:pt x="188" y="42"/>
                  </a:cubicBezTo>
                  <a:cubicBezTo>
                    <a:pt x="187" y="45"/>
                    <a:pt x="187" y="45"/>
                    <a:pt x="187" y="45"/>
                  </a:cubicBezTo>
                  <a:cubicBezTo>
                    <a:pt x="187" y="45"/>
                    <a:pt x="187" y="45"/>
                    <a:pt x="187" y="45"/>
                  </a:cubicBezTo>
                  <a:lnTo>
                    <a:pt x="184" y="45"/>
                  </a:lnTo>
                  <a:close/>
                  <a:moveTo>
                    <a:pt x="134" y="38"/>
                  </a:moveTo>
                  <a:cubicBezTo>
                    <a:pt x="137" y="38"/>
                    <a:pt x="137" y="38"/>
                    <a:pt x="137" y="38"/>
                  </a:cubicBezTo>
                  <a:cubicBezTo>
                    <a:pt x="138" y="40"/>
                    <a:pt x="138" y="40"/>
                    <a:pt x="138" y="40"/>
                  </a:cubicBezTo>
                  <a:cubicBezTo>
                    <a:pt x="135" y="40"/>
                    <a:pt x="135" y="40"/>
                    <a:pt x="135" y="40"/>
                  </a:cubicBezTo>
                  <a:lnTo>
                    <a:pt x="134" y="38"/>
                  </a:lnTo>
                  <a:close/>
                  <a:moveTo>
                    <a:pt x="139" y="38"/>
                  </a:moveTo>
                  <a:cubicBezTo>
                    <a:pt x="143" y="38"/>
                    <a:pt x="143" y="38"/>
                    <a:pt x="143" y="38"/>
                  </a:cubicBezTo>
                  <a:cubicBezTo>
                    <a:pt x="143" y="40"/>
                    <a:pt x="143" y="40"/>
                    <a:pt x="143" y="40"/>
                  </a:cubicBezTo>
                  <a:cubicBezTo>
                    <a:pt x="139" y="40"/>
                    <a:pt x="139" y="40"/>
                    <a:pt x="139" y="40"/>
                  </a:cubicBezTo>
                  <a:lnTo>
                    <a:pt x="139" y="38"/>
                  </a:lnTo>
                  <a:close/>
                  <a:moveTo>
                    <a:pt x="145" y="38"/>
                  </a:moveTo>
                  <a:cubicBezTo>
                    <a:pt x="149" y="38"/>
                    <a:pt x="149" y="38"/>
                    <a:pt x="149" y="38"/>
                  </a:cubicBezTo>
                  <a:cubicBezTo>
                    <a:pt x="149" y="40"/>
                    <a:pt x="149" y="40"/>
                    <a:pt x="149" y="40"/>
                  </a:cubicBezTo>
                  <a:cubicBezTo>
                    <a:pt x="145" y="40"/>
                    <a:pt x="145" y="40"/>
                    <a:pt x="145" y="40"/>
                  </a:cubicBezTo>
                  <a:lnTo>
                    <a:pt x="145" y="38"/>
                  </a:lnTo>
                  <a:close/>
                  <a:moveTo>
                    <a:pt x="151" y="38"/>
                  </a:moveTo>
                  <a:cubicBezTo>
                    <a:pt x="155" y="38"/>
                    <a:pt x="155" y="38"/>
                    <a:pt x="155" y="38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1" y="40"/>
                    <a:pt x="151" y="40"/>
                    <a:pt x="151" y="40"/>
                  </a:cubicBezTo>
                  <a:lnTo>
                    <a:pt x="151" y="38"/>
                  </a:lnTo>
                  <a:close/>
                  <a:moveTo>
                    <a:pt x="156" y="38"/>
                  </a:moveTo>
                  <a:cubicBezTo>
                    <a:pt x="160" y="38"/>
                    <a:pt x="160" y="38"/>
                    <a:pt x="160" y="38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56" y="40"/>
                    <a:pt x="156" y="40"/>
                    <a:pt x="156" y="40"/>
                  </a:cubicBezTo>
                  <a:lnTo>
                    <a:pt x="156" y="38"/>
                  </a:lnTo>
                  <a:close/>
                  <a:moveTo>
                    <a:pt x="162" y="38"/>
                  </a:moveTo>
                  <a:cubicBezTo>
                    <a:pt x="166" y="38"/>
                    <a:pt x="166" y="38"/>
                    <a:pt x="166" y="38"/>
                  </a:cubicBezTo>
                  <a:cubicBezTo>
                    <a:pt x="166" y="40"/>
                    <a:pt x="166" y="40"/>
                    <a:pt x="166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38"/>
                  </a:lnTo>
                  <a:close/>
                  <a:moveTo>
                    <a:pt x="168" y="38"/>
                  </a:moveTo>
                  <a:cubicBezTo>
                    <a:pt x="172" y="38"/>
                    <a:pt x="172" y="38"/>
                    <a:pt x="172" y="38"/>
                  </a:cubicBezTo>
                  <a:cubicBezTo>
                    <a:pt x="172" y="40"/>
                    <a:pt x="172" y="40"/>
                    <a:pt x="172" y="40"/>
                  </a:cubicBezTo>
                  <a:cubicBezTo>
                    <a:pt x="168" y="40"/>
                    <a:pt x="168" y="40"/>
                    <a:pt x="168" y="40"/>
                  </a:cubicBezTo>
                  <a:lnTo>
                    <a:pt x="168" y="38"/>
                  </a:lnTo>
                  <a:close/>
                  <a:moveTo>
                    <a:pt x="174" y="38"/>
                  </a:moveTo>
                  <a:cubicBezTo>
                    <a:pt x="178" y="38"/>
                    <a:pt x="178" y="38"/>
                    <a:pt x="178" y="38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4" y="40"/>
                    <a:pt x="174" y="40"/>
                    <a:pt x="174" y="40"/>
                  </a:cubicBezTo>
                  <a:lnTo>
                    <a:pt x="174" y="38"/>
                  </a:lnTo>
                  <a:close/>
                  <a:moveTo>
                    <a:pt x="179" y="38"/>
                  </a:moveTo>
                  <a:cubicBezTo>
                    <a:pt x="183" y="38"/>
                    <a:pt x="183" y="38"/>
                    <a:pt x="183" y="38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79" y="40"/>
                    <a:pt x="179" y="40"/>
                    <a:pt x="179" y="40"/>
                  </a:cubicBezTo>
                  <a:lnTo>
                    <a:pt x="179" y="38"/>
                  </a:lnTo>
                  <a:close/>
                  <a:moveTo>
                    <a:pt x="185" y="38"/>
                  </a:moveTo>
                  <a:cubicBezTo>
                    <a:pt x="189" y="38"/>
                    <a:pt x="189" y="38"/>
                    <a:pt x="189" y="38"/>
                  </a:cubicBezTo>
                  <a:cubicBezTo>
                    <a:pt x="188" y="40"/>
                    <a:pt x="188" y="40"/>
                    <a:pt x="188" y="40"/>
                  </a:cubicBezTo>
                  <a:cubicBezTo>
                    <a:pt x="185" y="40"/>
                    <a:pt x="185" y="40"/>
                    <a:pt x="185" y="40"/>
                  </a:cubicBezTo>
                  <a:lnTo>
                    <a:pt x="185" y="38"/>
                  </a:lnTo>
                  <a:close/>
                  <a:moveTo>
                    <a:pt x="189" y="36"/>
                  </a:moveTo>
                  <a:cubicBezTo>
                    <a:pt x="185" y="36"/>
                    <a:pt x="185" y="36"/>
                    <a:pt x="185" y="36"/>
                  </a:cubicBezTo>
                  <a:cubicBezTo>
                    <a:pt x="186" y="33"/>
                    <a:pt x="186" y="33"/>
                    <a:pt x="186" y="33"/>
                  </a:cubicBezTo>
                  <a:cubicBezTo>
                    <a:pt x="189" y="33"/>
                    <a:pt x="189" y="33"/>
                    <a:pt x="189" y="33"/>
                  </a:cubicBezTo>
                  <a:lnTo>
                    <a:pt x="189" y="36"/>
                  </a:lnTo>
                  <a:close/>
                  <a:moveTo>
                    <a:pt x="184" y="36"/>
                  </a:moveTo>
                  <a:cubicBezTo>
                    <a:pt x="180" y="36"/>
                    <a:pt x="180" y="36"/>
                    <a:pt x="180" y="36"/>
                  </a:cubicBezTo>
                  <a:cubicBezTo>
                    <a:pt x="180" y="33"/>
                    <a:pt x="180" y="33"/>
                    <a:pt x="180" y="33"/>
                  </a:cubicBezTo>
                  <a:cubicBezTo>
                    <a:pt x="184" y="33"/>
                    <a:pt x="184" y="33"/>
                    <a:pt x="184" y="33"/>
                  </a:cubicBezTo>
                  <a:lnTo>
                    <a:pt x="184" y="36"/>
                  </a:lnTo>
                  <a:close/>
                  <a:moveTo>
                    <a:pt x="178" y="36"/>
                  </a:moveTo>
                  <a:cubicBezTo>
                    <a:pt x="174" y="36"/>
                    <a:pt x="174" y="36"/>
                    <a:pt x="174" y="36"/>
                  </a:cubicBezTo>
                  <a:cubicBezTo>
                    <a:pt x="174" y="33"/>
                    <a:pt x="174" y="33"/>
                    <a:pt x="174" y="33"/>
                  </a:cubicBezTo>
                  <a:cubicBezTo>
                    <a:pt x="178" y="33"/>
                    <a:pt x="178" y="33"/>
                    <a:pt x="178" y="33"/>
                  </a:cubicBezTo>
                  <a:lnTo>
                    <a:pt x="178" y="36"/>
                  </a:lnTo>
                  <a:close/>
                  <a:moveTo>
                    <a:pt x="172" y="36"/>
                  </a:moveTo>
                  <a:cubicBezTo>
                    <a:pt x="168" y="36"/>
                    <a:pt x="168" y="36"/>
                    <a:pt x="168" y="36"/>
                  </a:cubicBezTo>
                  <a:cubicBezTo>
                    <a:pt x="168" y="33"/>
                    <a:pt x="168" y="33"/>
                    <a:pt x="168" y="33"/>
                  </a:cubicBezTo>
                  <a:cubicBezTo>
                    <a:pt x="172" y="33"/>
                    <a:pt x="172" y="33"/>
                    <a:pt x="172" y="33"/>
                  </a:cubicBezTo>
                  <a:lnTo>
                    <a:pt x="172" y="36"/>
                  </a:lnTo>
                  <a:close/>
                  <a:moveTo>
                    <a:pt x="166" y="36"/>
                  </a:moveTo>
                  <a:cubicBezTo>
                    <a:pt x="162" y="36"/>
                    <a:pt x="162" y="36"/>
                    <a:pt x="162" y="36"/>
                  </a:cubicBezTo>
                  <a:cubicBezTo>
                    <a:pt x="162" y="33"/>
                    <a:pt x="162" y="33"/>
                    <a:pt x="162" y="33"/>
                  </a:cubicBezTo>
                  <a:cubicBezTo>
                    <a:pt x="166" y="33"/>
                    <a:pt x="166" y="33"/>
                    <a:pt x="166" y="33"/>
                  </a:cubicBezTo>
                  <a:lnTo>
                    <a:pt x="166" y="36"/>
                  </a:lnTo>
                  <a:close/>
                  <a:moveTo>
                    <a:pt x="160" y="36"/>
                  </a:moveTo>
                  <a:cubicBezTo>
                    <a:pt x="156" y="36"/>
                    <a:pt x="156" y="36"/>
                    <a:pt x="156" y="36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60" y="33"/>
                    <a:pt x="160" y="33"/>
                    <a:pt x="160" y="33"/>
                  </a:cubicBezTo>
                  <a:lnTo>
                    <a:pt x="160" y="36"/>
                  </a:lnTo>
                  <a:close/>
                  <a:moveTo>
                    <a:pt x="155" y="36"/>
                  </a:moveTo>
                  <a:cubicBezTo>
                    <a:pt x="151" y="36"/>
                    <a:pt x="151" y="36"/>
                    <a:pt x="151" y="36"/>
                  </a:cubicBezTo>
                  <a:cubicBezTo>
                    <a:pt x="150" y="33"/>
                    <a:pt x="150" y="33"/>
                    <a:pt x="150" y="33"/>
                  </a:cubicBezTo>
                  <a:cubicBezTo>
                    <a:pt x="154" y="33"/>
                    <a:pt x="154" y="33"/>
                    <a:pt x="154" y="33"/>
                  </a:cubicBezTo>
                  <a:lnTo>
                    <a:pt x="155" y="36"/>
                  </a:lnTo>
                  <a:close/>
                  <a:moveTo>
                    <a:pt x="149" y="36"/>
                  </a:moveTo>
                  <a:cubicBezTo>
                    <a:pt x="145" y="36"/>
                    <a:pt x="145" y="36"/>
                    <a:pt x="145" y="36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9" y="33"/>
                    <a:pt x="149" y="33"/>
                    <a:pt x="149" y="33"/>
                  </a:cubicBezTo>
                  <a:lnTo>
                    <a:pt x="149" y="36"/>
                  </a:lnTo>
                  <a:close/>
                  <a:moveTo>
                    <a:pt x="143" y="36"/>
                  </a:moveTo>
                  <a:cubicBezTo>
                    <a:pt x="139" y="36"/>
                    <a:pt x="139" y="36"/>
                    <a:pt x="139" y="36"/>
                  </a:cubicBezTo>
                  <a:cubicBezTo>
                    <a:pt x="139" y="33"/>
                    <a:pt x="139" y="33"/>
                    <a:pt x="139" y="33"/>
                  </a:cubicBezTo>
                  <a:cubicBezTo>
                    <a:pt x="143" y="33"/>
                    <a:pt x="143" y="33"/>
                    <a:pt x="143" y="33"/>
                  </a:cubicBezTo>
                  <a:lnTo>
                    <a:pt x="143" y="36"/>
                  </a:lnTo>
                  <a:close/>
                  <a:moveTo>
                    <a:pt x="137" y="36"/>
                  </a:moveTo>
                  <a:cubicBezTo>
                    <a:pt x="134" y="36"/>
                    <a:pt x="134" y="36"/>
                    <a:pt x="134" y="36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7" y="33"/>
                    <a:pt x="137" y="33"/>
                    <a:pt x="137" y="33"/>
                  </a:cubicBezTo>
                  <a:lnTo>
                    <a:pt x="137" y="36"/>
                  </a:lnTo>
                  <a:close/>
                  <a:moveTo>
                    <a:pt x="138" y="42"/>
                  </a:moveTo>
                  <a:cubicBezTo>
                    <a:pt x="138" y="45"/>
                    <a:pt x="138" y="45"/>
                    <a:pt x="138" y="45"/>
                  </a:cubicBezTo>
                  <a:cubicBezTo>
                    <a:pt x="136" y="45"/>
                    <a:pt x="136" y="45"/>
                    <a:pt x="136" y="45"/>
                  </a:cubicBezTo>
                  <a:cubicBezTo>
                    <a:pt x="135" y="42"/>
                    <a:pt x="135" y="42"/>
                    <a:pt x="135" y="42"/>
                  </a:cubicBezTo>
                  <a:lnTo>
                    <a:pt x="138" y="42"/>
                  </a:lnTo>
                  <a:close/>
                  <a:moveTo>
                    <a:pt x="140" y="45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43" y="42"/>
                    <a:pt x="143" y="42"/>
                    <a:pt x="143" y="42"/>
                  </a:cubicBezTo>
                  <a:cubicBezTo>
                    <a:pt x="144" y="45"/>
                    <a:pt x="144" y="45"/>
                    <a:pt x="144" y="45"/>
                  </a:cubicBezTo>
                  <a:lnTo>
                    <a:pt x="140" y="45"/>
                  </a:lnTo>
                  <a:close/>
                  <a:moveTo>
                    <a:pt x="146" y="45"/>
                  </a:moveTo>
                  <a:cubicBezTo>
                    <a:pt x="145" y="42"/>
                    <a:pt x="145" y="42"/>
                    <a:pt x="145" y="42"/>
                  </a:cubicBezTo>
                  <a:cubicBezTo>
                    <a:pt x="149" y="42"/>
                    <a:pt x="149" y="42"/>
                    <a:pt x="149" y="42"/>
                  </a:cubicBezTo>
                  <a:cubicBezTo>
                    <a:pt x="149" y="45"/>
                    <a:pt x="149" y="45"/>
                    <a:pt x="149" y="45"/>
                  </a:cubicBezTo>
                  <a:lnTo>
                    <a:pt x="146" y="45"/>
                  </a:lnTo>
                  <a:close/>
                  <a:moveTo>
                    <a:pt x="151" y="45"/>
                  </a:moveTo>
                  <a:cubicBezTo>
                    <a:pt x="151" y="42"/>
                    <a:pt x="151" y="42"/>
                    <a:pt x="151" y="42"/>
                  </a:cubicBezTo>
                  <a:cubicBezTo>
                    <a:pt x="155" y="42"/>
                    <a:pt x="155" y="42"/>
                    <a:pt x="155" y="42"/>
                  </a:cubicBezTo>
                  <a:cubicBezTo>
                    <a:pt x="155" y="45"/>
                    <a:pt x="155" y="45"/>
                    <a:pt x="155" y="45"/>
                  </a:cubicBezTo>
                  <a:lnTo>
                    <a:pt x="151" y="45"/>
                  </a:lnTo>
                  <a:close/>
                  <a:moveTo>
                    <a:pt x="157" y="45"/>
                  </a:moveTo>
                  <a:cubicBezTo>
                    <a:pt x="157" y="42"/>
                    <a:pt x="157" y="42"/>
                    <a:pt x="157" y="42"/>
                  </a:cubicBezTo>
                  <a:cubicBezTo>
                    <a:pt x="160" y="42"/>
                    <a:pt x="160" y="42"/>
                    <a:pt x="160" y="42"/>
                  </a:cubicBezTo>
                  <a:cubicBezTo>
                    <a:pt x="160" y="45"/>
                    <a:pt x="160" y="45"/>
                    <a:pt x="160" y="45"/>
                  </a:cubicBezTo>
                  <a:lnTo>
                    <a:pt x="157" y="45"/>
                  </a:lnTo>
                  <a:close/>
                  <a:moveTo>
                    <a:pt x="162" y="42"/>
                  </a:moveTo>
                  <a:cubicBezTo>
                    <a:pt x="166" y="42"/>
                    <a:pt x="166" y="42"/>
                    <a:pt x="166" y="42"/>
                  </a:cubicBezTo>
                  <a:cubicBezTo>
                    <a:pt x="166" y="45"/>
                    <a:pt x="166" y="45"/>
                    <a:pt x="166" y="45"/>
                  </a:cubicBezTo>
                  <a:cubicBezTo>
                    <a:pt x="162" y="45"/>
                    <a:pt x="162" y="45"/>
                    <a:pt x="162" y="45"/>
                  </a:cubicBezTo>
                  <a:lnTo>
                    <a:pt x="162" y="42"/>
                  </a:lnTo>
                  <a:close/>
                  <a:moveTo>
                    <a:pt x="168" y="42"/>
                  </a:moveTo>
                  <a:cubicBezTo>
                    <a:pt x="172" y="42"/>
                    <a:pt x="172" y="42"/>
                    <a:pt x="172" y="42"/>
                  </a:cubicBezTo>
                  <a:cubicBezTo>
                    <a:pt x="171" y="45"/>
                    <a:pt x="171" y="45"/>
                    <a:pt x="171" y="45"/>
                  </a:cubicBezTo>
                  <a:cubicBezTo>
                    <a:pt x="168" y="45"/>
                    <a:pt x="168" y="45"/>
                    <a:pt x="168" y="45"/>
                  </a:cubicBezTo>
                  <a:lnTo>
                    <a:pt x="168" y="42"/>
                  </a:lnTo>
                  <a:close/>
                  <a:moveTo>
                    <a:pt x="173" y="42"/>
                  </a:moveTo>
                  <a:cubicBezTo>
                    <a:pt x="177" y="42"/>
                    <a:pt x="177" y="42"/>
                    <a:pt x="177" y="42"/>
                  </a:cubicBezTo>
                  <a:cubicBezTo>
                    <a:pt x="177" y="45"/>
                    <a:pt x="177" y="45"/>
                    <a:pt x="177" y="45"/>
                  </a:cubicBezTo>
                  <a:cubicBezTo>
                    <a:pt x="173" y="45"/>
                    <a:pt x="173" y="45"/>
                    <a:pt x="173" y="45"/>
                  </a:cubicBezTo>
                  <a:lnTo>
                    <a:pt x="173" y="42"/>
                  </a:lnTo>
                  <a:close/>
                  <a:moveTo>
                    <a:pt x="179" y="42"/>
                  </a:moveTo>
                  <a:cubicBezTo>
                    <a:pt x="183" y="42"/>
                    <a:pt x="183" y="42"/>
                    <a:pt x="183" y="42"/>
                  </a:cubicBezTo>
                  <a:cubicBezTo>
                    <a:pt x="183" y="45"/>
                    <a:pt x="183" y="45"/>
                    <a:pt x="183" y="45"/>
                  </a:cubicBezTo>
                  <a:cubicBezTo>
                    <a:pt x="179" y="45"/>
                    <a:pt x="179" y="45"/>
                    <a:pt x="179" y="45"/>
                  </a:cubicBezTo>
                  <a:lnTo>
                    <a:pt x="179" y="42"/>
                  </a:lnTo>
                  <a:close/>
                  <a:moveTo>
                    <a:pt x="190" y="31"/>
                  </a:moveTo>
                  <a:cubicBezTo>
                    <a:pt x="186" y="31"/>
                    <a:pt x="186" y="31"/>
                    <a:pt x="186" y="31"/>
                  </a:cubicBezTo>
                  <a:cubicBezTo>
                    <a:pt x="186" y="29"/>
                    <a:pt x="186" y="29"/>
                    <a:pt x="186" y="29"/>
                  </a:cubicBezTo>
                  <a:cubicBezTo>
                    <a:pt x="190" y="29"/>
                    <a:pt x="190" y="29"/>
                    <a:pt x="190" y="29"/>
                  </a:cubicBezTo>
                  <a:lnTo>
                    <a:pt x="190" y="31"/>
                  </a:lnTo>
                  <a:close/>
                  <a:moveTo>
                    <a:pt x="184" y="31"/>
                  </a:moveTo>
                  <a:cubicBezTo>
                    <a:pt x="180" y="31"/>
                    <a:pt x="180" y="31"/>
                    <a:pt x="180" y="31"/>
                  </a:cubicBezTo>
                  <a:cubicBezTo>
                    <a:pt x="180" y="29"/>
                    <a:pt x="180" y="29"/>
                    <a:pt x="180" y="29"/>
                  </a:cubicBezTo>
                  <a:cubicBezTo>
                    <a:pt x="184" y="29"/>
                    <a:pt x="184" y="29"/>
                    <a:pt x="184" y="29"/>
                  </a:cubicBezTo>
                  <a:lnTo>
                    <a:pt x="184" y="31"/>
                  </a:lnTo>
                  <a:close/>
                  <a:moveTo>
                    <a:pt x="178" y="31"/>
                  </a:moveTo>
                  <a:cubicBezTo>
                    <a:pt x="174" y="31"/>
                    <a:pt x="174" y="31"/>
                    <a:pt x="174" y="31"/>
                  </a:cubicBezTo>
                  <a:cubicBezTo>
                    <a:pt x="174" y="29"/>
                    <a:pt x="174" y="29"/>
                    <a:pt x="174" y="29"/>
                  </a:cubicBezTo>
                  <a:cubicBezTo>
                    <a:pt x="178" y="29"/>
                    <a:pt x="178" y="29"/>
                    <a:pt x="178" y="29"/>
                  </a:cubicBezTo>
                  <a:lnTo>
                    <a:pt x="178" y="31"/>
                  </a:lnTo>
                  <a:close/>
                  <a:moveTo>
                    <a:pt x="172" y="31"/>
                  </a:moveTo>
                  <a:cubicBezTo>
                    <a:pt x="168" y="31"/>
                    <a:pt x="168" y="31"/>
                    <a:pt x="168" y="31"/>
                  </a:cubicBezTo>
                  <a:cubicBezTo>
                    <a:pt x="168" y="29"/>
                    <a:pt x="168" y="29"/>
                    <a:pt x="168" y="29"/>
                  </a:cubicBezTo>
                  <a:cubicBezTo>
                    <a:pt x="172" y="29"/>
                    <a:pt x="172" y="29"/>
                    <a:pt x="172" y="29"/>
                  </a:cubicBezTo>
                  <a:lnTo>
                    <a:pt x="172" y="31"/>
                  </a:lnTo>
                  <a:close/>
                  <a:moveTo>
                    <a:pt x="166" y="31"/>
                  </a:moveTo>
                  <a:cubicBezTo>
                    <a:pt x="162" y="31"/>
                    <a:pt x="162" y="31"/>
                    <a:pt x="162" y="31"/>
                  </a:cubicBezTo>
                  <a:cubicBezTo>
                    <a:pt x="162" y="29"/>
                    <a:pt x="162" y="29"/>
                    <a:pt x="162" y="29"/>
                  </a:cubicBezTo>
                  <a:cubicBezTo>
                    <a:pt x="166" y="29"/>
                    <a:pt x="166" y="29"/>
                    <a:pt x="166" y="29"/>
                  </a:cubicBezTo>
                  <a:lnTo>
                    <a:pt x="166" y="31"/>
                  </a:lnTo>
                  <a:close/>
                  <a:moveTo>
                    <a:pt x="160" y="31"/>
                  </a:moveTo>
                  <a:cubicBezTo>
                    <a:pt x="156" y="31"/>
                    <a:pt x="156" y="31"/>
                    <a:pt x="156" y="31"/>
                  </a:cubicBezTo>
                  <a:cubicBezTo>
                    <a:pt x="156" y="29"/>
                    <a:pt x="156" y="29"/>
                    <a:pt x="156" y="29"/>
                  </a:cubicBezTo>
                  <a:cubicBezTo>
                    <a:pt x="160" y="29"/>
                    <a:pt x="160" y="29"/>
                    <a:pt x="160" y="29"/>
                  </a:cubicBezTo>
                  <a:lnTo>
                    <a:pt x="160" y="31"/>
                  </a:lnTo>
                  <a:close/>
                  <a:moveTo>
                    <a:pt x="154" y="29"/>
                  </a:moveTo>
                  <a:cubicBezTo>
                    <a:pt x="154" y="31"/>
                    <a:pt x="154" y="31"/>
                    <a:pt x="154" y="31"/>
                  </a:cubicBezTo>
                  <a:cubicBezTo>
                    <a:pt x="150" y="31"/>
                    <a:pt x="150" y="31"/>
                    <a:pt x="150" y="31"/>
                  </a:cubicBezTo>
                  <a:cubicBezTo>
                    <a:pt x="150" y="29"/>
                    <a:pt x="150" y="29"/>
                    <a:pt x="150" y="29"/>
                  </a:cubicBezTo>
                  <a:lnTo>
                    <a:pt x="154" y="29"/>
                  </a:lnTo>
                  <a:close/>
                  <a:moveTo>
                    <a:pt x="148" y="29"/>
                  </a:moveTo>
                  <a:cubicBezTo>
                    <a:pt x="148" y="31"/>
                    <a:pt x="148" y="31"/>
                    <a:pt x="148" y="31"/>
                  </a:cubicBezTo>
                  <a:cubicBezTo>
                    <a:pt x="144" y="31"/>
                    <a:pt x="144" y="31"/>
                    <a:pt x="144" y="31"/>
                  </a:cubicBezTo>
                  <a:cubicBezTo>
                    <a:pt x="144" y="29"/>
                    <a:pt x="144" y="29"/>
                    <a:pt x="144" y="29"/>
                  </a:cubicBezTo>
                  <a:lnTo>
                    <a:pt x="148" y="29"/>
                  </a:lnTo>
                  <a:close/>
                  <a:moveTo>
                    <a:pt x="142" y="29"/>
                  </a:moveTo>
                  <a:cubicBezTo>
                    <a:pt x="143" y="31"/>
                    <a:pt x="143" y="31"/>
                    <a:pt x="143" y="31"/>
                  </a:cubicBezTo>
                  <a:cubicBezTo>
                    <a:pt x="138" y="31"/>
                    <a:pt x="138" y="31"/>
                    <a:pt x="138" y="31"/>
                  </a:cubicBezTo>
                  <a:cubicBezTo>
                    <a:pt x="138" y="29"/>
                    <a:pt x="138" y="29"/>
                    <a:pt x="138" y="29"/>
                  </a:cubicBezTo>
                  <a:lnTo>
                    <a:pt x="142" y="29"/>
                  </a:lnTo>
                  <a:close/>
                  <a:moveTo>
                    <a:pt x="136" y="29"/>
                  </a:moveTo>
                  <a:cubicBezTo>
                    <a:pt x="137" y="31"/>
                    <a:pt x="137" y="31"/>
                    <a:pt x="137" y="31"/>
                  </a:cubicBezTo>
                  <a:cubicBezTo>
                    <a:pt x="133" y="31"/>
                    <a:pt x="133" y="31"/>
                    <a:pt x="133" y="31"/>
                  </a:cubicBezTo>
                  <a:cubicBezTo>
                    <a:pt x="132" y="29"/>
                    <a:pt x="132" y="29"/>
                    <a:pt x="132" y="29"/>
                  </a:cubicBezTo>
                  <a:lnTo>
                    <a:pt x="136" y="29"/>
                  </a:lnTo>
                  <a:close/>
                  <a:moveTo>
                    <a:pt x="130" y="21"/>
                  </a:moveTo>
                  <a:cubicBezTo>
                    <a:pt x="130" y="21"/>
                    <a:pt x="130" y="21"/>
                    <a:pt x="130" y="21"/>
                  </a:cubicBezTo>
                  <a:cubicBezTo>
                    <a:pt x="130" y="21"/>
                    <a:pt x="129" y="21"/>
                    <a:pt x="129" y="21"/>
                  </a:cubicBezTo>
                  <a:cubicBezTo>
                    <a:pt x="129" y="21"/>
                    <a:pt x="129" y="22"/>
                    <a:pt x="129" y="22"/>
                  </a:cubicBezTo>
                  <a:cubicBezTo>
                    <a:pt x="132" y="38"/>
                    <a:pt x="132" y="38"/>
                    <a:pt x="132" y="38"/>
                  </a:cubicBezTo>
                  <a:cubicBezTo>
                    <a:pt x="123" y="7"/>
                    <a:pt x="123" y="7"/>
                    <a:pt x="123" y="7"/>
                  </a:cubicBezTo>
                  <a:cubicBezTo>
                    <a:pt x="124" y="8"/>
                    <a:pt x="125" y="8"/>
                    <a:pt x="127" y="8"/>
                  </a:cubicBezTo>
                  <a:lnTo>
                    <a:pt x="130" y="21"/>
                  </a:lnTo>
                  <a:close/>
                  <a:moveTo>
                    <a:pt x="134" y="49"/>
                  </a:moveTo>
                  <a:cubicBezTo>
                    <a:pt x="131" y="51"/>
                    <a:pt x="131" y="51"/>
                    <a:pt x="131" y="51"/>
                  </a:cubicBezTo>
                  <a:cubicBezTo>
                    <a:pt x="118" y="6"/>
                    <a:pt x="118" y="6"/>
                    <a:pt x="118" y="6"/>
                  </a:cubicBezTo>
                  <a:cubicBezTo>
                    <a:pt x="119" y="6"/>
                    <a:pt x="120" y="6"/>
                    <a:pt x="121" y="7"/>
                  </a:cubicBezTo>
                  <a:lnTo>
                    <a:pt x="134" y="49"/>
                  </a:ln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6" y="50"/>
                    <a:pt x="136" y="50"/>
                    <a:pt x="136" y="49"/>
                  </a:cubicBezTo>
                  <a:cubicBezTo>
                    <a:pt x="135" y="47"/>
                    <a:pt x="135" y="47"/>
                    <a:pt x="135" y="47"/>
                  </a:cubicBezTo>
                  <a:cubicBezTo>
                    <a:pt x="187" y="47"/>
                    <a:pt x="187" y="47"/>
                    <a:pt x="187" y="47"/>
                  </a:cubicBezTo>
                  <a:cubicBezTo>
                    <a:pt x="192" y="53"/>
                    <a:pt x="192" y="53"/>
                    <a:pt x="192" y="53"/>
                  </a:cubicBezTo>
                  <a:cubicBezTo>
                    <a:pt x="131" y="53"/>
                    <a:pt x="131" y="53"/>
                    <a:pt x="131" y="53"/>
                  </a:cubicBezTo>
                  <a:lnTo>
                    <a:pt x="135" y="50"/>
                  </a:lnTo>
                  <a:close/>
                  <a:moveTo>
                    <a:pt x="198" y="56"/>
                  </a:moveTo>
                  <a:cubicBezTo>
                    <a:pt x="198" y="11"/>
                    <a:pt x="198" y="11"/>
                    <a:pt x="198" y="11"/>
                  </a:cubicBezTo>
                  <a:cubicBezTo>
                    <a:pt x="199" y="10"/>
                    <a:pt x="200" y="10"/>
                    <a:pt x="201" y="10"/>
                  </a:cubicBezTo>
                  <a:cubicBezTo>
                    <a:pt x="201" y="60"/>
                    <a:pt x="201" y="60"/>
                    <a:pt x="201" y="60"/>
                  </a:cubicBezTo>
                  <a:lnTo>
                    <a:pt x="198" y="56"/>
                  </a:lnTo>
                  <a:close/>
                  <a:moveTo>
                    <a:pt x="203" y="9"/>
                  </a:moveTo>
                  <a:cubicBezTo>
                    <a:pt x="204" y="9"/>
                    <a:pt x="205" y="8"/>
                    <a:pt x="206" y="8"/>
                  </a:cubicBezTo>
                  <a:cubicBezTo>
                    <a:pt x="206" y="62"/>
                    <a:pt x="206" y="62"/>
                    <a:pt x="206" y="62"/>
                  </a:cubicBezTo>
                  <a:cubicBezTo>
                    <a:pt x="203" y="62"/>
                    <a:pt x="203" y="62"/>
                    <a:pt x="203" y="62"/>
                  </a:cubicBezTo>
                  <a:lnTo>
                    <a:pt x="203" y="9"/>
                  </a:lnTo>
                  <a:close/>
                  <a:moveTo>
                    <a:pt x="207" y="7"/>
                  </a:moveTo>
                  <a:cubicBezTo>
                    <a:pt x="208" y="7"/>
                    <a:pt x="209" y="7"/>
                    <a:pt x="210" y="7"/>
                  </a:cubicBezTo>
                  <a:cubicBezTo>
                    <a:pt x="210" y="62"/>
                    <a:pt x="210" y="62"/>
                    <a:pt x="210" y="62"/>
                  </a:cubicBezTo>
                  <a:cubicBezTo>
                    <a:pt x="207" y="62"/>
                    <a:pt x="207" y="62"/>
                    <a:pt x="207" y="62"/>
                  </a:cubicBezTo>
                  <a:lnTo>
                    <a:pt x="207" y="7"/>
                  </a:lnTo>
                  <a:close/>
                  <a:moveTo>
                    <a:pt x="212" y="6"/>
                  </a:moveTo>
                  <a:cubicBezTo>
                    <a:pt x="213" y="6"/>
                    <a:pt x="214" y="6"/>
                    <a:pt x="215" y="6"/>
                  </a:cubicBezTo>
                  <a:cubicBezTo>
                    <a:pt x="215" y="62"/>
                    <a:pt x="215" y="62"/>
                    <a:pt x="215" y="62"/>
                  </a:cubicBezTo>
                  <a:cubicBezTo>
                    <a:pt x="212" y="62"/>
                    <a:pt x="212" y="62"/>
                    <a:pt x="212" y="62"/>
                  </a:cubicBezTo>
                  <a:lnTo>
                    <a:pt x="212" y="6"/>
                  </a:lnTo>
                  <a:close/>
                  <a:moveTo>
                    <a:pt x="217" y="5"/>
                  </a:moveTo>
                  <a:cubicBezTo>
                    <a:pt x="218" y="5"/>
                    <a:pt x="219" y="5"/>
                    <a:pt x="220" y="4"/>
                  </a:cubicBezTo>
                  <a:cubicBezTo>
                    <a:pt x="220" y="62"/>
                    <a:pt x="220" y="62"/>
                    <a:pt x="220" y="62"/>
                  </a:cubicBezTo>
                  <a:cubicBezTo>
                    <a:pt x="217" y="62"/>
                    <a:pt x="217" y="62"/>
                    <a:pt x="217" y="62"/>
                  </a:cubicBezTo>
                  <a:lnTo>
                    <a:pt x="217" y="5"/>
                  </a:lnTo>
                  <a:close/>
                  <a:moveTo>
                    <a:pt x="222" y="4"/>
                  </a:moveTo>
                  <a:cubicBezTo>
                    <a:pt x="223" y="4"/>
                    <a:pt x="224" y="4"/>
                    <a:pt x="225" y="4"/>
                  </a:cubicBezTo>
                  <a:cubicBezTo>
                    <a:pt x="225" y="62"/>
                    <a:pt x="225" y="62"/>
                    <a:pt x="225" y="62"/>
                  </a:cubicBezTo>
                  <a:cubicBezTo>
                    <a:pt x="222" y="62"/>
                    <a:pt x="222" y="62"/>
                    <a:pt x="222" y="62"/>
                  </a:cubicBezTo>
                  <a:lnTo>
                    <a:pt x="222" y="4"/>
                  </a:lnTo>
                  <a:close/>
                  <a:moveTo>
                    <a:pt x="227" y="3"/>
                  </a:moveTo>
                  <a:cubicBezTo>
                    <a:pt x="228" y="3"/>
                    <a:pt x="229" y="3"/>
                    <a:pt x="230" y="3"/>
                  </a:cubicBezTo>
                  <a:cubicBezTo>
                    <a:pt x="230" y="62"/>
                    <a:pt x="230" y="62"/>
                    <a:pt x="230" y="62"/>
                  </a:cubicBezTo>
                  <a:cubicBezTo>
                    <a:pt x="227" y="62"/>
                    <a:pt x="227" y="62"/>
                    <a:pt x="227" y="62"/>
                  </a:cubicBezTo>
                  <a:lnTo>
                    <a:pt x="227" y="3"/>
                  </a:lnTo>
                  <a:close/>
                  <a:moveTo>
                    <a:pt x="232" y="3"/>
                  </a:moveTo>
                  <a:cubicBezTo>
                    <a:pt x="233" y="2"/>
                    <a:pt x="234" y="2"/>
                    <a:pt x="235" y="2"/>
                  </a:cubicBezTo>
                  <a:cubicBezTo>
                    <a:pt x="235" y="62"/>
                    <a:pt x="235" y="62"/>
                    <a:pt x="235" y="62"/>
                  </a:cubicBezTo>
                  <a:cubicBezTo>
                    <a:pt x="232" y="62"/>
                    <a:pt x="232" y="62"/>
                    <a:pt x="232" y="62"/>
                  </a:cubicBezTo>
                  <a:lnTo>
                    <a:pt x="232" y="3"/>
                  </a:lnTo>
                  <a:close/>
                  <a:moveTo>
                    <a:pt x="236" y="2"/>
                  </a:moveTo>
                  <a:cubicBezTo>
                    <a:pt x="238" y="2"/>
                    <a:pt x="239" y="2"/>
                    <a:pt x="239" y="2"/>
                  </a:cubicBezTo>
                  <a:cubicBezTo>
                    <a:pt x="239" y="62"/>
                    <a:pt x="239" y="62"/>
                    <a:pt x="239" y="62"/>
                  </a:cubicBezTo>
                  <a:cubicBezTo>
                    <a:pt x="236" y="62"/>
                    <a:pt x="236" y="62"/>
                    <a:pt x="236" y="62"/>
                  </a:cubicBezTo>
                  <a:lnTo>
                    <a:pt x="236" y="2"/>
                  </a:lnTo>
                  <a:close/>
                  <a:moveTo>
                    <a:pt x="241" y="2"/>
                  </a:moveTo>
                  <a:cubicBezTo>
                    <a:pt x="244" y="2"/>
                    <a:pt x="244" y="2"/>
                    <a:pt x="244" y="2"/>
                  </a:cubicBezTo>
                  <a:cubicBezTo>
                    <a:pt x="244" y="62"/>
                    <a:pt x="244" y="62"/>
                    <a:pt x="244" y="62"/>
                  </a:cubicBezTo>
                  <a:cubicBezTo>
                    <a:pt x="241" y="62"/>
                    <a:pt x="241" y="62"/>
                    <a:pt x="241" y="62"/>
                  </a:cubicBezTo>
                  <a:lnTo>
                    <a:pt x="241" y="2"/>
                  </a:lnTo>
                  <a:close/>
                  <a:moveTo>
                    <a:pt x="246" y="2"/>
                  </a:moveTo>
                  <a:cubicBezTo>
                    <a:pt x="249" y="2"/>
                    <a:pt x="249" y="2"/>
                    <a:pt x="249" y="2"/>
                  </a:cubicBezTo>
                  <a:cubicBezTo>
                    <a:pt x="249" y="62"/>
                    <a:pt x="249" y="62"/>
                    <a:pt x="249" y="62"/>
                  </a:cubicBezTo>
                  <a:cubicBezTo>
                    <a:pt x="246" y="62"/>
                    <a:pt x="246" y="62"/>
                    <a:pt x="246" y="62"/>
                  </a:cubicBezTo>
                  <a:lnTo>
                    <a:pt x="246" y="2"/>
                  </a:lnTo>
                  <a:close/>
                  <a:moveTo>
                    <a:pt x="251" y="2"/>
                  </a:moveTo>
                  <a:cubicBezTo>
                    <a:pt x="254" y="2"/>
                    <a:pt x="254" y="2"/>
                    <a:pt x="254" y="2"/>
                  </a:cubicBezTo>
                  <a:cubicBezTo>
                    <a:pt x="254" y="62"/>
                    <a:pt x="254" y="62"/>
                    <a:pt x="254" y="62"/>
                  </a:cubicBezTo>
                  <a:cubicBezTo>
                    <a:pt x="251" y="62"/>
                    <a:pt x="251" y="62"/>
                    <a:pt x="251" y="62"/>
                  </a:cubicBezTo>
                  <a:lnTo>
                    <a:pt x="251" y="2"/>
                  </a:lnTo>
                  <a:close/>
                  <a:moveTo>
                    <a:pt x="256" y="2"/>
                  </a:moveTo>
                  <a:cubicBezTo>
                    <a:pt x="259" y="2"/>
                    <a:pt x="259" y="2"/>
                    <a:pt x="259" y="2"/>
                  </a:cubicBezTo>
                  <a:cubicBezTo>
                    <a:pt x="259" y="62"/>
                    <a:pt x="259" y="62"/>
                    <a:pt x="259" y="62"/>
                  </a:cubicBezTo>
                  <a:cubicBezTo>
                    <a:pt x="256" y="62"/>
                    <a:pt x="256" y="62"/>
                    <a:pt x="256" y="62"/>
                  </a:cubicBezTo>
                  <a:lnTo>
                    <a:pt x="256" y="2"/>
                  </a:lnTo>
                  <a:close/>
                  <a:moveTo>
                    <a:pt x="260" y="2"/>
                  </a:moveTo>
                  <a:cubicBezTo>
                    <a:pt x="263" y="2"/>
                    <a:pt x="263" y="2"/>
                    <a:pt x="263" y="2"/>
                  </a:cubicBezTo>
                  <a:cubicBezTo>
                    <a:pt x="263" y="62"/>
                    <a:pt x="263" y="62"/>
                    <a:pt x="263" y="62"/>
                  </a:cubicBezTo>
                  <a:cubicBezTo>
                    <a:pt x="260" y="62"/>
                    <a:pt x="260" y="62"/>
                    <a:pt x="260" y="62"/>
                  </a:cubicBezTo>
                  <a:lnTo>
                    <a:pt x="260" y="2"/>
                  </a:lnTo>
                  <a:close/>
                  <a:moveTo>
                    <a:pt x="265" y="2"/>
                  </a:moveTo>
                  <a:cubicBezTo>
                    <a:pt x="268" y="2"/>
                    <a:pt x="268" y="2"/>
                    <a:pt x="268" y="2"/>
                  </a:cubicBezTo>
                  <a:cubicBezTo>
                    <a:pt x="268" y="62"/>
                    <a:pt x="268" y="62"/>
                    <a:pt x="268" y="62"/>
                  </a:cubicBezTo>
                  <a:cubicBezTo>
                    <a:pt x="265" y="62"/>
                    <a:pt x="265" y="62"/>
                    <a:pt x="265" y="62"/>
                  </a:cubicBezTo>
                  <a:lnTo>
                    <a:pt x="265" y="2"/>
                  </a:lnTo>
                  <a:close/>
                  <a:moveTo>
                    <a:pt x="270" y="2"/>
                  </a:moveTo>
                  <a:cubicBezTo>
                    <a:pt x="273" y="2"/>
                    <a:pt x="273" y="2"/>
                    <a:pt x="273" y="2"/>
                  </a:cubicBezTo>
                  <a:cubicBezTo>
                    <a:pt x="273" y="62"/>
                    <a:pt x="273" y="62"/>
                    <a:pt x="273" y="62"/>
                  </a:cubicBezTo>
                  <a:cubicBezTo>
                    <a:pt x="270" y="62"/>
                    <a:pt x="270" y="62"/>
                    <a:pt x="270" y="62"/>
                  </a:cubicBezTo>
                  <a:lnTo>
                    <a:pt x="270" y="2"/>
                  </a:lnTo>
                  <a:close/>
                  <a:moveTo>
                    <a:pt x="275" y="2"/>
                  </a:moveTo>
                  <a:cubicBezTo>
                    <a:pt x="278" y="2"/>
                    <a:pt x="278" y="2"/>
                    <a:pt x="278" y="2"/>
                  </a:cubicBezTo>
                  <a:cubicBezTo>
                    <a:pt x="278" y="62"/>
                    <a:pt x="278" y="62"/>
                    <a:pt x="278" y="62"/>
                  </a:cubicBezTo>
                  <a:cubicBezTo>
                    <a:pt x="275" y="62"/>
                    <a:pt x="275" y="62"/>
                    <a:pt x="275" y="62"/>
                  </a:cubicBezTo>
                  <a:lnTo>
                    <a:pt x="275" y="2"/>
                  </a:lnTo>
                  <a:close/>
                  <a:moveTo>
                    <a:pt x="280" y="2"/>
                  </a:moveTo>
                  <a:cubicBezTo>
                    <a:pt x="283" y="2"/>
                    <a:pt x="283" y="2"/>
                    <a:pt x="283" y="2"/>
                  </a:cubicBezTo>
                  <a:cubicBezTo>
                    <a:pt x="283" y="62"/>
                    <a:pt x="283" y="62"/>
                    <a:pt x="283" y="62"/>
                  </a:cubicBezTo>
                  <a:cubicBezTo>
                    <a:pt x="280" y="62"/>
                    <a:pt x="280" y="62"/>
                    <a:pt x="280" y="62"/>
                  </a:cubicBezTo>
                  <a:lnTo>
                    <a:pt x="280" y="2"/>
                  </a:lnTo>
                  <a:close/>
                  <a:moveTo>
                    <a:pt x="285" y="2"/>
                  </a:moveTo>
                  <a:cubicBezTo>
                    <a:pt x="288" y="2"/>
                    <a:pt x="288" y="2"/>
                    <a:pt x="288" y="2"/>
                  </a:cubicBezTo>
                  <a:cubicBezTo>
                    <a:pt x="288" y="62"/>
                    <a:pt x="288" y="62"/>
                    <a:pt x="288" y="62"/>
                  </a:cubicBezTo>
                  <a:cubicBezTo>
                    <a:pt x="285" y="62"/>
                    <a:pt x="285" y="62"/>
                    <a:pt x="285" y="62"/>
                  </a:cubicBezTo>
                  <a:lnTo>
                    <a:pt x="285" y="2"/>
                  </a:lnTo>
                  <a:close/>
                  <a:moveTo>
                    <a:pt x="289" y="2"/>
                  </a:moveTo>
                  <a:cubicBezTo>
                    <a:pt x="292" y="2"/>
                    <a:pt x="292" y="2"/>
                    <a:pt x="292" y="2"/>
                  </a:cubicBezTo>
                  <a:cubicBezTo>
                    <a:pt x="292" y="62"/>
                    <a:pt x="292" y="62"/>
                    <a:pt x="292" y="62"/>
                  </a:cubicBezTo>
                  <a:cubicBezTo>
                    <a:pt x="289" y="62"/>
                    <a:pt x="289" y="62"/>
                    <a:pt x="289" y="62"/>
                  </a:cubicBezTo>
                  <a:lnTo>
                    <a:pt x="289" y="2"/>
                  </a:lnTo>
                  <a:close/>
                  <a:moveTo>
                    <a:pt x="294" y="2"/>
                  </a:moveTo>
                  <a:cubicBezTo>
                    <a:pt x="297" y="2"/>
                    <a:pt x="297" y="2"/>
                    <a:pt x="297" y="2"/>
                  </a:cubicBezTo>
                  <a:cubicBezTo>
                    <a:pt x="297" y="62"/>
                    <a:pt x="297" y="62"/>
                    <a:pt x="297" y="62"/>
                  </a:cubicBezTo>
                  <a:cubicBezTo>
                    <a:pt x="294" y="62"/>
                    <a:pt x="294" y="62"/>
                    <a:pt x="294" y="62"/>
                  </a:cubicBezTo>
                  <a:lnTo>
                    <a:pt x="294" y="2"/>
                  </a:lnTo>
                  <a:close/>
                  <a:moveTo>
                    <a:pt x="299" y="2"/>
                  </a:moveTo>
                  <a:cubicBezTo>
                    <a:pt x="302" y="2"/>
                    <a:pt x="302" y="2"/>
                    <a:pt x="302" y="2"/>
                  </a:cubicBezTo>
                  <a:cubicBezTo>
                    <a:pt x="302" y="62"/>
                    <a:pt x="302" y="62"/>
                    <a:pt x="302" y="62"/>
                  </a:cubicBezTo>
                  <a:cubicBezTo>
                    <a:pt x="299" y="62"/>
                    <a:pt x="299" y="62"/>
                    <a:pt x="299" y="62"/>
                  </a:cubicBezTo>
                  <a:lnTo>
                    <a:pt x="299" y="2"/>
                  </a:lnTo>
                  <a:close/>
                  <a:moveTo>
                    <a:pt x="304" y="2"/>
                  </a:moveTo>
                  <a:cubicBezTo>
                    <a:pt x="307" y="2"/>
                    <a:pt x="307" y="2"/>
                    <a:pt x="307" y="2"/>
                  </a:cubicBezTo>
                  <a:cubicBezTo>
                    <a:pt x="307" y="62"/>
                    <a:pt x="307" y="62"/>
                    <a:pt x="307" y="62"/>
                  </a:cubicBezTo>
                  <a:cubicBezTo>
                    <a:pt x="304" y="62"/>
                    <a:pt x="304" y="62"/>
                    <a:pt x="304" y="62"/>
                  </a:cubicBezTo>
                  <a:lnTo>
                    <a:pt x="304" y="2"/>
                  </a:lnTo>
                  <a:close/>
                  <a:moveTo>
                    <a:pt x="309" y="2"/>
                  </a:moveTo>
                  <a:cubicBezTo>
                    <a:pt x="312" y="2"/>
                    <a:pt x="312" y="2"/>
                    <a:pt x="312" y="2"/>
                  </a:cubicBezTo>
                  <a:cubicBezTo>
                    <a:pt x="312" y="62"/>
                    <a:pt x="312" y="62"/>
                    <a:pt x="312" y="62"/>
                  </a:cubicBezTo>
                  <a:cubicBezTo>
                    <a:pt x="309" y="62"/>
                    <a:pt x="309" y="62"/>
                    <a:pt x="309" y="62"/>
                  </a:cubicBezTo>
                  <a:lnTo>
                    <a:pt x="309" y="2"/>
                  </a:lnTo>
                  <a:close/>
                  <a:moveTo>
                    <a:pt x="313" y="2"/>
                  </a:moveTo>
                  <a:cubicBezTo>
                    <a:pt x="316" y="2"/>
                    <a:pt x="316" y="2"/>
                    <a:pt x="316" y="2"/>
                  </a:cubicBezTo>
                  <a:cubicBezTo>
                    <a:pt x="316" y="62"/>
                    <a:pt x="316" y="62"/>
                    <a:pt x="316" y="62"/>
                  </a:cubicBezTo>
                  <a:cubicBezTo>
                    <a:pt x="313" y="62"/>
                    <a:pt x="313" y="62"/>
                    <a:pt x="313" y="62"/>
                  </a:cubicBezTo>
                  <a:lnTo>
                    <a:pt x="313" y="2"/>
                  </a:lnTo>
                  <a:close/>
                  <a:moveTo>
                    <a:pt x="318" y="2"/>
                  </a:moveTo>
                  <a:cubicBezTo>
                    <a:pt x="321" y="2"/>
                    <a:pt x="321" y="2"/>
                    <a:pt x="321" y="2"/>
                  </a:cubicBezTo>
                  <a:cubicBezTo>
                    <a:pt x="321" y="62"/>
                    <a:pt x="321" y="62"/>
                    <a:pt x="321" y="62"/>
                  </a:cubicBezTo>
                  <a:cubicBezTo>
                    <a:pt x="318" y="62"/>
                    <a:pt x="318" y="62"/>
                    <a:pt x="318" y="62"/>
                  </a:cubicBezTo>
                  <a:lnTo>
                    <a:pt x="318" y="2"/>
                  </a:lnTo>
                  <a:close/>
                  <a:moveTo>
                    <a:pt x="182" y="18"/>
                  </a:moveTo>
                  <a:cubicBezTo>
                    <a:pt x="182" y="19"/>
                    <a:pt x="182" y="19"/>
                    <a:pt x="182" y="19"/>
                  </a:cubicBezTo>
                  <a:cubicBezTo>
                    <a:pt x="181" y="19"/>
                    <a:pt x="180" y="19"/>
                    <a:pt x="179" y="19"/>
                  </a:cubicBezTo>
                  <a:cubicBezTo>
                    <a:pt x="180" y="19"/>
                    <a:pt x="181" y="18"/>
                    <a:pt x="182" y="18"/>
                  </a:cubicBezTo>
                  <a:close/>
                  <a:moveTo>
                    <a:pt x="192" y="22"/>
                  </a:moveTo>
                  <a:cubicBezTo>
                    <a:pt x="191" y="27"/>
                    <a:pt x="191" y="27"/>
                    <a:pt x="191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1" y="23"/>
                    <a:pt x="131" y="23"/>
                    <a:pt x="131" y="23"/>
                  </a:cubicBezTo>
                  <a:cubicBezTo>
                    <a:pt x="137" y="22"/>
                    <a:pt x="166" y="18"/>
                    <a:pt x="192" y="22"/>
                  </a:cubicBezTo>
                  <a:close/>
                  <a:moveTo>
                    <a:pt x="151" y="19"/>
                  </a:moveTo>
                  <a:cubicBezTo>
                    <a:pt x="151" y="18"/>
                    <a:pt x="151" y="18"/>
                    <a:pt x="151" y="18"/>
                  </a:cubicBezTo>
                  <a:cubicBezTo>
                    <a:pt x="152" y="19"/>
                    <a:pt x="152" y="19"/>
                    <a:pt x="152" y="19"/>
                  </a:cubicBezTo>
                  <a:cubicBezTo>
                    <a:pt x="152" y="19"/>
                    <a:pt x="152" y="19"/>
                    <a:pt x="151" y="19"/>
                  </a:cubicBezTo>
                  <a:close/>
                  <a:moveTo>
                    <a:pt x="95" y="2"/>
                  </a:moveTo>
                  <a:cubicBezTo>
                    <a:pt x="113" y="62"/>
                    <a:pt x="113" y="62"/>
                    <a:pt x="113" y="62"/>
                  </a:cubicBezTo>
                  <a:cubicBezTo>
                    <a:pt x="110" y="62"/>
                    <a:pt x="110" y="62"/>
                    <a:pt x="110" y="62"/>
                  </a:cubicBezTo>
                  <a:cubicBezTo>
                    <a:pt x="92" y="2"/>
                    <a:pt x="92" y="2"/>
                    <a:pt x="92" y="2"/>
                  </a:cubicBezTo>
                  <a:cubicBezTo>
                    <a:pt x="93" y="2"/>
                    <a:pt x="94" y="2"/>
                    <a:pt x="95" y="2"/>
                  </a:cubicBezTo>
                  <a:close/>
                  <a:moveTo>
                    <a:pt x="2" y="2"/>
                  </a:moveTo>
                  <a:cubicBezTo>
                    <a:pt x="90" y="2"/>
                    <a:pt x="90" y="2"/>
                    <a:pt x="90" y="2"/>
                  </a:cubicBezTo>
                  <a:cubicBezTo>
                    <a:pt x="108" y="62"/>
                    <a:pt x="108" y="62"/>
                    <a:pt x="108" y="62"/>
                  </a:cubicBezTo>
                  <a:cubicBezTo>
                    <a:pt x="2" y="62"/>
                    <a:pt x="2" y="62"/>
                    <a:pt x="2" y="62"/>
                  </a:cubicBezTo>
                  <a:lnTo>
                    <a:pt x="2" y="2"/>
                  </a:lnTo>
                  <a:close/>
                  <a:moveTo>
                    <a:pt x="115" y="62"/>
                  </a:moveTo>
                  <a:cubicBezTo>
                    <a:pt x="97" y="2"/>
                    <a:pt x="97" y="2"/>
                    <a:pt x="97" y="2"/>
                  </a:cubicBezTo>
                  <a:cubicBezTo>
                    <a:pt x="98" y="2"/>
                    <a:pt x="99" y="3"/>
                    <a:pt x="100" y="3"/>
                  </a:cubicBezTo>
                  <a:cubicBezTo>
                    <a:pt x="100" y="3"/>
                    <a:pt x="100" y="3"/>
                    <a:pt x="100" y="3"/>
                  </a:cubicBezTo>
                  <a:cubicBezTo>
                    <a:pt x="118" y="62"/>
                    <a:pt x="118" y="62"/>
                    <a:pt x="118" y="62"/>
                  </a:cubicBezTo>
                  <a:cubicBezTo>
                    <a:pt x="118" y="62"/>
                    <a:pt x="118" y="62"/>
                    <a:pt x="118" y="62"/>
                  </a:cubicBezTo>
                  <a:lnTo>
                    <a:pt x="115" y="62"/>
                  </a:lnTo>
                  <a:close/>
                  <a:moveTo>
                    <a:pt x="129" y="55"/>
                  </a:moveTo>
                  <a:cubicBezTo>
                    <a:pt x="129" y="55"/>
                    <a:pt x="129" y="55"/>
                    <a:pt x="129" y="55"/>
                  </a:cubicBezTo>
                  <a:cubicBezTo>
                    <a:pt x="193" y="55"/>
                    <a:pt x="193" y="55"/>
                    <a:pt x="193" y="55"/>
                  </a:cubicBezTo>
                  <a:cubicBezTo>
                    <a:pt x="194" y="55"/>
                    <a:pt x="194" y="55"/>
                    <a:pt x="194" y="55"/>
                  </a:cubicBezTo>
                  <a:cubicBezTo>
                    <a:pt x="196" y="57"/>
                    <a:pt x="196" y="57"/>
                    <a:pt x="196" y="57"/>
                  </a:cubicBezTo>
                  <a:cubicBezTo>
                    <a:pt x="196" y="57"/>
                    <a:pt x="196" y="58"/>
                    <a:pt x="196" y="58"/>
                  </a:cubicBezTo>
                  <a:cubicBezTo>
                    <a:pt x="126" y="58"/>
                    <a:pt x="126" y="58"/>
                    <a:pt x="126" y="58"/>
                  </a:cubicBezTo>
                  <a:lnTo>
                    <a:pt x="129" y="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4" name="Freeform 221"/>
            <p:cNvSpPr>
              <a:spLocks noEditPoints="1"/>
            </p:cNvSpPr>
            <p:nvPr userDrawn="1"/>
          </p:nvSpPr>
          <p:spPr bwMode="auto">
            <a:xfrm>
              <a:off x="-6350" y="4583113"/>
              <a:ext cx="2128838" cy="265113"/>
            </a:xfrm>
            <a:custGeom>
              <a:avLst/>
              <a:gdLst>
                <a:gd name="T0" fmla="*/ 1332 w 1341"/>
                <a:gd name="T1" fmla="*/ 163 h 167"/>
                <a:gd name="T2" fmla="*/ 1332 w 1341"/>
                <a:gd name="T3" fmla="*/ 163 h 167"/>
                <a:gd name="T4" fmla="*/ 1336 w 1341"/>
                <a:gd name="T5" fmla="*/ 163 h 167"/>
                <a:gd name="T6" fmla="*/ 1328 w 1341"/>
                <a:gd name="T7" fmla="*/ 61 h 167"/>
                <a:gd name="T8" fmla="*/ 1101 w 1341"/>
                <a:gd name="T9" fmla="*/ 0 h 167"/>
                <a:gd name="T10" fmla="*/ 940 w 1341"/>
                <a:gd name="T11" fmla="*/ 61 h 167"/>
                <a:gd name="T12" fmla="*/ 853 w 1341"/>
                <a:gd name="T13" fmla="*/ 0 h 167"/>
                <a:gd name="T14" fmla="*/ 692 w 1341"/>
                <a:gd name="T15" fmla="*/ 61 h 167"/>
                <a:gd name="T16" fmla="*/ 600 w 1341"/>
                <a:gd name="T17" fmla="*/ 4 h 167"/>
                <a:gd name="T18" fmla="*/ 439 w 1341"/>
                <a:gd name="T19" fmla="*/ 61 h 167"/>
                <a:gd name="T20" fmla="*/ 352 w 1341"/>
                <a:gd name="T21" fmla="*/ 4 h 167"/>
                <a:gd name="T22" fmla="*/ 191 w 1341"/>
                <a:gd name="T23" fmla="*/ 61 h 167"/>
                <a:gd name="T24" fmla="*/ 0 w 1341"/>
                <a:gd name="T25" fmla="*/ 167 h 167"/>
                <a:gd name="T26" fmla="*/ 605 w 1341"/>
                <a:gd name="T27" fmla="*/ 150 h 167"/>
                <a:gd name="T28" fmla="*/ 1319 w 1341"/>
                <a:gd name="T29" fmla="*/ 70 h 167"/>
                <a:gd name="T30" fmla="*/ 1101 w 1341"/>
                <a:gd name="T31" fmla="*/ 158 h 167"/>
                <a:gd name="T32" fmla="*/ 1319 w 1341"/>
                <a:gd name="T33" fmla="*/ 70 h 167"/>
                <a:gd name="T34" fmla="*/ 1092 w 1341"/>
                <a:gd name="T35" fmla="*/ 8 h 167"/>
                <a:gd name="T36" fmla="*/ 949 w 1341"/>
                <a:gd name="T37" fmla="*/ 154 h 167"/>
                <a:gd name="T38" fmla="*/ 940 w 1341"/>
                <a:gd name="T39" fmla="*/ 70 h 167"/>
                <a:gd name="T40" fmla="*/ 853 w 1341"/>
                <a:gd name="T41" fmla="*/ 158 h 167"/>
                <a:gd name="T42" fmla="*/ 940 w 1341"/>
                <a:gd name="T43" fmla="*/ 70 h 167"/>
                <a:gd name="T44" fmla="*/ 844 w 1341"/>
                <a:gd name="T45" fmla="*/ 8 h 167"/>
                <a:gd name="T46" fmla="*/ 696 w 1341"/>
                <a:gd name="T47" fmla="*/ 154 h 167"/>
                <a:gd name="T48" fmla="*/ 692 w 1341"/>
                <a:gd name="T49" fmla="*/ 70 h 167"/>
                <a:gd name="T50" fmla="*/ 600 w 1341"/>
                <a:gd name="T51" fmla="*/ 158 h 167"/>
                <a:gd name="T52" fmla="*/ 692 w 1341"/>
                <a:gd name="T53" fmla="*/ 70 h 167"/>
                <a:gd name="T54" fmla="*/ 592 w 1341"/>
                <a:gd name="T55" fmla="*/ 13 h 167"/>
                <a:gd name="T56" fmla="*/ 587 w 1341"/>
                <a:gd name="T57" fmla="*/ 158 h 167"/>
                <a:gd name="T58" fmla="*/ 448 w 1341"/>
                <a:gd name="T59" fmla="*/ 13 h 167"/>
                <a:gd name="T60" fmla="*/ 439 w 1341"/>
                <a:gd name="T61" fmla="*/ 158 h 167"/>
                <a:gd name="T62" fmla="*/ 352 w 1341"/>
                <a:gd name="T63" fmla="*/ 70 h 167"/>
                <a:gd name="T64" fmla="*/ 196 w 1341"/>
                <a:gd name="T65" fmla="*/ 13 h 167"/>
                <a:gd name="T66" fmla="*/ 344 w 1341"/>
                <a:gd name="T67" fmla="*/ 158 h 167"/>
                <a:gd name="T68" fmla="*/ 196 w 1341"/>
                <a:gd name="T69" fmla="*/ 13 h 167"/>
                <a:gd name="T70" fmla="*/ 191 w 1341"/>
                <a:gd name="T71" fmla="*/ 70 h 167"/>
                <a:gd name="T72" fmla="*/ 8 w 1341"/>
                <a:gd name="T73" fmla="*/ 158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341" h="167">
                  <a:moveTo>
                    <a:pt x="600" y="167"/>
                  </a:moveTo>
                  <a:lnTo>
                    <a:pt x="1332" y="163"/>
                  </a:lnTo>
                  <a:lnTo>
                    <a:pt x="1332" y="163"/>
                  </a:lnTo>
                  <a:lnTo>
                    <a:pt x="1332" y="163"/>
                  </a:lnTo>
                  <a:lnTo>
                    <a:pt x="1336" y="163"/>
                  </a:lnTo>
                  <a:lnTo>
                    <a:pt x="1336" y="163"/>
                  </a:lnTo>
                  <a:lnTo>
                    <a:pt x="1341" y="163"/>
                  </a:lnTo>
                  <a:lnTo>
                    <a:pt x="1328" y="61"/>
                  </a:lnTo>
                  <a:lnTo>
                    <a:pt x="1101" y="61"/>
                  </a:lnTo>
                  <a:lnTo>
                    <a:pt x="1101" y="0"/>
                  </a:lnTo>
                  <a:lnTo>
                    <a:pt x="940" y="0"/>
                  </a:lnTo>
                  <a:lnTo>
                    <a:pt x="940" y="61"/>
                  </a:lnTo>
                  <a:lnTo>
                    <a:pt x="853" y="61"/>
                  </a:lnTo>
                  <a:lnTo>
                    <a:pt x="853" y="0"/>
                  </a:lnTo>
                  <a:lnTo>
                    <a:pt x="692" y="0"/>
                  </a:lnTo>
                  <a:lnTo>
                    <a:pt x="692" y="61"/>
                  </a:lnTo>
                  <a:lnTo>
                    <a:pt x="600" y="61"/>
                  </a:lnTo>
                  <a:lnTo>
                    <a:pt x="600" y="4"/>
                  </a:lnTo>
                  <a:lnTo>
                    <a:pt x="439" y="4"/>
                  </a:lnTo>
                  <a:lnTo>
                    <a:pt x="439" y="61"/>
                  </a:lnTo>
                  <a:lnTo>
                    <a:pt x="352" y="61"/>
                  </a:lnTo>
                  <a:lnTo>
                    <a:pt x="352" y="4"/>
                  </a:lnTo>
                  <a:lnTo>
                    <a:pt x="191" y="4"/>
                  </a:lnTo>
                  <a:lnTo>
                    <a:pt x="191" y="61"/>
                  </a:lnTo>
                  <a:lnTo>
                    <a:pt x="26" y="61"/>
                  </a:lnTo>
                  <a:lnTo>
                    <a:pt x="0" y="167"/>
                  </a:lnTo>
                  <a:lnTo>
                    <a:pt x="587" y="167"/>
                  </a:lnTo>
                  <a:lnTo>
                    <a:pt x="605" y="150"/>
                  </a:lnTo>
                  <a:lnTo>
                    <a:pt x="600" y="167"/>
                  </a:lnTo>
                  <a:close/>
                  <a:moveTo>
                    <a:pt x="1319" y="70"/>
                  </a:moveTo>
                  <a:lnTo>
                    <a:pt x="1332" y="154"/>
                  </a:lnTo>
                  <a:lnTo>
                    <a:pt x="1101" y="158"/>
                  </a:lnTo>
                  <a:lnTo>
                    <a:pt x="1101" y="70"/>
                  </a:lnTo>
                  <a:lnTo>
                    <a:pt x="1319" y="70"/>
                  </a:lnTo>
                  <a:close/>
                  <a:moveTo>
                    <a:pt x="949" y="8"/>
                  </a:moveTo>
                  <a:lnTo>
                    <a:pt x="1092" y="8"/>
                  </a:lnTo>
                  <a:lnTo>
                    <a:pt x="1092" y="154"/>
                  </a:lnTo>
                  <a:lnTo>
                    <a:pt x="949" y="154"/>
                  </a:lnTo>
                  <a:lnTo>
                    <a:pt x="949" y="8"/>
                  </a:lnTo>
                  <a:close/>
                  <a:moveTo>
                    <a:pt x="940" y="70"/>
                  </a:moveTo>
                  <a:lnTo>
                    <a:pt x="940" y="158"/>
                  </a:lnTo>
                  <a:lnTo>
                    <a:pt x="853" y="158"/>
                  </a:lnTo>
                  <a:lnTo>
                    <a:pt x="853" y="70"/>
                  </a:lnTo>
                  <a:lnTo>
                    <a:pt x="940" y="70"/>
                  </a:lnTo>
                  <a:close/>
                  <a:moveTo>
                    <a:pt x="696" y="8"/>
                  </a:moveTo>
                  <a:lnTo>
                    <a:pt x="844" y="8"/>
                  </a:lnTo>
                  <a:lnTo>
                    <a:pt x="844" y="154"/>
                  </a:lnTo>
                  <a:lnTo>
                    <a:pt x="696" y="154"/>
                  </a:lnTo>
                  <a:lnTo>
                    <a:pt x="696" y="8"/>
                  </a:lnTo>
                  <a:close/>
                  <a:moveTo>
                    <a:pt x="692" y="70"/>
                  </a:moveTo>
                  <a:lnTo>
                    <a:pt x="692" y="158"/>
                  </a:lnTo>
                  <a:lnTo>
                    <a:pt x="600" y="158"/>
                  </a:lnTo>
                  <a:lnTo>
                    <a:pt x="600" y="70"/>
                  </a:lnTo>
                  <a:lnTo>
                    <a:pt x="692" y="70"/>
                  </a:lnTo>
                  <a:close/>
                  <a:moveTo>
                    <a:pt x="448" y="13"/>
                  </a:moveTo>
                  <a:lnTo>
                    <a:pt x="592" y="13"/>
                  </a:lnTo>
                  <a:lnTo>
                    <a:pt x="592" y="158"/>
                  </a:lnTo>
                  <a:lnTo>
                    <a:pt x="587" y="158"/>
                  </a:lnTo>
                  <a:lnTo>
                    <a:pt x="448" y="158"/>
                  </a:lnTo>
                  <a:lnTo>
                    <a:pt x="448" y="13"/>
                  </a:lnTo>
                  <a:close/>
                  <a:moveTo>
                    <a:pt x="439" y="70"/>
                  </a:moveTo>
                  <a:lnTo>
                    <a:pt x="439" y="158"/>
                  </a:lnTo>
                  <a:lnTo>
                    <a:pt x="352" y="158"/>
                  </a:lnTo>
                  <a:lnTo>
                    <a:pt x="352" y="70"/>
                  </a:lnTo>
                  <a:lnTo>
                    <a:pt x="439" y="70"/>
                  </a:lnTo>
                  <a:close/>
                  <a:moveTo>
                    <a:pt x="196" y="13"/>
                  </a:moveTo>
                  <a:lnTo>
                    <a:pt x="344" y="13"/>
                  </a:lnTo>
                  <a:lnTo>
                    <a:pt x="344" y="158"/>
                  </a:lnTo>
                  <a:lnTo>
                    <a:pt x="196" y="158"/>
                  </a:lnTo>
                  <a:lnTo>
                    <a:pt x="196" y="13"/>
                  </a:lnTo>
                  <a:close/>
                  <a:moveTo>
                    <a:pt x="30" y="70"/>
                  </a:moveTo>
                  <a:lnTo>
                    <a:pt x="191" y="70"/>
                  </a:lnTo>
                  <a:lnTo>
                    <a:pt x="191" y="158"/>
                  </a:lnTo>
                  <a:lnTo>
                    <a:pt x="8" y="158"/>
                  </a:lnTo>
                  <a:lnTo>
                    <a:pt x="30" y="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222"/>
            <p:cNvSpPr>
              <a:spLocks noEditPoints="1"/>
            </p:cNvSpPr>
            <p:nvPr userDrawn="1"/>
          </p:nvSpPr>
          <p:spPr bwMode="auto">
            <a:xfrm>
              <a:off x="366713" y="4630738"/>
              <a:ext cx="103188" cy="176213"/>
            </a:xfrm>
            <a:custGeom>
              <a:avLst/>
              <a:gdLst>
                <a:gd name="T0" fmla="*/ 13 w 15"/>
                <a:gd name="T1" fmla="*/ 8 h 25"/>
                <a:gd name="T2" fmla="*/ 11 w 15"/>
                <a:gd name="T3" fmla="*/ 9 h 25"/>
                <a:gd name="T4" fmla="*/ 10 w 15"/>
                <a:gd name="T5" fmla="*/ 10 h 25"/>
                <a:gd name="T6" fmla="*/ 7 w 15"/>
                <a:gd name="T7" fmla="*/ 13 h 25"/>
                <a:gd name="T8" fmla="*/ 6 w 15"/>
                <a:gd name="T9" fmla="*/ 13 h 25"/>
                <a:gd name="T10" fmla="*/ 8 w 15"/>
                <a:gd name="T11" fmla="*/ 11 h 25"/>
                <a:gd name="T12" fmla="*/ 11 w 15"/>
                <a:gd name="T13" fmla="*/ 7 h 25"/>
                <a:gd name="T14" fmla="*/ 12 w 15"/>
                <a:gd name="T15" fmla="*/ 5 h 25"/>
                <a:gd name="T16" fmla="*/ 11 w 15"/>
                <a:gd name="T17" fmla="*/ 4 h 25"/>
                <a:gd name="T18" fmla="*/ 10 w 15"/>
                <a:gd name="T19" fmla="*/ 2 h 25"/>
                <a:gd name="T20" fmla="*/ 9 w 15"/>
                <a:gd name="T21" fmla="*/ 1 h 25"/>
                <a:gd name="T22" fmla="*/ 7 w 15"/>
                <a:gd name="T23" fmla="*/ 1 h 25"/>
                <a:gd name="T24" fmla="*/ 7 w 15"/>
                <a:gd name="T25" fmla="*/ 2 h 25"/>
                <a:gd name="T26" fmla="*/ 7 w 15"/>
                <a:gd name="T27" fmla="*/ 5 h 25"/>
                <a:gd name="T28" fmla="*/ 7 w 15"/>
                <a:gd name="T29" fmla="*/ 6 h 25"/>
                <a:gd name="T30" fmla="*/ 7 w 15"/>
                <a:gd name="T31" fmla="*/ 9 h 25"/>
                <a:gd name="T32" fmla="*/ 4 w 15"/>
                <a:gd name="T33" fmla="*/ 11 h 25"/>
                <a:gd name="T34" fmla="*/ 3 w 15"/>
                <a:gd name="T35" fmla="*/ 12 h 25"/>
                <a:gd name="T36" fmla="*/ 4 w 15"/>
                <a:gd name="T37" fmla="*/ 13 h 25"/>
                <a:gd name="T38" fmla="*/ 5 w 15"/>
                <a:gd name="T39" fmla="*/ 13 h 25"/>
                <a:gd name="T40" fmla="*/ 4 w 15"/>
                <a:gd name="T41" fmla="*/ 15 h 25"/>
                <a:gd name="T42" fmla="*/ 3 w 15"/>
                <a:gd name="T43" fmla="*/ 17 h 25"/>
                <a:gd name="T44" fmla="*/ 1 w 15"/>
                <a:gd name="T45" fmla="*/ 20 h 25"/>
                <a:gd name="T46" fmla="*/ 0 w 15"/>
                <a:gd name="T47" fmla="*/ 20 h 25"/>
                <a:gd name="T48" fmla="*/ 1 w 15"/>
                <a:gd name="T49" fmla="*/ 22 h 25"/>
                <a:gd name="T50" fmla="*/ 2 w 15"/>
                <a:gd name="T51" fmla="*/ 25 h 25"/>
                <a:gd name="T52" fmla="*/ 4 w 15"/>
                <a:gd name="T53" fmla="*/ 23 h 25"/>
                <a:gd name="T54" fmla="*/ 4 w 15"/>
                <a:gd name="T55" fmla="*/ 22 h 25"/>
                <a:gd name="T56" fmla="*/ 3 w 15"/>
                <a:gd name="T57" fmla="*/ 20 h 25"/>
                <a:gd name="T58" fmla="*/ 5 w 15"/>
                <a:gd name="T59" fmla="*/ 18 h 25"/>
                <a:gd name="T60" fmla="*/ 6 w 15"/>
                <a:gd name="T61" fmla="*/ 20 h 25"/>
                <a:gd name="T62" fmla="*/ 7 w 15"/>
                <a:gd name="T63" fmla="*/ 21 h 25"/>
                <a:gd name="T64" fmla="*/ 6 w 15"/>
                <a:gd name="T65" fmla="*/ 22 h 25"/>
                <a:gd name="T66" fmla="*/ 7 w 15"/>
                <a:gd name="T67" fmla="*/ 23 h 25"/>
                <a:gd name="T68" fmla="*/ 8 w 15"/>
                <a:gd name="T69" fmla="*/ 24 h 25"/>
                <a:gd name="T70" fmla="*/ 9 w 15"/>
                <a:gd name="T71" fmla="*/ 23 h 25"/>
                <a:gd name="T72" fmla="*/ 11 w 15"/>
                <a:gd name="T73" fmla="*/ 21 h 25"/>
                <a:gd name="T74" fmla="*/ 13 w 15"/>
                <a:gd name="T75" fmla="*/ 22 h 25"/>
                <a:gd name="T76" fmla="*/ 14 w 15"/>
                <a:gd name="T77" fmla="*/ 18 h 25"/>
                <a:gd name="T78" fmla="*/ 14 w 15"/>
                <a:gd name="T79" fmla="*/ 17 h 25"/>
                <a:gd name="T80" fmla="*/ 14 w 15"/>
                <a:gd name="T81" fmla="*/ 13 h 25"/>
                <a:gd name="T82" fmla="*/ 15 w 15"/>
                <a:gd name="T83" fmla="*/ 10 h 25"/>
                <a:gd name="T84" fmla="*/ 14 w 15"/>
                <a:gd name="T85" fmla="*/ 8 h 25"/>
                <a:gd name="T86" fmla="*/ 8 w 15"/>
                <a:gd name="T87" fmla="*/ 15 h 25"/>
                <a:gd name="T88" fmla="*/ 8 w 15"/>
                <a:gd name="T89" fmla="*/ 17 h 25"/>
                <a:gd name="T90" fmla="*/ 7 w 15"/>
                <a:gd name="T91" fmla="*/ 18 h 25"/>
                <a:gd name="T92" fmla="*/ 7 w 15"/>
                <a:gd name="T93" fmla="*/ 16 h 25"/>
                <a:gd name="T94" fmla="*/ 7 w 15"/>
                <a:gd name="T95" fmla="*/ 14 h 25"/>
                <a:gd name="T96" fmla="*/ 8 w 15"/>
                <a:gd name="T97" fmla="*/ 14 h 25"/>
                <a:gd name="T98" fmla="*/ 9 w 15"/>
                <a:gd name="T99" fmla="*/ 14 h 25"/>
                <a:gd name="T100" fmla="*/ 11 w 15"/>
                <a:gd name="T101" fmla="*/ 14 h 25"/>
                <a:gd name="T102" fmla="*/ 11 w 15"/>
                <a:gd name="T103" fmla="*/ 16 h 25"/>
                <a:gd name="T104" fmla="*/ 11 w 15"/>
                <a:gd name="T105" fmla="*/ 20 h 25"/>
                <a:gd name="T106" fmla="*/ 10 w 15"/>
                <a:gd name="T107" fmla="*/ 19 h 25"/>
                <a:gd name="T108" fmla="*/ 9 w 15"/>
                <a:gd name="T109" fmla="*/ 18 h 25"/>
                <a:gd name="T110" fmla="*/ 9 w 15"/>
                <a:gd name="T111" fmla="*/ 16 h 25"/>
                <a:gd name="T112" fmla="*/ 10 w 15"/>
                <a:gd name="T113" fmla="*/ 13 h 25"/>
                <a:gd name="T114" fmla="*/ 10 w 15"/>
                <a:gd name="T115" fmla="*/ 11 h 25"/>
                <a:gd name="T116" fmla="*/ 12 w 15"/>
                <a:gd name="T117" fmla="*/ 10 h 25"/>
                <a:gd name="T118" fmla="*/ 11 w 15"/>
                <a:gd name="T119" fmla="*/ 1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5" h="25">
                  <a:moveTo>
                    <a:pt x="14" y="8"/>
                  </a:moveTo>
                  <a:cubicBezTo>
                    <a:pt x="14" y="8"/>
                    <a:pt x="13" y="8"/>
                    <a:pt x="13" y="8"/>
                  </a:cubicBezTo>
                  <a:cubicBezTo>
                    <a:pt x="13" y="8"/>
                    <a:pt x="12" y="8"/>
                    <a:pt x="12" y="8"/>
                  </a:cubicBezTo>
                  <a:cubicBezTo>
                    <a:pt x="12" y="8"/>
                    <a:pt x="11" y="8"/>
                    <a:pt x="11" y="9"/>
                  </a:cubicBezTo>
                  <a:cubicBezTo>
                    <a:pt x="11" y="9"/>
                    <a:pt x="11" y="9"/>
                    <a:pt x="11" y="10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0" y="10"/>
                    <a:pt x="10" y="10"/>
                    <a:pt x="10" y="11"/>
                  </a:cubicBezTo>
                  <a:cubicBezTo>
                    <a:pt x="9" y="11"/>
                    <a:pt x="8" y="12"/>
                    <a:pt x="7" y="13"/>
                  </a:cubicBezTo>
                  <a:cubicBezTo>
                    <a:pt x="7" y="13"/>
                    <a:pt x="7" y="13"/>
                    <a:pt x="7" y="14"/>
                  </a:cubicBezTo>
                  <a:cubicBezTo>
                    <a:pt x="7" y="14"/>
                    <a:pt x="7" y="13"/>
                    <a:pt x="6" y="13"/>
                  </a:cubicBezTo>
                  <a:cubicBezTo>
                    <a:pt x="7" y="13"/>
                    <a:pt x="7" y="12"/>
                    <a:pt x="7" y="12"/>
                  </a:cubicBezTo>
                  <a:cubicBezTo>
                    <a:pt x="7" y="11"/>
                    <a:pt x="7" y="11"/>
                    <a:pt x="8" y="11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9" y="9"/>
                    <a:pt x="10" y="8"/>
                    <a:pt x="11" y="7"/>
                  </a:cubicBezTo>
                  <a:cubicBezTo>
                    <a:pt x="11" y="7"/>
                    <a:pt x="12" y="7"/>
                    <a:pt x="12" y="6"/>
                  </a:cubicBezTo>
                  <a:cubicBezTo>
                    <a:pt x="12" y="6"/>
                    <a:pt x="12" y="6"/>
                    <a:pt x="12" y="5"/>
                  </a:cubicBezTo>
                  <a:cubicBezTo>
                    <a:pt x="11" y="5"/>
                    <a:pt x="11" y="6"/>
                    <a:pt x="10" y="5"/>
                  </a:cubicBezTo>
                  <a:cubicBezTo>
                    <a:pt x="10" y="5"/>
                    <a:pt x="11" y="4"/>
                    <a:pt x="11" y="4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0" y="3"/>
                    <a:pt x="10" y="3"/>
                    <a:pt x="10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2"/>
                    <a:pt x="9" y="1"/>
                    <a:pt x="9" y="1"/>
                  </a:cubicBezTo>
                  <a:cubicBezTo>
                    <a:pt x="9" y="0"/>
                    <a:pt x="8" y="0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7" y="2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3"/>
                    <a:pt x="7" y="4"/>
                    <a:pt x="7" y="4"/>
                  </a:cubicBezTo>
                  <a:cubicBezTo>
                    <a:pt x="7" y="4"/>
                    <a:pt x="7" y="4"/>
                    <a:pt x="7" y="5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7" y="6"/>
                    <a:pt x="7" y="6"/>
                    <a:pt x="7" y="7"/>
                  </a:cubicBezTo>
                  <a:cubicBezTo>
                    <a:pt x="7" y="8"/>
                    <a:pt x="7" y="8"/>
                    <a:pt x="7" y="9"/>
                  </a:cubicBezTo>
                  <a:cubicBezTo>
                    <a:pt x="7" y="9"/>
                    <a:pt x="6" y="9"/>
                    <a:pt x="6" y="9"/>
                  </a:cubicBezTo>
                  <a:cubicBezTo>
                    <a:pt x="5" y="10"/>
                    <a:pt x="4" y="11"/>
                    <a:pt x="4" y="11"/>
                  </a:cubicBezTo>
                  <a:cubicBezTo>
                    <a:pt x="4" y="11"/>
                    <a:pt x="3" y="12"/>
                    <a:pt x="3" y="12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3" y="12"/>
                    <a:pt x="3" y="13"/>
                    <a:pt x="3" y="13"/>
                  </a:cubicBezTo>
                  <a:cubicBezTo>
                    <a:pt x="3" y="13"/>
                    <a:pt x="4" y="13"/>
                    <a:pt x="4" y="13"/>
                  </a:cubicBezTo>
                  <a:cubicBezTo>
                    <a:pt x="4" y="13"/>
                    <a:pt x="4" y="13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6" y="13"/>
                    <a:pt x="6" y="14"/>
                    <a:pt x="6" y="14"/>
                  </a:cubicBezTo>
                  <a:cubicBezTo>
                    <a:pt x="6" y="15"/>
                    <a:pt x="5" y="15"/>
                    <a:pt x="4" y="15"/>
                  </a:cubicBezTo>
                  <a:cubicBezTo>
                    <a:pt x="4" y="16"/>
                    <a:pt x="5" y="16"/>
                    <a:pt x="5" y="16"/>
                  </a:cubicBezTo>
                  <a:cubicBezTo>
                    <a:pt x="4" y="16"/>
                    <a:pt x="4" y="17"/>
                    <a:pt x="3" y="17"/>
                  </a:cubicBezTo>
                  <a:cubicBezTo>
                    <a:pt x="3" y="17"/>
                    <a:pt x="3" y="18"/>
                    <a:pt x="3" y="18"/>
                  </a:cubicBezTo>
                  <a:cubicBezTo>
                    <a:pt x="2" y="19"/>
                    <a:pt x="2" y="19"/>
                    <a:pt x="1" y="20"/>
                  </a:cubicBezTo>
                  <a:cubicBezTo>
                    <a:pt x="1" y="19"/>
                    <a:pt x="1" y="19"/>
                    <a:pt x="1" y="18"/>
                  </a:cubicBezTo>
                  <a:cubicBezTo>
                    <a:pt x="0" y="19"/>
                    <a:pt x="0" y="19"/>
                    <a:pt x="0" y="20"/>
                  </a:cubicBezTo>
                  <a:cubicBezTo>
                    <a:pt x="0" y="20"/>
                    <a:pt x="0" y="21"/>
                    <a:pt x="0" y="21"/>
                  </a:cubicBezTo>
                  <a:cubicBezTo>
                    <a:pt x="1" y="21"/>
                    <a:pt x="1" y="22"/>
                    <a:pt x="1" y="22"/>
                  </a:cubicBezTo>
                  <a:cubicBezTo>
                    <a:pt x="1" y="23"/>
                    <a:pt x="1" y="23"/>
                    <a:pt x="1" y="24"/>
                  </a:cubicBezTo>
                  <a:cubicBezTo>
                    <a:pt x="2" y="24"/>
                    <a:pt x="2" y="24"/>
                    <a:pt x="2" y="25"/>
                  </a:cubicBezTo>
                  <a:cubicBezTo>
                    <a:pt x="3" y="25"/>
                    <a:pt x="3" y="25"/>
                    <a:pt x="3" y="25"/>
                  </a:cubicBezTo>
                  <a:cubicBezTo>
                    <a:pt x="4" y="24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2"/>
                    <a:pt x="4" y="22"/>
                  </a:cubicBezTo>
                  <a:cubicBezTo>
                    <a:pt x="3" y="22"/>
                    <a:pt x="2" y="22"/>
                    <a:pt x="2" y="21"/>
                  </a:cubicBezTo>
                  <a:cubicBezTo>
                    <a:pt x="2" y="21"/>
                    <a:pt x="3" y="20"/>
                    <a:pt x="3" y="20"/>
                  </a:cubicBezTo>
                  <a:cubicBezTo>
                    <a:pt x="3" y="19"/>
                    <a:pt x="3" y="19"/>
                    <a:pt x="4" y="19"/>
                  </a:cubicBezTo>
                  <a:cubicBezTo>
                    <a:pt x="5" y="19"/>
                    <a:pt x="5" y="18"/>
                    <a:pt x="5" y="18"/>
                  </a:cubicBezTo>
                  <a:cubicBezTo>
                    <a:pt x="5" y="18"/>
                    <a:pt x="6" y="18"/>
                    <a:pt x="6" y="19"/>
                  </a:cubicBezTo>
                  <a:cubicBezTo>
                    <a:pt x="6" y="19"/>
                    <a:pt x="5" y="19"/>
                    <a:pt x="6" y="20"/>
                  </a:cubicBezTo>
                  <a:cubicBezTo>
                    <a:pt x="6" y="20"/>
                    <a:pt x="6" y="19"/>
                    <a:pt x="6" y="19"/>
                  </a:cubicBezTo>
                  <a:cubicBezTo>
                    <a:pt x="7" y="19"/>
                    <a:pt x="7" y="21"/>
                    <a:pt x="7" y="21"/>
                  </a:cubicBezTo>
                  <a:cubicBezTo>
                    <a:pt x="6" y="21"/>
                    <a:pt x="6" y="21"/>
                    <a:pt x="6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7" y="22"/>
                    <a:pt x="7" y="22"/>
                  </a:cubicBezTo>
                  <a:cubicBezTo>
                    <a:pt x="7" y="22"/>
                    <a:pt x="7" y="23"/>
                    <a:pt x="7" y="23"/>
                  </a:cubicBezTo>
                  <a:cubicBezTo>
                    <a:pt x="7" y="23"/>
                    <a:pt x="8" y="24"/>
                    <a:pt x="8" y="24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8" y="24"/>
                    <a:pt x="8" y="24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2"/>
                    <a:pt x="9" y="21"/>
                    <a:pt x="9" y="20"/>
                  </a:cubicBezTo>
                  <a:cubicBezTo>
                    <a:pt x="10" y="20"/>
                    <a:pt x="10" y="21"/>
                    <a:pt x="11" y="21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22"/>
                    <a:pt x="12" y="22"/>
                    <a:pt x="13" y="22"/>
                  </a:cubicBezTo>
                  <a:cubicBezTo>
                    <a:pt x="13" y="21"/>
                    <a:pt x="14" y="21"/>
                    <a:pt x="14" y="20"/>
                  </a:cubicBezTo>
                  <a:cubicBezTo>
                    <a:pt x="14" y="20"/>
                    <a:pt x="14" y="19"/>
                    <a:pt x="14" y="18"/>
                  </a:cubicBezTo>
                  <a:cubicBezTo>
                    <a:pt x="14" y="18"/>
                    <a:pt x="14" y="18"/>
                    <a:pt x="14" y="17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14" y="16"/>
                    <a:pt x="14" y="15"/>
                    <a:pt x="14" y="15"/>
                  </a:cubicBezTo>
                  <a:cubicBezTo>
                    <a:pt x="14" y="14"/>
                    <a:pt x="14" y="13"/>
                    <a:pt x="14" y="13"/>
                  </a:cubicBezTo>
                  <a:cubicBezTo>
                    <a:pt x="14" y="12"/>
                    <a:pt x="15" y="12"/>
                    <a:pt x="15" y="11"/>
                  </a:cubicBezTo>
                  <a:cubicBezTo>
                    <a:pt x="15" y="11"/>
                    <a:pt x="15" y="10"/>
                    <a:pt x="15" y="10"/>
                  </a:cubicBezTo>
                  <a:cubicBezTo>
                    <a:pt x="15" y="10"/>
                    <a:pt x="15" y="9"/>
                    <a:pt x="14" y="9"/>
                  </a:cubicBezTo>
                  <a:cubicBezTo>
                    <a:pt x="14" y="9"/>
                    <a:pt x="14" y="9"/>
                    <a:pt x="14" y="8"/>
                  </a:cubicBezTo>
                  <a:close/>
                  <a:moveTo>
                    <a:pt x="8" y="15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6"/>
                    <a:pt x="8" y="16"/>
                  </a:cubicBezTo>
                  <a:cubicBezTo>
                    <a:pt x="8" y="16"/>
                    <a:pt x="8" y="16"/>
                    <a:pt x="8" y="17"/>
                  </a:cubicBezTo>
                  <a:cubicBezTo>
                    <a:pt x="8" y="17"/>
                    <a:pt x="8" y="17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7"/>
                    <a:pt x="7" y="17"/>
                    <a:pt x="7" y="16"/>
                  </a:cubicBezTo>
                  <a:cubicBezTo>
                    <a:pt x="7" y="16"/>
                    <a:pt x="7" y="16"/>
                    <a:pt x="7" y="16"/>
                  </a:cubicBezTo>
                  <a:cubicBezTo>
                    <a:pt x="7" y="16"/>
                    <a:pt x="7" y="15"/>
                    <a:pt x="7" y="15"/>
                  </a:cubicBezTo>
                  <a:cubicBezTo>
                    <a:pt x="7" y="15"/>
                    <a:pt x="7" y="14"/>
                    <a:pt x="7" y="14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8" y="14"/>
                    <a:pt x="8" y="14"/>
                  </a:cubicBezTo>
                  <a:cubicBezTo>
                    <a:pt x="8" y="14"/>
                    <a:pt x="8" y="13"/>
                    <a:pt x="8" y="13"/>
                  </a:cubicBezTo>
                  <a:cubicBezTo>
                    <a:pt x="8" y="13"/>
                    <a:pt x="8" y="14"/>
                    <a:pt x="9" y="14"/>
                  </a:cubicBezTo>
                  <a:cubicBezTo>
                    <a:pt x="8" y="14"/>
                    <a:pt x="8" y="14"/>
                    <a:pt x="8" y="15"/>
                  </a:cubicBezTo>
                  <a:close/>
                  <a:moveTo>
                    <a:pt x="11" y="14"/>
                  </a:moveTo>
                  <a:cubicBezTo>
                    <a:pt x="11" y="14"/>
                    <a:pt x="11" y="14"/>
                    <a:pt x="11" y="15"/>
                  </a:cubicBezTo>
                  <a:cubicBezTo>
                    <a:pt x="11" y="15"/>
                    <a:pt x="11" y="15"/>
                    <a:pt x="11" y="16"/>
                  </a:cubicBezTo>
                  <a:cubicBezTo>
                    <a:pt x="11" y="16"/>
                    <a:pt x="11" y="16"/>
                    <a:pt x="11" y="17"/>
                  </a:cubicBezTo>
                  <a:cubicBezTo>
                    <a:pt x="11" y="18"/>
                    <a:pt x="11" y="19"/>
                    <a:pt x="11" y="20"/>
                  </a:cubicBezTo>
                  <a:cubicBezTo>
                    <a:pt x="11" y="20"/>
                    <a:pt x="10" y="20"/>
                    <a:pt x="9" y="20"/>
                  </a:cubicBezTo>
                  <a:cubicBezTo>
                    <a:pt x="9" y="20"/>
                    <a:pt x="10" y="19"/>
                    <a:pt x="10" y="19"/>
                  </a:cubicBezTo>
                  <a:cubicBezTo>
                    <a:pt x="10" y="18"/>
                    <a:pt x="9" y="19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10" y="14"/>
                    <a:pt x="11" y="13"/>
                    <a:pt x="10" y="13"/>
                  </a:cubicBezTo>
                  <a:cubicBezTo>
                    <a:pt x="10" y="13"/>
                    <a:pt x="10" y="12"/>
                    <a:pt x="9" y="12"/>
                  </a:cubicBezTo>
                  <a:cubicBezTo>
                    <a:pt x="9" y="12"/>
                    <a:pt x="10" y="11"/>
                    <a:pt x="10" y="11"/>
                  </a:cubicBezTo>
                  <a:cubicBezTo>
                    <a:pt x="11" y="11"/>
                    <a:pt x="11" y="10"/>
                    <a:pt x="11" y="10"/>
                  </a:cubicBezTo>
                  <a:cubicBezTo>
                    <a:pt x="11" y="10"/>
                    <a:pt x="12" y="10"/>
                    <a:pt x="12" y="10"/>
                  </a:cubicBezTo>
                  <a:cubicBezTo>
                    <a:pt x="12" y="11"/>
                    <a:pt x="11" y="12"/>
                    <a:pt x="11" y="13"/>
                  </a:cubicBezTo>
                  <a:cubicBezTo>
                    <a:pt x="11" y="13"/>
                    <a:pt x="11" y="14"/>
                    <a:pt x="11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Freeform 223"/>
            <p:cNvSpPr/>
            <p:nvPr userDrawn="1"/>
          </p:nvSpPr>
          <p:spPr bwMode="auto">
            <a:xfrm>
              <a:off x="1160463" y="4652963"/>
              <a:ext cx="90488" cy="125413"/>
            </a:xfrm>
            <a:custGeom>
              <a:avLst/>
              <a:gdLst>
                <a:gd name="T0" fmla="*/ 11 w 13"/>
                <a:gd name="T1" fmla="*/ 7 h 18"/>
                <a:gd name="T2" fmla="*/ 13 w 13"/>
                <a:gd name="T3" fmla="*/ 6 h 18"/>
                <a:gd name="T4" fmla="*/ 13 w 13"/>
                <a:gd name="T5" fmla="*/ 5 h 18"/>
                <a:gd name="T6" fmla="*/ 12 w 13"/>
                <a:gd name="T7" fmla="*/ 5 h 18"/>
                <a:gd name="T8" fmla="*/ 11 w 13"/>
                <a:gd name="T9" fmla="*/ 5 h 18"/>
                <a:gd name="T10" fmla="*/ 11 w 13"/>
                <a:gd name="T11" fmla="*/ 5 h 18"/>
                <a:gd name="T12" fmla="*/ 11 w 13"/>
                <a:gd name="T13" fmla="*/ 6 h 18"/>
                <a:gd name="T14" fmla="*/ 10 w 13"/>
                <a:gd name="T15" fmla="*/ 6 h 18"/>
                <a:gd name="T16" fmla="*/ 9 w 13"/>
                <a:gd name="T17" fmla="*/ 7 h 18"/>
                <a:gd name="T18" fmla="*/ 8 w 13"/>
                <a:gd name="T19" fmla="*/ 7 h 18"/>
                <a:gd name="T20" fmla="*/ 8 w 13"/>
                <a:gd name="T21" fmla="*/ 5 h 18"/>
                <a:gd name="T22" fmla="*/ 8 w 13"/>
                <a:gd name="T23" fmla="*/ 4 h 18"/>
                <a:gd name="T24" fmla="*/ 9 w 13"/>
                <a:gd name="T25" fmla="*/ 3 h 18"/>
                <a:gd name="T26" fmla="*/ 9 w 13"/>
                <a:gd name="T27" fmla="*/ 2 h 18"/>
                <a:gd name="T28" fmla="*/ 9 w 13"/>
                <a:gd name="T29" fmla="*/ 1 h 18"/>
                <a:gd name="T30" fmla="*/ 8 w 13"/>
                <a:gd name="T31" fmla="*/ 1 h 18"/>
                <a:gd name="T32" fmla="*/ 7 w 13"/>
                <a:gd name="T33" fmla="*/ 0 h 18"/>
                <a:gd name="T34" fmla="*/ 6 w 13"/>
                <a:gd name="T35" fmla="*/ 1 h 18"/>
                <a:gd name="T36" fmla="*/ 7 w 13"/>
                <a:gd name="T37" fmla="*/ 2 h 18"/>
                <a:gd name="T38" fmla="*/ 6 w 13"/>
                <a:gd name="T39" fmla="*/ 5 h 18"/>
                <a:gd name="T40" fmla="*/ 6 w 13"/>
                <a:gd name="T41" fmla="*/ 7 h 18"/>
                <a:gd name="T42" fmla="*/ 6 w 13"/>
                <a:gd name="T43" fmla="*/ 8 h 18"/>
                <a:gd name="T44" fmla="*/ 6 w 13"/>
                <a:gd name="T45" fmla="*/ 8 h 18"/>
                <a:gd name="T46" fmla="*/ 5 w 13"/>
                <a:gd name="T47" fmla="*/ 9 h 18"/>
                <a:gd name="T48" fmla="*/ 2 w 13"/>
                <a:gd name="T49" fmla="*/ 9 h 18"/>
                <a:gd name="T50" fmla="*/ 2 w 13"/>
                <a:gd name="T51" fmla="*/ 10 h 18"/>
                <a:gd name="T52" fmla="*/ 1 w 13"/>
                <a:gd name="T53" fmla="*/ 10 h 18"/>
                <a:gd name="T54" fmla="*/ 1 w 13"/>
                <a:gd name="T55" fmla="*/ 10 h 18"/>
                <a:gd name="T56" fmla="*/ 2 w 13"/>
                <a:gd name="T57" fmla="*/ 12 h 18"/>
                <a:gd name="T58" fmla="*/ 2 w 13"/>
                <a:gd name="T59" fmla="*/ 12 h 18"/>
                <a:gd name="T60" fmla="*/ 3 w 13"/>
                <a:gd name="T61" fmla="*/ 12 h 18"/>
                <a:gd name="T62" fmla="*/ 3 w 13"/>
                <a:gd name="T63" fmla="*/ 11 h 18"/>
                <a:gd name="T64" fmla="*/ 5 w 13"/>
                <a:gd name="T65" fmla="*/ 10 h 18"/>
                <a:gd name="T66" fmla="*/ 6 w 13"/>
                <a:gd name="T67" fmla="*/ 9 h 18"/>
                <a:gd name="T68" fmla="*/ 6 w 13"/>
                <a:gd name="T69" fmla="*/ 10 h 18"/>
                <a:gd name="T70" fmla="*/ 6 w 13"/>
                <a:gd name="T71" fmla="*/ 11 h 18"/>
                <a:gd name="T72" fmla="*/ 6 w 13"/>
                <a:gd name="T73" fmla="*/ 11 h 18"/>
                <a:gd name="T74" fmla="*/ 4 w 13"/>
                <a:gd name="T75" fmla="*/ 14 h 18"/>
                <a:gd name="T76" fmla="*/ 2 w 13"/>
                <a:gd name="T77" fmla="*/ 16 h 18"/>
                <a:gd name="T78" fmla="*/ 1 w 13"/>
                <a:gd name="T79" fmla="*/ 16 h 18"/>
                <a:gd name="T80" fmla="*/ 0 w 13"/>
                <a:gd name="T81" fmla="*/ 17 h 18"/>
                <a:gd name="T82" fmla="*/ 2 w 13"/>
                <a:gd name="T83" fmla="*/ 17 h 18"/>
                <a:gd name="T84" fmla="*/ 2 w 13"/>
                <a:gd name="T85" fmla="*/ 17 h 18"/>
                <a:gd name="T86" fmla="*/ 4 w 13"/>
                <a:gd name="T87" fmla="*/ 16 h 18"/>
                <a:gd name="T88" fmla="*/ 5 w 13"/>
                <a:gd name="T89" fmla="*/ 15 h 18"/>
                <a:gd name="T90" fmla="*/ 6 w 13"/>
                <a:gd name="T91" fmla="*/ 14 h 18"/>
                <a:gd name="T92" fmla="*/ 7 w 13"/>
                <a:gd name="T93" fmla="*/ 12 h 18"/>
                <a:gd name="T94" fmla="*/ 7 w 13"/>
                <a:gd name="T95" fmla="*/ 11 h 18"/>
                <a:gd name="T96" fmla="*/ 8 w 13"/>
                <a:gd name="T97" fmla="*/ 8 h 18"/>
                <a:gd name="T98" fmla="*/ 9 w 13"/>
                <a:gd name="T99" fmla="*/ 8 h 18"/>
                <a:gd name="T100" fmla="*/ 11 w 13"/>
                <a:gd name="T101" fmla="*/ 7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3" h="18">
                  <a:moveTo>
                    <a:pt x="11" y="7"/>
                  </a:moveTo>
                  <a:cubicBezTo>
                    <a:pt x="12" y="7"/>
                    <a:pt x="12" y="7"/>
                    <a:pt x="13" y="6"/>
                  </a:cubicBezTo>
                  <a:cubicBezTo>
                    <a:pt x="13" y="6"/>
                    <a:pt x="13" y="6"/>
                    <a:pt x="13" y="5"/>
                  </a:cubicBezTo>
                  <a:cubicBezTo>
                    <a:pt x="13" y="5"/>
                    <a:pt x="12" y="5"/>
                    <a:pt x="12" y="5"/>
                  </a:cubicBezTo>
                  <a:cubicBezTo>
                    <a:pt x="12" y="5"/>
                    <a:pt x="12" y="5"/>
                    <a:pt x="11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0" y="5"/>
                    <a:pt x="11" y="5"/>
                    <a:pt x="11" y="6"/>
                  </a:cubicBezTo>
                  <a:cubicBezTo>
                    <a:pt x="11" y="6"/>
                    <a:pt x="10" y="6"/>
                    <a:pt x="10" y="6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6"/>
                    <a:pt x="8" y="6"/>
                    <a:pt x="8" y="5"/>
                  </a:cubicBezTo>
                  <a:cubicBezTo>
                    <a:pt x="8" y="5"/>
                    <a:pt x="8" y="5"/>
                    <a:pt x="8" y="4"/>
                  </a:cubicBezTo>
                  <a:cubicBezTo>
                    <a:pt x="9" y="4"/>
                    <a:pt x="8" y="3"/>
                    <a:pt x="9" y="3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2"/>
                    <a:pt x="9" y="1"/>
                    <a:pt x="9" y="1"/>
                  </a:cubicBezTo>
                  <a:cubicBezTo>
                    <a:pt x="9" y="1"/>
                    <a:pt x="8" y="1"/>
                    <a:pt x="8" y="1"/>
                  </a:cubicBezTo>
                  <a:cubicBezTo>
                    <a:pt x="8" y="0"/>
                    <a:pt x="8" y="0"/>
                    <a:pt x="7" y="0"/>
                  </a:cubicBezTo>
                  <a:cubicBezTo>
                    <a:pt x="7" y="0"/>
                    <a:pt x="6" y="1"/>
                    <a:pt x="6" y="1"/>
                  </a:cubicBezTo>
                  <a:cubicBezTo>
                    <a:pt x="6" y="1"/>
                    <a:pt x="6" y="2"/>
                    <a:pt x="7" y="2"/>
                  </a:cubicBezTo>
                  <a:cubicBezTo>
                    <a:pt x="7" y="3"/>
                    <a:pt x="7" y="4"/>
                    <a:pt x="6" y="5"/>
                  </a:cubicBezTo>
                  <a:cubicBezTo>
                    <a:pt x="6" y="6"/>
                    <a:pt x="6" y="6"/>
                    <a:pt x="6" y="7"/>
                  </a:cubicBezTo>
                  <a:cubicBezTo>
                    <a:pt x="6" y="7"/>
                    <a:pt x="7" y="8"/>
                    <a:pt x="6" y="8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5" y="8"/>
                    <a:pt x="5" y="9"/>
                    <a:pt x="5" y="9"/>
                  </a:cubicBezTo>
                  <a:cubicBezTo>
                    <a:pt x="4" y="9"/>
                    <a:pt x="3" y="9"/>
                    <a:pt x="2" y="9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0"/>
                    <a:pt x="1" y="10"/>
                    <a:pt x="1" y="10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11"/>
                    <a:pt x="1" y="11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3" y="12"/>
                    <a:pt x="3" y="12"/>
                  </a:cubicBezTo>
                  <a:cubicBezTo>
                    <a:pt x="3" y="12"/>
                    <a:pt x="3" y="12"/>
                    <a:pt x="3" y="11"/>
                  </a:cubicBezTo>
                  <a:cubicBezTo>
                    <a:pt x="4" y="11"/>
                    <a:pt x="5" y="11"/>
                    <a:pt x="5" y="10"/>
                  </a:cubicBezTo>
                  <a:cubicBezTo>
                    <a:pt x="5" y="10"/>
                    <a:pt x="5" y="9"/>
                    <a:pt x="6" y="9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6" y="10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3"/>
                    <a:pt x="4" y="14"/>
                    <a:pt x="4" y="14"/>
                  </a:cubicBezTo>
                  <a:cubicBezTo>
                    <a:pt x="3" y="15"/>
                    <a:pt x="3" y="15"/>
                    <a:pt x="2" y="16"/>
                  </a:cubicBezTo>
                  <a:cubicBezTo>
                    <a:pt x="2" y="16"/>
                    <a:pt x="1" y="16"/>
                    <a:pt x="1" y="16"/>
                  </a:cubicBezTo>
                  <a:cubicBezTo>
                    <a:pt x="1" y="17"/>
                    <a:pt x="0" y="17"/>
                    <a:pt x="0" y="17"/>
                  </a:cubicBezTo>
                  <a:cubicBezTo>
                    <a:pt x="1" y="18"/>
                    <a:pt x="2" y="17"/>
                    <a:pt x="2" y="17"/>
                  </a:cubicBezTo>
                  <a:cubicBezTo>
                    <a:pt x="2" y="17"/>
                    <a:pt x="2" y="17"/>
                    <a:pt x="2" y="17"/>
                  </a:cubicBezTo>
                  <a:cubicBezTo>
                    <a:pt x="3" y="17"/>
                    <a:pt x="4" y="16"/>
                    <a:pt x="4" y="16"/>
                  </a:cubicBezTo>
                  <a:cubicBezTo>
                    <a:pt x="5" y="16"/>
                    <a:pt x="5" y="16"/>
                    <a:pt x="5" y="15"/>
                  </a:cubicBezTo>
                  <a:cubicBezTo>
                    <a:pt x="5" y="15"/>
                    <a:pt x="6" y="15"/>
                    <a:pt x="6" y="14"/>
                  </a:cubicBezTo>
                  <a:cubicBezTo>
                    <a:pt x="7" y="13"/>
                    <a:pt x="7" y="13"/>
                    <a:pt x="7" y="12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8" y="10"/>
                    <a:pt x="8" y="9"/>
                    <a:pt x="8" y="8"/>
                  </a:cubicBezTo>
                  <a:cubicBezTo>
                    <a:pt x="8" y="8"/>
                    <a:pt x="8" y="8"/>
                    <a:pt x="9" y="8"/>
                  </a:cubicBezTo>
                  <a:cubicBezTo>
                    <a:pt x="9" y="8"/>
                    <a:pt x="10" y="7"/>
                    <a:pt x="11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7" name="Freeform 224"/>
            <p:cNvSpPr/>
            <p:nvPr userDrawn="1"/>
          </p:nvSpPr>
          <p:spPr bwMode="auto">
            <a:xfrm>
              <a:off x="1216025" y="4714875"/>
              <a:ext cx="55563" cy="49213"/>
            </a:xfrm>
            <a:custGeom>
              <a:avLst/>
              <a:gdLst>
                <a:gd name="T0" fmla="*/ 5 w 8"/>
                <a:gd name="T1" fmla="*/ 5 h 7"/>
                <a:gd name="T2" fmla="*/ 4 w 8"/>
                <a:gd name="T3" fmla="*/ 3 h 7"/>
                <a:gd name="T4" fmla="*/ 3 w 8"/>
                <a:gd name="T5" fmla="*/ 3 h 7"/>
                <a:gd name="T6" fmla="*/ 2 w 8"/>
                <a:gd name="T7" fmla="*/ 2 h 7"/>
                <a:gd name="T8" fmla="*/ 2 w 8"/>
                <a:gd name="T9" fmla="*/ 2 h 7"/>
                <a:gd name="T10" fmla="*/ 1 w 8"/>
                <a:gd name="T11" fmla="*/ 1 h 7"/>
                <a:gd name="T12" fmla="*/ 0 w 8"/>
                <a:gd name="T13" fmla="*/ 0 h 7"/>
                <a:gd name="T14" fmla="*/ 1 w 8"/>
                <a:gd name="T15" fmla="*/ 1 h 7"/>
                <a:gd name="T16" fmla="*/ 1 w 8"/>
                <a:gd name="T17" fmla="*/ 3 h 7"/>
                <a:gd name="T18" fmla="*/ 2 w 8"/>
                <a:gd name="T19" fmla="*/ 4 h 7"/>
                <a:gd name="T20" fmla="*/ 3 w 8"/>
                <a:gd name="T21" fmla="*/ 5 h 7"/>
                <a:gd name="T22" fmla="*/ 3 w 8"/>
                <a:gd name="T23" fmla="*/ 6 h 7"/>
                <a:gd name="T24" fmla="*/ 5 w 8"/>
                <a:gd name="T25" fmla="*/ 7 h 7"/>
                <a:gd name="T26" fmla="*/ 6 w 8"/>
                <a:gd name="T27" fmla="*/ 7 h 7"/>
                <a:gd name="T28" fmla="*/ 6 w 8"/>
                <a:gd name="T29" fmla="*/ 7 h 7"/>
                <a:gd name="T30" fmla="*/ 7 w 8"/>
                <a:gd name="T31" fmla="*/ 6 h 7"/>
                <a:gd name="T32" fmla="*/ 8 w 8"/>
                <a:gd name="T33" fmla="*/ 6 h 7"/>
                <a:gd name="T34" fmla="*/ 6 w 8"/>
                <a:gd name="T35" fmla="*/ 5 h 7"/>
                <a:gd name="T36" fmla="*/ 5 w 8"/>
                <a:gd name="T37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8" h="7">
                  <a:moveTo>
                    <a:pt x="5" y="5"/>
                  </a:moveTo>
                  <a:cubicBezTo>
                    <a:pt x="5" y="4"/>
                    <a:pt x="4" y="4"/>
                    <a:pt x="4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1" y="1"/>
                    <a:pt x="1" y="1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1" y="1"/>
                    <a:pt x="1" y="1"/>
                  </a:cubicBezTo>
                  <a:cubicBezTo>
                    <a:pt x="1" y="2"/>
                    <a:pt x="1" y="2"/>
                    <a:pt x="1" y="3"/>
                  </a:cubicBezTo>
                  <a:cubicBezTo>
                    <a:pt x="1" y="3"/>
                    <a:pt x="2" y="4"/>
                    <a:pt x="2" y="4"/>
                  </a:cubicBezTo>
                  <a:cubicBezTo>
                    <a:pt x="2" y="4"/>
                    <a:pt x="2" y="5"/>
                    <a:pt x="3" y="5"/>
                  </a:cubicBezTo>
                  <a:cubicBezTo>
                    <a:pt x="3" y="5"/>
                    <a:pt x="3" y="6"/>
                    <a:pt x="3" y="6"/>
                  </a:cubicBezTo>
                  <a:cubicBezTo>
                    <a:pt x="4" y="6"/>
                    <a:pt x="4" y="7"/>
                    <a:pt x="5" y="7"/>
                  </a:cubicBezTo>
                  <a:cubicBezTo>
                    <a:pt x="5" y="7"/>
                    <a:pt x="5" y="7"/>
                    <a:pt x="6" y="7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6" y="7"/>
                    <a:pt x="7" y="7"/>
                    <a:pt x="7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8" y="5"/>
                    <a:pt x="7" y="5"/>
                    <a:pt x="6" y="5"/>
                  </a:cubicBezTo>
                  <a:cubicBezTo>
                    <a:pt x="6" y="5"/>
                    <a:pt x="6" y="5"/>
                    <a:pt x="5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8" name="Freeform 225"/>
            <p:cNvSpPr>
              <a:spLocks noEditPoints="1"/>
            </p:cNvSpPr>
            <p:nvPr userDrawn="1"/>
          </p:nvSpPr>
          <p:spPr bwMode="auto">
            <a:xfrm>
              <a:off x="1562100" y="4638675"/>
              <a:ext cx="96838" cy="168275"/>
            </a:xfrm>
            <a:custGeom>
              <a:avLst/>
              <a:gdLst>
                <a:gd name="T0" fmla="*/ 12 w 14"/>
                <a:gd name="T1" fmla="*/ 5 h 24"/>
                <a:gd name="T2" fmla="*/ 14 w 14"/>
                <a:gd name="T3" fmla="*/ 2 h 24"/>
                <a:gd name="T4" fmla="*/ 13 w 14"/>
                <a:gd name="T5" fmla="*/ 1 h 24"/>
                <a:gd name="T6" fmla="*/ 11 w 14"/>
                <a:gd name="T7" fmla="*/ 4 h 24"/>
                <a:gd name="T8" fmla="*/ 10 w 14"/>
                <a:gd name="T9" fmla="*/ 5 h 24"/>
                <a:gd name="T10" fmla="*/ 9 w 14"/>
                <a:gd name="T11" fmla="*/ 7 h 24"/>
                <a:gd name="T12" fmla="*/ 10 w 14"/>
                <a:gd name="T13" fmla="*/ 9 h 24"/>
                <a:gd name="T14" fmla="*/ 8 w 14"/>
                <a:gd name="T15" fmla="*/ 6 h 24"/>
                <a:gd name="T16" fmla="*/ 9 w 14"/>
                <a:gd name="T17" fmla="*/ 3 h 24"/>
                <a:gd name="T18" fmla="*/ 9 w 14"/>
                <a:gd name="T19" fmla="*/ 0 h 24"/>
                <a:gd name="T20" fmla="*/ 7 w 14"/>
                <a:gd name="T21" fmla="*/ 2 h 24"/>
                <a:gd name="T22" fmla="*/ 5 w 14"/>
                <a:gd name="T23" fmla="*/ 5 h 24"/>
                <a:gd name="T24" fmla="*/ 3 w 14"/>
                <a:gd name="T25" fmla="*/ 6 h 24"/>
                <a:gd name="T26" fmla="*/ 4 w 14"/>
                <a:gd name="T27" fmla="*/ 8 h 24"/>
                <a:gd name="T28" fmla="*/ 2 w 14"/>
                <a:gd name="T29" fmla="*/ 8 h 24"/>
                <a:gd name="T30" fmla="*/ 2 w 14"/>
                <a:gd name="T31" fmla="*/ 11 h 24"/>
                <a:gd name="T32" fmla="*/ 4 w 14"/>
                <a:gd name="T33" fmla="*/ 11 h 24"/>
                <a:gd name="T34" fmla="*/ 5 w 14"/>
                <a:gd name="T35" fmla="*/ 9 h 24"/>
                <a:gd name="T36" fmla="*/ 5 w 14"/>
                <a:gd name="T37" fmla="*/ 11 h 24"/>
                <a:gd name="T38" fmla="*/ 9 w 14"/>
                <a:gd name="T39" fmla="*/ 9 h 24"/>
                <a:gd name="T40" fmla="*/ 7 w 14"/>
                <a:gd name="T41" fmla="*/ 12 h 24"/>
                <a:gd name="T42" fmla="*/ 4 w 14"/>
                <a:gd name="T43" fmla="*/ 13 h 24"/>
                <a:gd name="T44" fmla="*/ 5 w 14"/>
                <a:gd name="T45" fmla="*/ 14 h 24"/>
                <a:gd name="T46" fmla="*/ 9 w 14"/>
                <a:gd name="T47" fmla="*/ 11 h 24"/>
                <a:gd name="T48" fmla="*/ 8 w 14"/>
                <a:gd name="T49" fmla="*/ 15 h 24"/>
                <a:gd name="T50" fmla="*/ 6 w 14"/>
                <a:gd name="T51" fmla="*/ 18 h 24"/>
                <a:gd name="T52" fmla="*/ 4 w 14"/>
                <a:gd name="T53" fmla="*/ 20 h 24"/>
                <a:gd name="T54" fmla="*/ 0 w 14"/>
                <a:gd name="T55" fmla="*/ 22 h 24"/>
                <a:gd name="T56" fmla="*/ 4 w 14"/>
                <a:gd name="T57" fmla="*/ 21 h 24"/>
                <a:gd name="T58" fmla="*/ 8 w 14"/>
                <a:gd name="T59" fmla="*/ 18 h 24"/>
                <a:gd name="T60" fmla="*/ 8 w 14"/>
                <a:gd name="T61" fmla="*/ 22 h 24"/>
                <a:gd name="T62" fmla="*/ 6 w 14"/>
                <a:gd name="T63" fmla="*/ 23 h 24"/>
                <a:gd name="T64" fmla="*/ 9 w 14"/>
                <a:gd name="T65" fmla="*/ 23 h 24"/>
                <a:gd name="T66" fmla="*/ 11 w 14"/>
                <a:gd name="T67" fmla="*/ 21 h 24"/>
                <a:gd name="T68" fmla="*/ 9 w 14"/>
                <a:gd name="T69" fmla="*/ 18 h 24"/>
                <a:gd name="T70" fmla="*/ 11 w 14"/>
                <a:gd name="T71" fmla="*/ 17 h 24"/>
                <a:gd name="T72" fmla="*/ 9 w 14"/>
                <a:gd name="T73" fmla="*/ 14 h 24"/>
                <a:gd name="T74" fmla="*/ 14 w 14"/>
                <a:gd name="T75" fmla="*/ 9 h 24"/>
                <a:gd name="T76" fmla="*/ 11 w 14"/>
                <a:gd name="T77" fmla="*/ 9 h 24"/>
                <a:gd name="T78" fmla="*/ 12 w 14"/>
                <a:gd name="T79" fmla="*/ 6 h 24"/>
                <a:gd name="T80" fmla="*/ 5 w 14"/>
                <a:gd name="T81" fmla="*/ 6 h 24"/>
                <a:gd name="T82" fmla="*/ 7 w 14"/>
                <a:gd name="T83" fmla="*/ 8 h 24"/>
                <a:gd name="T84" fmla="*/ 7 w 14"/>
                <a:gd name="T85" fmla="*/ 8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" h="24">
                  <a:moveTo>
                    <a:pt x="12" y="6"/>
                  </a:moveTo>
                  <a:cubicBezTo>
                    <a:pt x="12" y="6"/>
                    <a:pt x="12" y="6"/>
                    <a:pt x="12" y="6"/>
                  </a:cubicBezTo>
                  <a:cubicBezTo>
                    <a:pt x="12" y="6"/>
                    <a:pt x="12" y="5"/>
                    <a:pt x="12" y="5"/>
                  </a:cubicBezTo>
                  <a:cubicBezTo>
                    <a:pt x="12" y="5"/>
                    <a:pt x="13" y="4"/>
                    <a:pt x="13" y="3"/>
                  </a:cubicBezTo>
                  <a:cubicBezTo>
                    <a:pt x="13" y="3"/>
                    <a:pt x="13" y="3"/>
                    <a:pt x="14" y="3"/>
                  </a:cubicBezTo>
                  <a:cubicBezTo>
                    <a:pt x="14" y="3"/>
                    <a:pt x="14" y="2"/>
                    <a:pt x="14" y="2"/>
                  </a:cubicBezTo>
                  <a:cubicBezTo>
                    <a:pt x="14" y="2"/>
                    <a:pt x="14" y="2"/>
                    <a:pt x="13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1"/>
                    <a:pt x="12" y="1"/>
                    <a:pt x="12" y="1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3"/>
                    <a:pt x="12" y="4"/>
                    <a:pt x="11" y="4"/>
                  </a:cubicBezTo>
                  <a:cubicBezTo>
                    <a:pt x="11" y="5"/>
                    <a:pt x="11" y="6"/>
                    <a:pt x="10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9" y="5"/>
                    <a:pt x="8" y="5"/>
                    <a:pt x="8" y="5"/>
                  </a:cubicBezTo>
                  <a:cubicBezTo>
                    <a:pt x="9" y="5"/>
                    <a:pt x="9" y="5"/>
                    <a:pt x="9" y="6"/>
                  </a:cubicBezTo>
                  <a:cubicBezTo>
                    <a:pt x="9" y="6"/>
                    <a:pt x="9" y="7"/>
                    <a:pt x="9" y="7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0" y="8"/>
                    <a:pt x="10" y="9"/>
                    <a:pt x="10" y="9"/>
                  </a:cubicBezTo>
                  <a:cubicBezTo>
                    <a:pt x="10" y="9"/>
                    <a:pt x="9" y="9"/>
                    <a:pt x="8" y="9"/>
                  </a:cubicBezTo>
                  <a:cubicBezTo>
                    <a:pt x="8" y="8"/>
                    <a:pt x="7" y="7"/>
                    <a:pt x="8" y="7"/>
                  </a:cubicBezTo>
                  <a:cubicBezTo>
                    <a:pt x="8" y="7"/>
                    <a:pt x="8" y="7"/>
                    <a:pt x="8" y="6"/>
                  </a:cubicBezTo>
                  <a:cubicBezTo>
                    <a:pt x="9" y="6"/>
                    <a:pt x="8" y="5"/>
                    <a:pt x="8" y="5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3"/>
                  </a:cubicBezTo>
                  <a:cubicBezTo>
                    <a:pt x="9" y="3"/>
                    <a:pt x="10" y="2"/>
                    <a:pt x="10" y="2"/>
                  </a:cubicBezTo>
                  <a:cubicBezTo>
                    <a:pt x="10" y="2"/>
                    <a:pt x="10" y="1"/>
                    <a:pt x="10" y="1"/>
                  </a:cubicBezTo>
                  <a:cubicBezTo>
                    <a:pt x="10" y="1"/>
                    <a:pt x="10" y="0"/>
                    <a:pt x="9" y="0"/>
                  </a:cubicBezTo>
                  <a:cubicBezTo>
                    <a:pt x="9" y="0"/>
                    <a:pt x="9" y="0"/>
                    <a:pt x="8" y="0"/>
                  </a:cubicBezTo>
                  <a:cubicBezTo>
                    <a:pt x="8" y="0"/>
                    <a:pt x="7" y="0"/>
                    <a:pt x="7" y="0"/>
                  </a:cubicBezTo>
                  <a:cubicBezTo>
                    <a:pt x="7" y="1"/>
                    <a:pt x="7" y="1"/>
                    <a:pt x="7" y="2"/>
                  </a:cubicBezTo>
                  <a:cubicBezTo>
                    <a:pt x="7" y="3"/>
                    <a:pt x="7" y="3"/>
                    <a:pt x="7" y="4"/>
                  </a:cubicBezTo>
                  <a:cubicBezTo>
                    <a:pt x="7" y="4"/>
                    <a:pt x="7" y="4"/>
                    <a:pt x="7" y="5"/>
                  </a:cubicBezTo>
                  <a:cubicBezTo>
                    <a:pt x="7" y="5"/>
                    <a:pt x="6" y="5"/>
                    <a:pt x="5" y="5"/>
                  </a:cubicBezTo>
                  <a:cubicBezTo>
                    <a:pt x="5" y="5"/>
                    <a:pt x="4" y="5"/>
                    <a:pt x="4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3" y="6"/>
                    <a:pt x="2" y="7"/>
                    <a:pt x="2" y="7"/>
                  </a:cubicBezTo>
                  <a:cubicBezTo>
                    <a:pt x="2" y="7"/>
                    <a:pt x="3" y="7"/>
                    <a:pt x="3" y="7"/>
                  </a:cubicBezTo>
                  <a:cubicBezTo>
                    <a:pt x="3" y="7"/>
                    <a:pt x="3" y="7"/>
                    <a:pt x="4" y="8"/>
                  </a:cubicBezTo>
                  <a:cubicBezTo>
                    <a:pt x="4" y="8"/>
                    <a:pt x="4" y="8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3" y="9"/>
                    <a:pt x="3" y="8"/>
                    <a:pt x="2" y="8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0"/>
                    <a:pt x="2" y="11"/>
                    <a:pt x="2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3" y="11"/>
                    <a:pt x="3" y="12"/>
                    <a:pt x="3" y="12"/>
                  </a:cubicBezTo>
                  <a:cubicBezTo>
                    <a:pt x="4" y="12"/>
                    <a:pt x="4" y="11"/>
                    <a:pt x="4" y="11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5" y="10"/>
                    <a:pt x="5" y="9"/>
                    <a:pt x="5" y="9"/>
                  </a:cubicBezTo>
                  <a:cubicBezTo>
                    <a:pt x="5" y="9"/>
                    <a:pt x="5" y="8"/>
                    <a:pt x="5" y="8"/>
                  </a:cubicBezTo>
                  <a:cubicBezTo>
                    <a:pt x="6" y="8"/>
                    <a:pt x="6" y="9"/>
                    <a:pt x="6" y="9"/>
                  </a:cubicBezTo>
                  <a:cubicBezTo>
                    <a:pt x="6" y="10"/>
                    <a:pt x="5" y="10"/>
                    <a:pt x="5" y="11"/>
                  </a:cubicBezTo>
                  <a:cubicBezTo>
                    <a:pt x="5" y="11"/>
                    <a:pt x="6" y="10"/>
                    <a:pt x="6" y="10"/>
                  </a:cubicBezTo>
                  <a:cubicBezTo>
                    <a:pt x="6" y="10"/>
                    <a:pt x="6" y="9"/>
                    <a:pt x="7" y="9"/>
                  </a:cubicBezTo>
                  <a:cubicBezTo>
                    <a:pt x="7" y="10"/>
                    <a:pt x="8" y="10"/>
                    <a:pt x="9" y="9"/>
                  </a:cubicBezTo>
                  <a:cubicBezTo>
                    <a:pt x="9" y="9"/>
                    <a:pt x="9" y="10"/>
                    <a:pt x="9" y="10"/>
                  </a:cubicBezTo>
                  <a:cubicBezTo>
                    <a:pt x="9" y="11"/>
                    <a:pt x="8" y="11"/>
                    <a:pt x="8" y="11"/>
                  </a:cubicBezTo>
                  <a:cubicBezTo>
                    <a:pt x="8" y="11"/>
                    <a:pt x="7" y="11"/>
                    <a:pt x="7" y="12"/>
                  </a:cubicBezTo>
                  <a:cubicBezTo>
                    <a:pt x="7" y="12"/>
                    <a:pt x="6" y="12"/>
                    <a:pt x="6" y="12"/>
                  </a:cubicBezTo>
                  <a:cubicBezTo>
                    <a:pt x="6" y="12"/>
                    <a:pt x="5" y="13"/>
                    <a:pt x="5" y="13"/>
                  </a:cubicBezTo>
                  <a:cubicBezTo>
                    <a:pt x="5" y="13"/>
                    <a:pt x="5" y="13"/>
                    <a:pt x="4" y="13"/>
                  </a:cubicBezTo>
                  <a:cubicBezTo>
                    <a:pt x="4" y="13"/>
                    <a:pt x="3" y="14"/>
                    <a:pt x="3" y="14"/>
                  </a:cubicBezTo>
                  <a:cubicBezTo>
                    <a:pt x="3" y="15"/>
                    <a:pt x="4" y="15"/>
                    <a:pt x="4" y="15"/>
                  </a:cubicBezTo>
                  <a:cubicBezTo>
                    <a:pt x="5" y="15"/>
                    <a:pt x="5" y="14"/>
                    <a:pt x="5" y="14"/>
                  </a:cubicBezTo>
                  <a:cubicBezTo>
                    <a:pt x="6" y="14"/>
                    <a:pt x="6" y="14"/>
                    <a:pt x="6" y="13"/>
                  </a:cubicBezTo>
                  <a:cubicBezTo>
                    <a:pt x="7" y="13"/>
                    <a:pt x="7" y="13"/>
                    <a:pt x="8" y="12"/>
                  </a:cubicBezTo>
                  <a:cubicBezTo>
                    <a:pt x="8" y="12"/>
                    <a:pt x="8" y="11"/>
                    <a:pt x="9" y="11"/>
                  </a:cubicBezTo>
                  <a:cubicBezTo>
                    <a:pt x="9" y="11"/>
                    <a:pt x="10" y="11"/>
                    <a:pt x="10" y="11"/>
                  </a:cubicBezTo>
                  <a:cubicBezTo>
                    <a:pt x="9" y="13"/>
                    <a:pt x="9" y="14"/>
                    <a:pt x="7" y="14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6"/>
                  </a:cubicBezTo>
                  <a:cubicBezTo>
                    <a:pt x="8" y="16"/>
                    <a:pt x="7" y="17"/>
                    <a:pt x="7" y="17"/>
                  </a:cubicBezTo>
                  <a:cubicBezTo>
                    <a:pt x="6" y="17"/>
                    <a:pt x="6" y="18"/>
                    <a:pt x="6" y="18"/>
                  </a:cubicBezTo>
                  <a:cubicBezTo>
                    <a:pt x="5" y="18"/>
                    <a:pt x="5" y="18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20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3" y="20"/>
                    <a:pt x="3" y="20"/>
                    <a:pt x="2" y="20"/>
                  </a:cubicBezTo>
                  <a:cubicBezTo>
                    <a:pt x="2" y="21"/>
                    <a:pt x="0" y="21"/>
                    <a:pt x="0" y="22"/>
                  </a:cubicBezTo>
                  <a:cubicBezTo>
                    <a:pt x="1" y="23"/>
                    <a:pt x="2" y="22"/>
                    <a:pt x="3" y="23"/>
                  </a:cubicBezTo>
                  <a:cubicBezTo>
                    <a:pt x="3" y="22"/>
                    <a:pt x="3" y="22"/>
                    <a:pt x="4" y="22"/>
                  </a:cubicBezTo>
                  <a:cubicBezTo>
                    <a:pt x="4" y="22"/>
                    <a:pt x="4" y="22"/>
                    <a:pt x="4" y="21"/>
                  </a:cubicBezTo>
                  <a:cubicBezTo>
                    <a:pt x="5" y="21"/>
                    <a:pt x="6" y="20"/>
                    <a:pt x="6" y="20"/>
                  </a:cubicBezTo>
                  <a:cubicBezTo>
                    <a:pt x="6" y="19"/>
                    <a:pt x="7" y="19"/>
                    <a:pt x="7" y="18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9" y="18"/>
                    <a:pt x="8" y="19"/>
                    <a:pt x="8" y="20"/>
                  </a:cubicBezTo>
                  <a:cubicBezTo>
                    <a:pt x="8" y="21"/>
                    <a:pt x="9" y="21"/>
                    <a:pt x="9" y="21"/>
                  </a:cubicBezTo>
                  <a:cubicBezTo>
                    <a:pt x="9" y="22"/>
                    <a:pt x="8" y="21"/>
                    <a:pt x="8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7" y="22"/>
                    <a:pt x="6" y="22"/>
                    <a:pt x="5" y="22"/>
                  </a:cubicBezTo>
                  <a:cubicBezTo>
                    <a:pt x="5" y="23"/>
                    <a:pt x="6" y="23"/>
                    <a:pt x="6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3"/>
                    <a:pt x="8" y="23"/>
                    <a:pt x="8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10" y="24"/>
                    <a:pt x="10" y="23"/>
                  </a:cubicBezTo>
                  <a:cubicBezTo>
                    <a:pt x="10" y="23"/>
                    <a:pt x="11" y="23"/>
                    <a:pt x="11" y="23"/>
                  </a:cubicBezTo>
                  <a:cubicBezTo>
                    <a:pt x="12" y="22"/>
                    <a:pt x="11" y="22"/>
                    <a:pt x="11" y="21"/>
                  </a:cubicBezTo>
                  <a:cubicBezTo>
                    <a:pt x="10" y="21"/>
                    <a:pt x="10" y="20"/>
                    <a:pt x="10" y="20"/>
                  </a:cubicBezTo>
                  <a:cubicBezTo>
                    <a:pt x="10" y="20"/>
                    <a:pt x="10" y="19"/>
                    <a:pt x="10" y="19"/>
                  </a:cubicBezTo>
                  <a:cubicBezTo>
                    <a:pt x="10" y="19"/>
                    <a:pt x="9" y="19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8"/>
                    <a:pt x="9" y="17"/>
                    <a:pt x="9" y="17"/>
                  </a:cubicBezTo>
                  <a:cubicBezTo>
                    <a:pt x="10" y="17"/>
                    <a:pt x="10" y="17"/>
                    <a:pt x="11" y="17"/>
                  </a:cubicBezTo>
                  <a:cubicBezTo>
                    <a:pt x="12" y="17"/>
                    <a:pt x="12" y="16"/>
                    <a:pt x="12" y="15"/>
                  </a:cubicBezTo>
                  <a:cubicBezTo>
                    <a:pt x="12" y="15"/>
                    <a:pt x="11" y="15"/>
                    <a:pt x="11" y="15"/>
                  </a:cubicBezTo>
                  <a:cubicBezTo>
                    <a:pt x="11" y="14"/>
                    <a:pt x="10" y="14"/>
                    <a:pt x="9" y="14"/>
                  </a:cubicBezTo>
                  <a:cubicBezTo>
                    <a:pt x="10" y="13"/>
                    <a:pt x="10" y="12"/>
                    <a:pt x="11" y="12"/>
                  </a:cubicBezTo>
                  <a:cubicBezTo>
                    <a:pt x="11" y="12"/>
                    <a:pt x="12" y="12"/>
                    <a:pt x="12" y="11"/>
                  </a:cubicBezTo>
                  <a:cubicBezTo>
                    <a:pt x="13" y="11"/>
                    <a:pt x="13" y="9"/>
                    <a:pt x="14" y="9"/>
                  </a:cubicBezTo>
                  <a:cubicBezTo>
                    <a:pt x="13" y="9"/>
                    <a:pt x="14" y="9"/>
                    <a:pt x="14" y="8"/>
                  </a:cubicBezTo>
                  <a:cubicBezTo>
                    <a:pt x="14" y="8"/>
                    <a:pt x="13" y="8"/>
                    <a:pt x="13" y="8"/>
                  </a:cubicBezTo>
                  <a:cubicBezTo>
                    <a:pt x="12" y="8"/>
                    <a:pt x="12" y="8"/>
                    <a:pt x="11" y="9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1" y="8"/>
                    <a:pt x="11" y="8"/>
                    <a:pt x="11" y="7"/>
                  </a:cubicBezTo>
                  <a:cubicBezTo>
                    <a:pt x="11" y="7"/>
                    <a:pt x="11" y="7"/>
                    <a:pt x="12" y="6"/>
                  </a:cubicBezTo>
                  <a:close/>
                  <a:moveTo>
                    <a:pt x="5" y="8"/>
                  </a:moveTo>
                  <a:cubicBezTo>
                    <a:pt x="4" y="7"/>
                    <a:pt x="4" y="7"/>
                    <a:pt x="4" y="6"/>
                  </a:cubicBezTo>
                  <a:cubicBezTo>
                    <a:pt x="4" y="6"/>
                    <a:pt x="5" y="6"/>
                    <a:pt x="5" y="6"/>
                  </a:cubicBezTo>
                  <a:cubicBezTo>
                    <a:pt x="5" y="6"/>
                    <a:pt x="5" y="6"/>
                    <a:pt x="6" y="6"/>
                  </a:cubicBezTo>
                  <a:cubicBezTo>
                    <a:pt x="6" y="7"/>
                    <a:pt x="5" y="7"/>
                    <a:pt x="5" y="8"/>
                  </a:cubicBezTo>
                  <a:close/>
                  <a:moveTo>
                    <a:pt x="7" y="8"/>
                  </a:moveTo>
                  <a:cubicBezTo>
                    <a:pt x="6" y="8"/>
                    <a:pt x="6" y="8"/>
                    <a:pt x="5" y="8"/>
                  </a:cubicBezTo>
                  <a:cubicBezTo>
                    <a:pt x="6" y="7"/>
                    <a:pt x="6" y="6"/>
                    <a:pt x="6" y="6"/>
                  </a:cubicBezTo>
                  <a:cubicBezTo>
                    <a:pt x="7" y="6"/>
                    <a:pt x="7" y="7"/>
                    <a:pt x="7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Freeform 226"/>
            <p:cNvSpPr/>
            <p:nvPr userDrawn="1"/>
          </p:nvSpPr>
          <p:spPr bwMode="auto">
            <a:xfrm>
              <a:off x="1555750" y="4737100"/>
              <a:ext cx="20638" cy="34925"/>
            </a:xfrm>
            <a:custGeom>
              <a:avLst/>
              <a:gdLst>
                <a:gd name="T0" fmla="*/ 3 w 3"/>
                <a:gd name="T1" fmla="*/ 4 h 5"/>
                <a:gd name="T2" fmla="*/ 3 w 3"/>
                <a:gd name="T3" fmla="*/ 2 h 5"/>
                <a:gd name="T4" fmla="*/ 3 w 3"/>
                <a:gd name="T5" fmla="*/ 1 h 5"/>
                <a:gd name="T6" fmla="*/ 1 w 3"/>
                <a:gd name="T7" fmla="*/ 0 h 5"/>
                <a:gd name="T8" fmla="*/ 1 w 3"/>
                <a:gd name="T9" fmla="*/ 1 h 5"/>
                <a:gd name="T10" fmla="*/ 1 w 3"/>
                <a:gd name="T11" fmla="*/ 3 h 5"/>
                <a:gd name="T12" fmla="*/ 1 w 3"/>
                <a:gd name="T13" fmla="*/ 3 h 5"/>
                <a:gd name="T14" fmla="*/ 1 w 3"/>
                <a:gd name="T15" fmla="*/ 4 h 5"/>
                <a:gd name="T16" fmla="*/ 0 w 3"/>
                <a:gd name="T17" fmla="*/ 4 h 5"/>
                <a:gd name="T18" fmla="*/ 0 w 3"/>
                <a:gd name="T19" fmla="*/ 5 h 5"/>
                <a:gd name="T20" fmla="*/ 1 w 3"/>
                <a:gd name="T21" fmla="*/ 5 h 5"/>
                <a:gd name="T22" fmla="*/ 3 w 3"/>
                <a:gd name="T23" fmla="*/ 5 h 5"/>
                <a:gd name="T24" fmla="*/ 3 w 3"/>
                <a:gd name="T25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" h="5">
                  <a:moveTo>
                    <a:pt x="3" y="4"/>
                  </a:moveTo>
                  <a:cubicBezTo>
                    <a:pt x="3" y="3"/>
                    <a:pt x="3" y="2"/>
                    <a:pt x="3" y="2"/>
                  </a:cubicBezTo>
                  <a:cubicBezTo>
                    <a:pt x="3" y="2"/>
                    <a:pt x="3" y="2"/>
                    <a:pt x="3" y="1"/>
                  </a:cubicBezTo>
                  <a:cubicBezTo>
                    <a:pt x="2" y="1"/>
                    <a:pt x="2" y="0"/>
                    <a:pt x="1" y="0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1" y="2"/>
                    <a:pt x="1" y="2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4"/>
                  </a:cubicBezTo>
                  <a:cubicBezTo>
                    <a:pt x="1" y="4"/>
                    <a:pt x="0" y="4"/>
                    <a:pt x="0" y="4"/>
                  </a:cubicBezTo>
                  <a:cubicBezTo>
                    <a:pt x="0" y="4"/>
                    <a:pt x="0" y="5"/>
                    <a:pt x="0" y="5"/>
                  </a:cubicBezTo>
                  <a:cubicBezTo>
                    <a:pt x="0" y="5"/>
                    <a:pt x="1" y="5"/>
                    <a:pt x="1" y="5"/>
                  </a:cubicBezTo>
                  <a:cubicBezTo>
                    <a:pt x="2" y="5"/>
                    <a:pt x="2" y="5"/>
                    <a:pt x="3" y="5"/>
                  </a:cubicBezTo>
                  <a:cubicBezTo>
                    <a:pt x="3" y="5"/>
                    <a:pt x="3" y="4"/>
                    <a:pt x="3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0" name="Freeform 227"/>
            <p:cNvSpPr/>
            <p:nvPr userDrawn="1"/>
          </p:nvSpPr>
          <p:spPr bwMode="auto">
            <a:xfrm>
              <a:off x="808038" y="4652963"/>
              <a:ext cx="20638" cy="20638"/>
            </a:xfrm>
            <a:custGeom>
              <a:avLst/>
              <a:gdLst>
                <a:gd name="T0" fmla="*/ 1 w 3"/>
                <a:gd name="T1" fmla="*/ 2 h 3"/>
                <a:gd name="T2" fmla="*/ 3 w 3"/>
                <a:gd name="T3" fmla="*/ 2 h 3"/>
                <a:gd name="T4" fmla="*/ 3 w 3"/>
                <a:gd name="T5" fmla="*/ 1 h 3"/>
                <a:gd name="T6" fmla="*/ 2 w 3"/>
                <a:gd name="T7" fmla="*/ 0 h 3"/>
                <a:gd name="T8" fmla="*/ 0 w 3"/>
                <a:gd name="T9" fmla="*/ 1 h 3"/>
                <a:gd name="T10" fmla="*/ 1 w 3"/>
                <a:gd name="T11" fmla="*/ 2 h 3"/>
                <a:gd name="T12" fmla="*/ 1 w 3"/>
                <a:gd name="T13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3">
                  <a:moveTo>
                    <a:pt x="1" y="2"/>
                  </a:moveTo>
                  <a:cubicBezTo>
                    <a:pt x="2" y="2"/>
                    <a:pt x="3" y="3"/>
                    <a:pt x="3" y="2"/>
                  </a:cubicBezTo>
                  <a:cubicBezTo>
                    <a:pt x="3" y="2"/>
                    <a:pt x="3" y="1"/>
                    <a:pt x="3" y="1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"/>
                    <a:pt x="0" y="1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Freeform 228"/>
            <p:cNvSpPr/>
            <p:nvPr userDrawn="1"/>
          </p:nvSpPr>
          <p:spPr bwMode="auto">
            <a:xfrm>
              <a:off x="781050" y="4667250"/>
              <a:ext cx="69850" cy="41275"/>
            </a:xfrm>
            <a:custGeom>
              <a:avLst/>
              <a:gdLst>
                <a:gd name="T0" fmla="*/ 1 w 10"/>
                <a:gd name="T1" fmla="*/ 6 h 6"/>
                <a:gd name="T2" fmla="*/ 3 w 10"/>
                <a:gd name="T3" fmla="*/ 6 h 6"/>
                <a:gd name="T4" fmla="*/ 3 w 10"/>
                <a:gd name="T5" fmla="*/ 5 h 6"/>
                <a:gd name="T6" fmla="*/ 4 w 10"/>
                <a:gd name="T7" fmla="*/ 5 h 6"/>
                <a:gd name="T8" fmla="*/ 5 w 10"/>
                <a:gd name="T9" fmla="*/ 4 h 6"/>
                <a:gd name="T10" fmla="*/ 6 w 10"/>
                <a:gd name="T11" fmla="*/ 3 h 6"/>
                <a:gd name="T12" fmla="*/ 7 w 10"/>
                <a:gd name="T13" fmla="*/ 2 h 6"/>
                <a:gd name="T14" fmla="*/ 10 w 10"/>
                <a:gd name="T15" fmla="*/ 0 h 6"/>
                <a:gd name="T16" fmla="*/ 9 w 10"/>
                <a:gd name="T17" fmla="*/ 0 h 6"/>
                <a:gd name="T18" fmla="*/ 9 w 10"/>
                <a:gd name="T19" fmla="*/ 0 h 6"/>
                <a:gd name="T20" fmla="*/ 7 w 10"/>
                <a:gd name="T21" fmla="*/ 1 h 6"/>
                <a:gd name="T22" fmla="*/ 6 w 10"/>
                <a:gd name="T23" fmla="*/ 2 h 6"/>
                <a:gd name="T24" fmla="*/ 5 w 10"/>
                <a:gd name="T25" fmla="*/ 2 h 6"/>
                <a:gd name="T26" fmla="*/ 5 w 10"/>
                <a:gd name="T27" fmla="*/ 2 h 6"/>
                <a:gd name="T28" fmla="*/ 3 w 10"/>
                <a:gd name="T29" fmla="*/ 3 h 6"/>
                <a:gd name="T30" fmla="*/ 2 w 10"/>
                <a:gd name="T31" fmla="*/ 4 h 6"/>
                <a:gd name="T32" fmla="*/ 0 w 10"/>
                <a:gd name="T33" fmla="*/ 5 h 6"/>
                <a:gd name="T34" fmla="*/ 0 w 10"/>
                <a:gd name="T35" fmla="*/ 6 h 6"/>
                <a:gd name="T36" fmla="*/ 1 w 10"/>
                <a:gd name="T37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" h="6">
                  <a:moveTo>
                    <a:pt x="1" y="6"/>
                  </a:moveTo>
                  <a:cubicBezTo>
                    <a:pt x="1" y="6"/>
                    <a:pt x="2" y="6"/>
                    <a:pt x="3" y="6"/>
                  </a:cubicBezTo>
                  <a:cubicBezTo>
                    <a:pt x="3" y="6"/>
                    <a:pt x="3" y="6"/>
                    <a:pt x="3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4"/>
                    <a:pt x="4" y="4"/>
                    <a:pt x="5" y="4"/>
                  </a:cubicBezTo>
                  <a:cubicBezTo>
                    <a:pt x="5" y="4"/>
                    <a:pt x="6" y="3"/>
                    <a:pt x="6" y="3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1"/>
                    <a:pt x="10" y="0"/>
                  </a:cubicBezTo>
                  <a:cubicBezTo>
                    <a:pt x="10" y="0"/>
                    <a:pt x="10" y="0"/>
                    <a:pt x="9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8" y="0"/>
                    <a:pt x="8" y="1"/>
                    <a:pt x="7" y="1"/>
                  </a:cubicBezTo>
                  <a:cubicBezTo>
                    <a:pt x="7" y="1"/>
                    <a:pt x="6" y="2"/>
                    <a:pt x="6" y="2"/>
                  </a:cubicBezTo>
                  <a:cubicBezTo>
                    <a:pt x="6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3"/>
                    <a:pt x="4" y="3"/>
                    <a:pt x="3" y="3"/>
                  </a:cubicBezTo>
                  <a:cubicBezTo>
                    <a:pt x="3" y="3"/>
                    <a:pt x="2" y="4"/>
                    <a:pt x="2" y="4"/>
                  </a:cubicBezTo>
                  <a:cubicBezTo>
                    <a:pt x="1" y="4"/>
                    <a:pt x="0" y="5"/>
                    <a:pt x="0" y="5"/>
                  </a:cubicBezTo>
                  <a:cubicBezTo>
                    <a:pt x="0" y="5"/>
                    <a:pt x="0" y="5"/>
                    <a:pt x="0" y="6"/>
                  </a:cubicBezTo>
                  <a:cubicBezTo>
                    <a:pt x="0" y="6"/>
                    <a:pt x="0" y="6"/>
                    <a:pt x="1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229"/>
            <p:cNvSpPr/>
            <p:nvPr userDrawn="1"/>
          </p:nvSpPr>
          <p:spPr bwMode="auto">
            <a:xfrm>
              <a:off x="808038" y="4694238"/>
              <a:ext cx="42863" cy="42863"/>
            </a:xfrm>
            <a:custGeom>
              <a:avLst/>
              <a:gdLst>
                <a:gd name="T0" fmla="*/ 5 w 6"/>
                <a:gd name="T1" fmla="*/ 3 h 6"/>
                <a:gd name="T2" fmla="*/ 4 w 6"/>
                <a:gd name="T3" fmla="*/ 3 h 6"/>
                <a:gd name="T4" fmla="*/ 5 w 6"/>
                <a:gd name="T5" fmla="*/ 3 h 6"/>
                <a:gd name="T6" fmla="*/ 5 w 6"/>
                <a:gd name="T7" fmla="*/ 2 h 6"/>
                <a:gd name="T8" fmla="*/ 6 w 6"/>
                <a:gd name="T9" fmla="*/ 1 h 6"/>
                <a:gd name="T10" fmla="*/ 4 w 6"/>
                <a:gd name="T11" fmla="*/ 0 h 6"/>
                <a:gd name="T12" fmla="*/ 3 w 6"/>
                <a:gd name="T13" fmla="*/ 1 h 6"/>
                <a:gd name="T14" fmla="*/ 1 w 6"/>
                <a:gd name="T15" fmla="*/ 2 h 6"/>
                <a:gd name="T16" fmla="*/ 0 w 6"/>
                <a:gd name="T17" fmla="*/ 3 h 6"/>
                <a:gd name="T18" fmla="*/ 1 w 6"/>
                <a:gd name="T19" fmla="*/ 3 h 6"/>
                <a:gd name="T20" fmla="*/ 2 w 6"/>
                <a:gd name="T21" fmla="*/ 2 h 6"/>
                <a:gd name="T22" fmla="*/ 3 w 6"/>
                <a:gd name="T23" fmla="*/ 2 h 6"/>
                <a:gd name="T24" fmla="*/ 3 w 6"/>
                <a:gd name="T25" fmla="*/ 2 h 6"/>
                <a:gd name="T26" fmla="*/ 3 w 6"/>
                <a:gd name="T27" fmla="*/ 3 h 6"/>
                <a:gd name="T28" fmla="*/ 3 w 6"/>
                <a:gd name="T29" fmla="*/ 3 h 6"/>
                <a:gd name="T30" fmla="*/ 2 w 6"/>
                <a:gd name="T31" fmla="*/ 3 h 6"/>
                <a:gd name="T32" fmla="*/ 2 w 6"/>
                <a:gd name="T33" fmla="*/ 4 h 6"/>
                <a:gd name="T34" fmla="*/ 2 w 6"/>
                <a:gd name="T35" fmla="*/ 5 h 6"/>
                <a:gd name="T36" fmla="*/ 3 w 6"/>
                <a:gd name="T37" fmla="*/ 5 h 6"/>
                <a:gd name="T38" fmla="*/ 4 w 6"/>
                <a:gd name="T39" fmla="*/ 5 h 6"/>
                <a:gd name="T40" fmla="*/ 5 w 6"/>
                <a:gd name="T41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" h="6">
                  <a:moveTo>
                    <a:pt x="5" y="3"/>
                  </a:moveTo>
                  <a:cubicBezTo>
                    <a:pt x="4" y="3"/>
                    <a:pt x="4" y="3"/>
                    <a:pt x="4" y="3"/>
                  </a:cubicBezTo>
                  <a:cubicBezTo>
                    <a:pt x="3" y="3"/>
                    <a:pt x="4" y="3"/>
                    <a:pt x="5" y="3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6" y="2"/>
                    <a:pt x="6" y="1"/>
                  </a:cubicBezTo>
                  <a:cubicBezTo>
                    <a:pt x="5" y="1"/>
                    <a:pt x="5" y="1"/>
                    <a:pt x="4" y="0"/>
                  </a:cubicBezTo>
                  <a:cubicBezTo>
                    <a:pt x="4" y="0"/>
                    <a:pt x="4" y="1"/>
                    <a:pt x="3" y="1"/>
                  </a:cubicBezTo>
                  <a:cubicBezTo>
                    <a:pt x="3" y="1"/>
                    <a:pt x="2" y="2"/>
                    <a:pt x="1" y="2"/>
                  </a:cubicBezTo>
                  <a:cubicBezTo>
                    <a:pt x="1" y="2"/>
                    <a:pt x="0" y="3"/>
                    <a:pt x="0" y="3"/>
                  </a:cubicBezTo>
                  <a:cubicBezTo>
                    <a:pt x="0" y="4"/>
                    <a:pt x="1" y="3"/>
                    <a:pt x="1" y="3"/>
                  </a:cubicBezTo>
                  <a:cubicBezTo>
                    <a:pt x="1" y="3"/>
                    <a:pt x="2" y="3"/>
                    <a:pt x="2" y="2"/>
                  </a:cubicBezTo>
                  <a:cubicBezTo>
                    <a:pt x="2" y="2"/>
                    <a:pt x="3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2" y="3"/>
                    <a:pt x="2" y="3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1" y="5"/>
                    <a:pt x="2" y="5"/>
                  </a:cubicBezTo>
                  <a:cubicBezTo>
                    <a:pt x="2" y="6"/>
                    <a:pt x="3" y="5"/>
                    <a:pt x="3" y="5"/>
                  </a:cubicBezTo>
                  <a:cubicBezTo>
                    <a:pt x="3" y="5"/>
                    <a:pt x="4" y="5"/>
                    <a:pt x="4" y="5"/>
                  </a:cubicBezTo>
                  <a:cubicBezTo>
                    <a:pt x="5" y="4"/>
                    <a:pt x="5" y="4"/>
                    <a:pt x="5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230"/>
            <p:cNvSpPr/>
            <p:nvPr userDrawn="1"/>
          </p:nvSpPr>
          <p:spPr bwMode="auto">
            <a:xfrm>
              <a:off x="795338" y="4714875"/>
              <a:ext cx="20638" cy="22225"/>
            </a:xfrm>
            <a:custGeom>
              <a:avLst/>
              <a:gdLst>
                <a:gd name="T0" fmla="*/ 1 w 3"/>
                <a:gd name="T1" fmla="*/ 3 h 3"/>
                <a:gd name="T2" fmla="*/ 2 w 3"/>
                <a:gd name="T3" fmla="*/ 3 h 3"/>
                <a:gd name="T4" fmla="*/ 1 w 3"/>
                <a:gd name="T5" fmla="*/ 0 h 3"/>
                <a:gd name="T6" fmla="*/ 0 w 3"/>
                <a:gd name="T7" fmla="*/ 1 h 3"/>
                <a:gd name="T8" fmla="*/ 0 w 3"/>
                <a:gd name="T9" fmla="*/ 2 h 3"/>
                <a:gd name="T10" fmla="*/ 1 w 3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" h="3">
                  <a:moveTo>
                    <a:pt x="1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3" y="2"/>
                    <a:pt x="2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1" y="3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231"/>
            <p:cNvSpPr>
              <a:spLocks noEditPoints="1"/>
            </p:cNvSpPr>
            <p:nvPr userDrawn="1"/>
          </p:nvSpPr>
          <p:spPr bwMode="auto">
            <a:xfrm>
              <a:off x="774700" y="4737100"/>
              <a:ext cx="53975" cy="55563"/>
            </a:xfrm>
            <a:custGeom>
              <a:avLst/>
              <a:gdLst>
                <a:gd name="T0" fmla="*/ 7 w 8"/>
                <a:gd name="T1" fmla="*/ 1 h 8"/>
                <a:gd name="T2" fmla="*/ 7 w 8"/>
                <a:gd name="T3" fmla="*/ 0 h 8"/>
                <a:gd name="T4" fmla="*/ 6 w 8"/>
                <a:gd name="T5" fmla="*/ 1 h 8"/>
                <a:gd name="T6" fmla="*/ 6 w 8"/>
                <a:gd name="T7" fmla="*/ 2 h 8"/>
                <a:gd name="T8" fmla="*/ 4 w 8"/>
                <a:gd name="T9" fmla="*/ 3 h 8"/>
                <a:gd name="T10" fmla="*/ 3 w 8"/>
                <a:gd name="T11" fmla="*/ 3 h 8"/>
                <a:gd name="T12" fmla="*/ 3 w 8"/>
                <a:gd name="T13" fmla="*/ 4 h 8"/>
                <a:gd name="T14" fmla="*/ 2 w 8"/>
                <a:gd name="T15" fmla="*/ 4 h 8"/>
                <a:gd name="T16" fmla="*/ 1 w 8"/>
                <a:gd name="T17" fmla="*/ 4 h 8"/>
                <a:gd name="T18" fmla="*/ 1 w 8"/>
                <a:gd name="T19" fmla="*/ 4 h 8"/>
                <a:gd name="T20" fmla="*/ 0 w 8"/>
                <a:gd name="T21" fmla="*/ 5 h 8"/>
                <a:gd name="T22" fmla="*/ 0 w 8"/>
                <a:gd name="T23" fmla="*/ 5 h 8"/>
                <a:gd name="T24" fmla="*/ 0 w 8"/>
                <a:gd name="T25" fmla="*/ 7 h 8"/>
                <a:gd name="T26" fmla="*/ 1 w 8"/>
                <a:gd name="T27" fmla="*/ 8 h 8"/>
                <a:gd name="T28" fmla="*/ 2 w 8"/>
                <a:gd name="T29" fmla="*/ 7 h 8"/>
                <a:gd name="T30" fmla="*/ 3 w 8"/>
                <a:gd name="T31" fmla="*/ 6 h 8"/>
                <a:gd name="T32" fmla="*/ 4 w 8"/>
                <a:gd name="T33" fmla="*/ 5 h 8"/>
                <a:gd name="T34" fmla="*/ 4 w 8"/>
                <a:gd name="T35" fmla="*/ 4 h 8"/>
                <a:gd name="T36" fmla="*/ 5 w 8"/>
                <a:gd name="T37" fmla="*/ 5 h 8"/>
                <a:gd name="T38" fmla="*/ 6 w 8"/>
                <a:gd name="T39" fmla="*/ 6 h 8"/>
                <a:gd name="T40" fmla="*/ 7 w 8"/>
                <a:gd name="T41" fmla="*/ 7 h 8"/>
                <a:gd name="T42" fmla="*/ 8 w 8"/>
                <a:gd name="T43" fmla="*/ 6 h 8"/>
                <a:gd name="T44" fmla="*/ 7 w 8"/>
                <a:gd name="T45" fmla="*/ 4 h 8"/>
                <a:gd name="T46" fmla="*/ 7 w 8"/>
                <a:gd name="T47" fmla="*/ 1 h 8"/>
                <a:gd name="T48" fmla="*/ 6 w 8"/>
                <a:gd name="T49" fmla="*/ 5 h 8"/>
                <a:gd name="T50" fmla="*/ 5 w 8"/>
                <a:gd name="T51" fmla="*/ 4 h 8"/>
                <a:gd name="T52" fmla="*/ 5 w 8"/>
                <a:gd name="T53" fmla="*/ 4 h 8"/>
                <a:gd name="T54" fmla="*/ 6 w 8"/>
                <a:gd name="T55" fmla="*/ 3 h 8"/>
                <a:gd name="T56" fmla="*/ 6 w 8"/>
                <a:gd name="T57" fmla="*/ 4 h 8"/>
                <a:gd name="T58" fmla="*/ 6 w 8"/>
                <a:gd name="T59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8" h="8">
                  <a:moveTo>
                    <a:pt x="7" y="1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6" y="0"/>
                    <a:pt x="6" y="0"/>
                    <a:pt x="6" y="1"/>
                  </a:cubicBezTo>
                  <a:cubicBezTo>
                    <a:pt x="6" y="1"/>
                    <a:pt x="6" y="2"/>
                    <a:pt x="6" y="2"/>
                  </a:cubicBezTo>
                  <a:cubicBezTo>
                    <a:pt x="5" y="2"/>
                    <a:pt x="4" y="3"/>
                    <a:pt x="4" y="3"/>
                  </a:cubicBezTo>
                  <a:cubicBezTo>
                    <a:pt x="4" y="3"/>
                    <a:pt x="3" y="3"/>
                    <a:pt x="3" y="3"/>
                  </a:cubicBezTo>
                  <a:cubicBezTo>
                    <a:pt x="3" y="3"/>
                    <a:pt x="3" y="4"/>
                    <a:pt x="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4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7"/>
                    <a:pt x="0" y="7"/>
                  </a:cubicBezTo>
                  <a:cubicBezTo>
                    <a:pt x="0" y="7"/>
                    <a:pt x="1" y="8"/>
                    <a:pt x="1" y="8"/>
                  </a:cubicBezTo>
                  <a:cubicBezTo>
                    <a:pt x="2" y="8"/>
                    <a:pt x="2" y="7"/>
                    <a:pt x="2" y="7"/>
                  </a:cubicBezTo>
                  <a:cubicBezTo>
                    <a:pt x="2" y="7"/>
                    <a:pt x="3" y="6"/>
                    <a:pt x="3" y="6"/>
                  </a:cubicBezTo>
                  <a:cubicBezTo>
                    <a:pt x="3" y="6"/>
                    <a:pt x="3" y="5"/>
                    <a:pt x="4" y="5"/>
                  </a:cubicBezTo>
                  <a:cubicBezTo>
                    <a:pt x="4" y="5"/>
                    <a:pt x="4" y="4"/>
                    <a:pt x="4" y="4"/>
                  </a:cubicBezTo>
                  <a:cubicBezTo>
                    <a:pt x="5" y="4"/>
                    <a:pt x="5" y="5"/>
                    <a:pt x="5" y="5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6" y="6"/>
                    <a:pt x="6" y="7"/>
                    <a:pt x="7" y="7"/>
                  </a:cubicBezTo>
                  <a:cubicBezTo>
                    <a:pt x="7" y="7"/>
                    <a:pt x="7" y="6"/>
                    <a:pt x="8" y="6"/>
                  </a:cubicBezTo>
                  <a:cubicBezTo>
                    <a:pt x="8" y="5"/>
                    <a:pt x="8" y="4"/>
                    <a:pt x="7" y="4"/>
                  </a:cubicBezTo>
                  <a:cubicBezTo>
                    <a:pt x="7" y="3"/>
                    <a:pt x="8" y="1"/>
                    <a:pt x="7" y="1"/>
                  </a:cubicBezTo>
                  <a:close/>
                  <a:moveTo>
                    <a:pt x="6" y="5"/>
                  </a:moveTo>
                  <a:cubicBezTo>
                    <a:pt x="6" y="5"/>
                    <a:pt x="6" y="5"/>
                    <a:pt x="5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4"/>
                    <a:pt x="5" y="3"/>
                    <a:pt x="6" y="3"/>
                  </a:cubicBezTo>
                  <a:cubicBezTo>
                    <a:pt x="6" y="2"/>
                    <a:pt x="6" y="3"/>
                    <a:pt x="6" y="4"/>
                  </a:cubicBezTo>
                  <a:cubicBezTo>
                    <a:pt x="6" y="4"/>
                    <a:pt x="6" y="4"/>
                    <a:pt x="6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232"/>
            <p:cNvSpPr/>
            <p:nvPr userDrawn="1"/>
          </p:nvSpPr>
          <p:spPr bwMode="auto">
            <a:xfrm>
              <a:off x="836613" y="4743450"/>
              <a:ext cx="14288" cy="34925"/>
            </a:xfrm>
            <a:custGeom>
              <a:avLst/>
              <a:gdLst>
                <a:gd name="T0" fmla="*/ 0 w 2"/>
                <a:gd name="T1" fmla="*/ 0 h 5"/>
                <a:gd name="T2" fmla="*/ 0 w 2"/>
                <a:gd name="T3" fmla="*/ 1 h 5"/>
                <a:gd name="T4" fmla="*/ 0 w 2"/>
                <a:gd name="T5" fmla="*/ 4 h 5"/>
                <a:gd name="T6" fmla="*/ 1 w 2"/>
                <a:gd name="T7" fmla="*/ 5 h 5"/>
                <a:gd name="T8" fmla="*/ 2 w 2"/>
                <a:gd name="T9" fmla="*/ 4 h 5"/>
                <a:gd name="T10" fmla="*/ 2 w 2"/>
                <a:gd name="T11" fmla="*/ 1 h 5"/>
                <a:gd name="T12" fmla="*/ 0 w 2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5">
                  <a:moveTo>
                    <a:pt x="0" y="0"/>
                  </a:move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3"/>
                    <a:pt x="0" y="4"/>
                  </a:cubicBezTo>
                  <a:cubicBezTo>
                    <a:pt x="0" y="4"/>
                    <a:pt x="0" y="5"/>
                    <a:pt x="1" y="5"/>
                  </a:cubicBezTo>
                  <a:cubicBezTo>
                    <a:pt x="1" y="5"/>
                    <a:pt x="1" y="4"/>
                    <a:pt x="2" y="4"/>
                  </a:cubicBezTo>
                  <a:cubicBezTo>
                    <a:pt x="2" y="3"/>
                    <a:pt x="2" y="2"/>
                    <a:pt x="2" y="1"/>
                  </a:cubicBezTo>
                  <a:cubicBezTo>
                    <a:pt x="1" y="1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233"/>
            <p:cNvSpPr>
              <a:spLocks noEditPoints="1"/>
            </p:cNvSpPr>
            <p:nvPr userDrawn="1"/>
          </p:nvSpPr>
          <p:spPr bwMode="auto">
            <a:xfrm>
              <a:off x="4686300" y="3575050"/>
              <a:ext cx="2784475" cy="1266825"/>
            </a:xfrm>
            <a:custGeom>
              <a:avLst/>
              <a:gdLst>
                <a:gd name="T0" fmla="*/ 384 w 403"/>
                <a:gd name="T1" fmla="*/ 114 h 181"/>
                <a:gd name="T2" fmla="*/ 315 w 403"/>
                <a:gd name="T3" fmla="*/ 64 h 181"/>
                <a:gd name="T4" fmla="*/ 233 w 403"/>
                <a:gd name="T5" fmla="*/ 25 h 181"/>
                <a:gd name="T6" fmla="*/ 225 w 403"/>
                <a:gd name="T7" fmla="*/ 16 h 181"/>
                <a:gd name="T8" fmla="*/ 201 w 403"/>
                <a:gd name="T9" fmla="*/ 0 h 181"/>
                <a:gd name="T10" fmla="*/ 167 w 403"/>
                <a:gd name="T11" fmla="*/ 17 h 181"/>
                <a:gd name="T12" fmla="*/ 176 w 403"/>
                <a:gd name="T13" fmla="*/ 25 h 181"/>
                <a:gd name="T14" fmla="*/ 62 w 403"/>
                <a:gd name="T15" fmla="*/ 87 h 181"/>
                <a:gd name="T16" fmla="*/ 19 w 403"/>
                <a:gd name="T17" fmla="*/ 115 h 181"/>
                <a:gd name="T18" fmla="*/ 18 w 403"/>
                <a:gd name="T19" fmla="*/ 181 h 181"/>
                <a:gd name="T20" fmla="*/ 225 w 403"/>
                <a:gd name="T21" fmla="*/ 181 h 181"/>
                <a:gd name="T22" fmla="*/ 220 w 403"/>
                <a:gd name="T23" fmla="*/ 5 h 181"/>
                <a:gd name="T24" fmla="*/ 182 w 403"/>
                <a:gd name="T25" fmla="*/ 5 h 181"/>
                <a:gd name="T26" fmla="*/ 182 w 403"/>
                <a:gd name="T27" fmla="*/ 5 h 181"/>
                <a:gd name="T28" fmla="*/ 219 w 403"/>
                <a:gd name="T29" fmla="*/ 18 h 181"/>
                <a:gd name="T30" fmla="*/ 168 w 403"/>
                <a:gd name="T31" fmla="*/ 19 h 181"/>
                <a:gd name="T32" fmla="*/ 187 w 403"/>
                <a:gd name="T33" fmla="*/ 33 h 181"/>
                <a:gd name="T34" fmla="*/ 178 w 403"/>
                <a:gd name="T35" fmla="*/ 25 h 181"/>
                <a:gd name="T36" fmla="*/ 189 w 403"/>
                <a:gd name="T37" fmla="*/ 44 h 181"/>
                <a:gd name="T38" fmla="*/ 197 w 403"/>
                <a:gd name="T39" fmla="*/ 92 h 181"/>
                <a:gd name="T40" fmla="*/ 206 w 403"/>
                <a:gd name="T41" fmla="*/ 75 h 181"/>
                <a:gd name="T42" fmla="*/ 197 w 403"/>
                <a:gd name="T43" fmla="*/ 101 h 181"/>
                <a:gd name="T44" fmla="*/ 197 w 403"/>
                <a:gd name="T45" fmla="*/ 62 h 181"/>
                <a:gd name="T46" fmla="*/ 206 w 403"/>
                <a:gd name="T47" fmla="*/ 114 h 181"/>
                <a:gd name="T48" fmla="*/ 197 w 403"/>
                <a:gd name="T49" fmla="*/ 53 h 181"/>
                <a:gd name="T50" fmla="*/ 206 w 403"/>
                <a:gd name="T51" fmla="*/ 123 h 181"/>
                <a:gd name="T52" fmla="*/ 197 w 403"/>
                <a:gd name="T53" fmla="*/ 49 h 181"/>
                <a:gd name="T54" fmla="*/ 195 w 403"/>
                <a:gd name="T55" fmla="*/ 52 h 181"/>
                <a:gd name="T56" fmla="*/ 195 w 403"/>
                <a:gd name="T57" fmla="*/ 61 h 181"/>
                <a:gd name="T58" fmla="*/ 195 w 403"/>
                <a:gd name="T59" fmla="*/ 83 h 181"/>
                <a:gd name="T60" fmla="*/ 195 w 403"/>
                <a:gd name="T61" fmla="*/ 102 h 181"/>
                <a:gd name="T62" fmla="*/ 195 w 403"/>
                <a:gd name="T63" fmla="*/ 115 h 181"/>
                <a:gd name="T64" fmla="*/ 189 w 403"/>
                <a:gd name="T65" fmla="*/ 140 h 181"/>
                <a:gd name="T66" fmla="*/ 197 w 403"/>
                <a:gd name="T67" fmla="*/ 140 h 181"/>
                <a:gd name="T68" fmla="*/ 208 w 403"/>
                <a:gd name="T69" fmla="*/ 140 h 181"/>
                <a:gd name="T70" fmla="*/ 214 w 403"/>
                <a:gd name="T71" fmla="*/ 33 h 181"/>
                <a:gd name="T72" fmla="*/ 189 w 403"/>
                <a:gd name="T73" fmla="*/ 145 h 181"/>
                <a:gd name="T74" fmla="*/ 216 w 403"/>
                <a:gd name="T75" fmla="*/ 179 h 181"/>
                <a:gd name="T76" fmla="*/ 227 w 403"/>
                <a:gd name="T77" fmla="*/ 179 h 181"/>
                <a:gd name="T78" fmla="*/ 382 w 403"/>
                <a:gd name="T79" fmla="*/ 115 h 181"/>
                <a:gd name="T80" fmla="*/ 227 w 403"/>
                <a:gd name="T81" fmla="*/ 72 h 181"/>
                <a:gd name="T82" fmla="*/ 384 w 403"/>
                <a:gd name="T83" fmla="*/ 113 h 181"/>
                <a:gd name="T84" fmla="*/ 341 w 403"/>
                <a:gd name="T85" fmla="*/ 89 h 181"/>
                <a:gd name="T86" fmla="*/ 315 w 403"/>
                <a:gd name="T87" fmla="*/ 70 h 181"/>
                <a:gd name="T88" fmla="*/ 310 w 403"/>
                <a:gd name="T89" fmla="*/ 67 h 181"/>
                <a:gd name="T90" fmla="*/ 93 w 403"/>
                <a:gd name="T91" fmla="*/ 67 h 181"/>
                <a:gd name="T92" fmla="*/ 65 w 403"/>
                <a:gd name="T93" fmla="*/ 90 h 181"/>
                <a:gd name="T94" fmla="*/ 8 w 403"/>
                <a:gd name="T95" fmla="*/ 107 h 181"/>
                <a:gd name="T96" fmla="*/ 176 w 403"/>
                <a:gd name="T97" fmla="*/ 113 h 181"/>
                <a:gd name="T98" fmla="*/ 21 w 403"/>
                <a:gd name="T99" fmla="*/ 117 h 181"/>
                <a:gd name="T100" fmla="*/ 176 w 403"/>
                <a:gd name="T101" fmla="*/ 179 h 181"/>
                <a:gd name="T102" fmla="*/ 214 w 403"/>
                <a:gd name="T103" fmla="*/ 147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03" h="181">
                  <a:moveTo>
                    <a:pt x="384" y="179"/>
                  </a:moveTo>
                  <a:cubicBezTo>
                    <a:pt x="384" y="179"/>
                    <a:pt x="384" y="179"/>
                    <a:pt x="384" y="179"/>
                  </a:cubicBezTo>
                  <a:cubicBezTo>
                    <a:pt x="384" y="115"/>
                    <a:pt x="384" y="115"/>
                    <a:pt x="384" y="115"/>
                  </a:cubicBezTo>
                  <a:cubicBezTo>
                    <a:pt x="384" y="115"/>
                    <a:pt x="384" y="115"/>
                    <a:pt x="384" y="115"/>
                  </a:cubicBezTo>
                  <a:cubicBezTo>
                    <a:pt x="384" y="115"/>
                    <a:pt x="384" y="115"/>
                    <a:pt x="384" y="114"/>
                  </a:cubicBezTo>
                  <a:cubicBezTo>
                    <a:pt x="403" y="105"/>
                    <a:pt x="403" y="105"/>
                    <a:pt x="403" y="105"/>
                  </a:cubicBezTo>
                  <a:cubicBezTo>
                    <a:pt x="403" y="104"/>
                    <a:pt x="403" y="104"/>
                    <a:pt x="403" y="104"/>
                  </a:cubicBezTo>
                  <a:cubicBezTo>
                    <a:pt x="403" y="103"/>
                    <a:pt x="403" y="103"/>
                    <a:pt x="403" y="103"/>
                  </a:cubicBezTo>
                  <a:cubicBezTo>
                    <a:pt x="341" y="87"/>
                    <a:pt x="341" y="87"/>
                    <a:pt x="341" y="87"/>
                  </a:cubicBezTo>
                  <a:cubicBezTo>
                    <a:pt x="315" y="64"/>
                    <a:pt x="315" y="64"/>
                    <a:pt x="315" y="64"/>
                  </a:cubicBezTo>
                  <a:cubicBezTo>
                    <a:pt x="315" y="63"/>
                    <a:pt x="315" y="63"/>
                    <a:pt x="314" y="63"/>
                  </a:cubicBezTo>
                  <a:cubicBezTo>
                    <a:pt x="310" y="65"/>
                    <a:pt x="310" y="65"/>
                    <a:pt x="310" y="65"/>
                  </a:cubicBezTo>
                  <a:cubicBezTo>
                    <a:pt x="227" y="65"/>
                    <a:pt x="227" y="65"/>
                    <a:pt x="227" y="65"/>
                  </a:cubicBezTo>
                  <a:cubicBezTo>
                    <a:pt x="227" y="25"/>
                    <a:pt x="227" y="25"/>
                    <a:pt x="227" y="25"/>
                  </a:cubicBezTo>
                  <a:cubicBezTo>
                    <a:pt x="233" y="25"/>
                    <a:pt x="233" y="25"/>
                    <a:pt x="233" y="25"/>
                  </a:cubicBezTo>
                  <a:cubicBezTo>
                    <a:pt x="233" y="25"/>
                    <a:pt x="234" y="25"/>
                    <a:pt x="234" y="24"/>
                  </a:cubicBezTo>
                  <a:cubicBezTo>
                    <a:pt x="237" y="17"/>
                    <a:pt x="237" y="17"/>
                    <a:pt x="237" y="17"/>
                  </a:cubicBezTo>
                  <a:cubicBezTo>
                    <a:pt x="237" y="17"/>
                    <a:pt x="237" y="17"/>
                    <a:pt x="237" y="16"/>
                  </a:cubicBezTo>
                  <a:cubicBezTo>
                    <a:pt x="237" y="16"/>
                    <a:pt x="237" y="16"/>
                    <a:pt x="236" y="16"/>
                  </a:cubicBezTo>
                  <a:cubicBezTo>
                    <a:pt x="225" y="16"/>
                    <a:pt x="225" y="16"/>
                    <a:pt x="225" y="16"/>
                  </a:cubicBezTo>
                  <a:cubicBezTo>
                    <a:pt x="222" y="4"/>
                    <a:pt x="222" y="4"/>
                    <a:pt x="222" y="4"/>
                  </a:cubicBezTo>
                  <a:cubicBezTo>
                    <a:pt x="222" y="4"/>
                    <a:pt x="222" y="3"/>
                    <a:pt x="221" y="3"/>
                  </a:cubicBezTo>
                  <a:cubicBezTo>
                    <a:pt x="206" y="3"/>
                    <a:pt x="206" y="3"/>
                    <a:pt x="206" y="3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202" y="0"/>
                    <a:pt x="202" y="0"/>
                    <a:pt x="201" y="0"/>
                  </a:cubicBezTo>
                  <a:cubicBezTo>
                    <a:pt x="198" y="3"/>
                    <a:pt x="198" y="3"/>
                    <a:pt x="198" y="3"/>
                  </a:cubicBezTo>
                  <a:cubicBezTo>
                    <a:pt x="181" y="3"/>
                    <a:pt x="181" y="3"/>
                    <a:pt x="181" y="3"/>
                  </a:cubicBezTo>
                  <a:cubicBezTo>
                    <a:pt x="181" y="3"/>
                    <a:pt x="180" y="4"/>
                    <a:pt x="180" y="4"/>
                  </a:cubicBezTo>
                  <a:cubicBezTo>
                    <a:pt x="178" y="17"/>
                    <a:pt x="178" y="17"/>
                    <a:pt x="178" y="17"/>
                  </a:cubicBezTo>
                  <a:cubicBezTo>
                    <a:pt x="167" y="17"/>
                    <a:pt x="167" y="17"/>
                    <a:pt x="167" y="17"/>
                  </a:cubicBezTo>
                  <a:cubicBezTo>
                    <a:pt x="166" y="17"/>
                    <a:pt x="166" y="17"/>
                    <a:pt x="166" y="17"/>
                  </a:cubicBezTo>
                  <a:cubicBezTo>
                    <a:pt x="165" y="17"/>
                    <a:pt x="165" y="18"/>
                    <a:pt x="166" y="18"/>
                  </a:cubicBezTo>
                  <a:cubicBezTo>
                    <a:pt x="169" y="25"/>
                    <a:pt x="169" y="25"/>
                    <a:pt x="169" y="25"/>
                  </a:cubicBezTo>
                  <a:cubicBezTo>
                    <a:pt x="169" y="25"/>
                    <a:pt x="170" y="25"/>
                    <a:pt x="170" y="25"/>
                  </a:cubicBezTo>
                  <a:cubicBezTo>
                    <a:pt x="176" y="25"/>
                    <a:pt x="176" y="25"/>
                    <a:pt x="176" y="25"/>
                  </a:cubicBezTo>
                  <a:cubicBezTo>
                    <a:pt x="176" y="65"/>
                    <a:pt x="176" y="65"/>
                    <a:pt x="176" y="65"/>
                  </a:cubicBezTo>
                  <a:cubicBezTo>
                    <a:pt x="93" y="65"/>
                    <a:pt x="93" y="65"/>
                    <a:pt x="93" y="65"/>
                  </a:cubicBezTo>
                  <a:cubicBezTo>
                    <a:pt x="89" y="63"/>
                    <a:pt x="89" y="63"/>
                    <a:pt x="89" y="63"/>
                  </a:cubicBezTo>
                  <a:cubicBezTo>
                    <a:pt x="88" y="63"/>
                    <a:pt x="88" y="63"/>
                    <a:pt x="88" y="64"/>
                  </a:cubicBezTo>
                  <a:cubicBezTo>
                    <a:pt x="62" y="87"/>
                    <a:pt x="62" y="87"/>
                    <a:pt x="62" y="87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0" y="103"/>
                    <a:pt x="0" y="103"/>
                    <a:pt x="0" y="104"/>
                  </a:cubicBezTo>
                  <a:cubicBezTo>
                    <a:pt x="0" y="104"/>
                    <a:pt x="0" y="104"/>
                    <a:pt x="0" y="105"/>
                  </a:cubicBezTo>
                  <a:cubicBezTo>
                    <a:pt x="18" y="114"/>
                    <a:pt x="18" y="114"/>
                    <a:pt x="18" y="114"/>
                  </a:cubicBezTo>
                  <a:cubicBezTo>
                    <a:pt x="19" y="115"/>
                    <a:pt x="19" y="115"/>
                    <a:pt x="19" y="115"/>
                  </a:cubicBezTo>
                  <a:cubicBezTo>
                    <a:pt x="19" y="115"/>
                    <a:pt x="19" y="115"/>
                    <a:pt x="19" y="115"/>
                  </a:cubicBezTo>
                  <a:cubicBezTo>
                    <a:pt x="19" y="179"/>
                    <a:pt x="19" y="179"/>
                    <a:pt x="19" y="179"/>
                  </a:cubicBezTo>
                  <a:cubicBezTo>
                    <a:pt x="18" y="179"/>
                    <a:pt x="18" y="179"/>
                    <a:pt x="18" y="179"/>
                  </a:cubicBezTo>
                  <a:cubicBezTo>
                    <a:pt x="18" y="179"/>
                    <a:pt x="17" y="179"/>
                    <a:pt x="17" y="180"/>
                  </a:cubicBezTo>
                  <a:cubicBezTo>
                    <a:pt x="17" y="181"/>
                    <a:pt x="18" y="181"/>
                    <a:pt x="18" y="181"/>
                  </a:cubicBezTo>
                  <a:cubicBezTo>
                    <a:pt x="178" y="181"/>
                    <a:pt x="178" y="181"/>
                    <a:pt x="178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88" y="181"/>
                    <a:pt x="188" y="181"/>
                    <a:pt x="188" y="181"/>
                  </a:cubicBezTo>
                  <a:cubicBezTo>
                    <a:pt x="215" y="181"/>
                    <a:pt x="215" y="181"/>
                    <a:pt x="215" y="181"/>
                  </a:cubicBezTo>
                  <a:cubicBezTo>
                    <a:pt x="225" y="181"/>
                    <a:pt x="225" y="181"/>
                    <a:pt x="225" y="181"/>
                  </a:cubicBezTo>
                  <a:cubicBezTo>
                    <a:pt x="225" y="181"/>
                    <a:pt x="225" y="181"/>
                    <a:pt x="225" y="181"/>
                  </a:cubicBezTo>
                  <a:cubicBezTo>
                    <a:pt x="384" y="181"/>
                    <a:pt x="384" y="181"/>
                    <a:pt x="384" y="181"/>
                  </a:cubicBezTo>
                  <a:cubicBezTo>
                    <a:pt x="384" y="181"/>
                    <a:pt x="385" y="181"/>
                    <a:pt x="385" y="180"/>
                  </a:cubicBezTo>
                  <a:cubicBezTo>
                    <a:pt x="385" y="179"/>
                    <a:pt x="384" y="179"/>
                    <a:pt x="384" y="179"/>
                  </a:cubicBezTo>
                  <a:close/>
                  <a:moveTo>
                    <a:pt x="220" y="5"/>
                  </a:moveTo>
                  <a:cubicBezTo>
                    <a:pt x="223" y="16"/>
                    <a:pt x="223" y="16"/>
                    <a:pt x="223" y="16"/>
                  </a:cubicBezTo>
                  <a:cubicBezTo>
                    <a:pt x="220" y="16"/>
                    <a:pt x="220" y="16"/>
                    <a:pt x="220" y="16"/>
                  </a:cubicBezTo>
                  <a:cubicBezTo>
                    <a:pt x="208" y="5"/>
                    <a:pt x="208" y="5"/>
                    <a:pt x="208" y="5"/>
                  </a:cubicBezTo>
                  <a:lnTo>
                    <a:pt x="220" y="5"/>
                  </a:lnTo>
                  <a:close/>
                  <a:moveTo>
                    <a:pt x="182" y="5"/>
                  </a:moveTo>
                  <a:cubicBezTo>
                    <a:pt x="196" y="5"/>
                    <a:pt x="196" y="5"/>
                    <a:pt x="196" y="5"/>
                  </a:cubicBezTo>
                  <a:cubicBezTo>
                    <a:pt x="185" y="16"/>
                    <a:pt x="185" y="16"/>
                    <a:pt x="185" y="16"/>
                  </a:cubicBezTo>
                  <a:cubicBezTo>
                    <a:pt x="185" y="16"/>
                    <a:pt x="185" y="16"/>
                    <a:pt x="185" y="16"/>
                  </a:cubicBezTo>
                  <a:cubicBezTo>
                    <a:pt x="180" y="16"/>
                    <a:pt x="180" y="16"/>
                    <a:pt x="180" y="16"/>
                  </a:cubicBezTo>
                  <a:lnTo>
                    <a:pt x="182" y="5"/>
                  </a:lnTo>
                  <a:close/>
                  <a:moveTo>
                    <a:pt x="168" y="19"/>
                  </a:moveTo>
                  <a:cubicBezTo>
                    <a:pt x="185" y="19"/>
                    <a:pt x="185" y="19"/>
                    <a:pt x="185" y="19"/>
                  </a:cubicBezTo>
                  <a:cubicBezTo>
                    <a:pt x="185" y="19"/>
                    <a:pt x="185" y="19"/>
                    <a:pt x="185" y="18"/>
                  </a:cubicBezTo>
                  <a:cubicBezTo>
                    <a:pt x="202" y="2"/>
                    <a:pt x="202" y="2"/>
                    <a:pt x="202" y="2"/>
                  </a:cubicBezTo>
                  <a:cubicBezTo>
                    <a:pt x="219" y="18"/>
                    <a:pt x="219" y="18"/>
                    <a:pt x="219" y="18"/>
                  </a:cubicBezTo>
                  <a:cubicBezTo>
                    <a:pt x="219" y="18"/>
                    <a:pt x="219" y="18"/>
                    <a:pt x="219" y="18"/>
                  </a:cubicBezTo>
                  <a:cubicBezTo>
                    <a:pt x="235" y="18"/>
                    <a:pt x="235" y="18"/>
                    <a:pt x="235" y="18"/>
                  </a:cubicBezTo>
                  <a:cubicBezTo>
                    <a:pt x="232" y="23"/>
                    <a:pt x="232" y="23"/>
                    <a:pt x="232" y="23"/>
                  </a:cubicBezTo>
                  <a:cubicBezTo>
                    <a:pt x="170" y="23"/>
                    <a:pt x="170" y="23"/>
                    <a:pt x="170" y="23"/>
                  </a:cubicBezTo>
                  <a:lnTo>
                    <a:pt x="168" y="19"/>
                  </a:lnTo>
                  <a:close/>
                  <a:moveTo>
                    <a:pt x="179" y="179"/>
                  </a:moveTo>
                  <a:cubicBezTo>
                    <a:pt x="179" y="179"/>
                    <a:pt x="179" y="179"/>
                    <a:pt x="178" y="179"/>
                  </a:cubicBezTo>
                  <a:cubicBezTo>
                    <a:pt x="178" y="179"/>
                    <a:pt x="178" y="179"/>
                    <a:pt x="178" y="179"/>
                  </a:cubicBezTo>
                  <a:cubicBezTo>
                    <a:pt x="178" y="33"/>
                    <a:pt x="178" y="33"/>
                    <a:pt x="178" y="33"/>
                  </a:cubicBezTo>
                  <a:cubicBezTo>
                    <a:pt x="187" y="33"/>
                    <a:pt x="187" y="33"/>
                    <a:pt x="187" y="33"/>
                  </a:cubicBezTo>
                  <a:cubicBezTo>
                    <a:pt x="187" y="179"/>
                    <a:pt x="187" y="179"/>
                    <a:pt x="187" y="179"/>
                  </a:cubicBezTo>
                  <a:lnTo>
                    <a:pt x="179" y="179"/>
                  </a:lnTo>
                  <a:close/>
                  <a:moveTo>
                    <a:pt x="225" y="31"/>
                  </a:moveTo>
                  <a:cubicBezTo>
                    <a:pt x="178" y="31"/>
                    <a:pt x="178" y="31"/>
                    <a:pt x="178" y="31"/>
                  </a:cubicBezTo>
                  <a:cubicBezTo>
                    <a:pt x="178" y="25"/>
                    <a:pt x="178" y="25"/>
                    <a:pt x="178" y="25"/>
                  </a:cubicBezTo>
                  <a:cubicBezTo>
                    <a:pt x="225" y="25"/>
                    <a:pt x="225" y="25"/>
                    <a:pt x="225" y="25"/>
                  </a:cubicBezTo>
                  <a:lnTo>
                    <a:pt x="225" y="31"/>
                  </a:lnTo>
                  <a:close/>
                  <a:moveTo>
                    <a:pt x="214" y="47"/>
                  </a:moveTo>
                  <a:cubicBezTo>
                    <a:pt x="189" y="47"/>
                    <a:pt x="189" y="47"/>
                    <a:pt x="189" y="47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214" y="44"/>
                    <a:pt x="214" y="44"/>
                    <a:pt x="214" y="44"/>
                  </a:cubicBezTo>
                  <a:lnTo>
                    <a:pt x="214" y="47"/>
                  </a:lnTo>
                  <a:close/>
                  <a:moveTo>
                    <a:pt x="206" y="84"/>
                  </a:moveTo>
                  <a:cubicBezTo>
                    <a:pt x="206" y="92"/>
                    <a:pt x="206" y="92"/>
                    <a:pt x="206" y="92"/>
                  </a:cubicBezTo>
                  <a:cubicBezTo>
                    <a:pt x="197" y="92"/>
                    <a:pt x="197" y="92"/>
                    <a:pt x="197" y="92"/>
                  </a:cubicBezTo>
                  <a:cubicBezTo>
                    <a:pt x="197" y="84"/>
                    <a:pt x="197" y="84"/>
                    <a:pt x="197" y="84"/>
                  </a:cubicBezTo>
                  <a:lnTo>
                    <a:pt x="206" y="84"/>
                  </a:lnTo>
                  <a:close/>
                  <a:moveTo>
                    <a:pt x="197" y="82"/>
                  </a:moveTo>
                  <a:cubicBezTo>
                    <a:pt x="197" y="75"/>
                    <a:pt x="197" y="75"/>
                    <a:pt x="197" y="75"/>
                  </a:cubicBezTo>
                  <a:cubicBezTo>
                    <a:pt x="206" y="75"/>
                    <a:pt x="206" y="75"/>
                    <a:pt x="206" y="75"/>
                  </a:cubicBezTo>
                  <a:cubicBezTo>
                    <a:pt x="206" y="82"/>
                    <a:pt x="206" y="82"/>
                    <a:pt x="206" y="82"/>
                  </a:cubicBezTo>
                  <a:lnTo>
                    <a:pt x="197" y="82"/>
                  </a:lnTo>
                  <a:close/>
                  <a:moveTo>
                    <a:pt x="206" y="94"/>
                  </a:moveTo>
                  <a:cubicBezTo>
                    <a:pt x="206" y="101"/>
                    <a:pt x="206" y="101"/>
                    <a:pt x="206" y="101"/>
                  </a:cubicBezTo>
                  <a:cubicBezTo>
                    <a:pt x="197" y="101"/>
                    <a:pt x="197" y="101"/>
                    <a:pt x="197" y="101"/>
                  </a:cubicBezTo>
                  <a:cubicBezTo>
                    <a:pt x="197" y="94"/>
                    <a:pt x="197" y="94"/>
                    <a:pt x="197" y="94"/>
                  </a:cubicBezTo>
                  <a:lnTo>
                    <a:pt x="206" y="94"/>
                  </a:lnTo>
                  <a:close/>
                  <a:moveTo>
                    <a:pt x="206" y="73"/>
                  </a:moveTo>
                  <a:cubicBezTo>
                    <a:pt x="197" y="73"/>
                    <a:pt x="197" y="73"/>
                    <a:pt x="197" y="73"/>
                  </a:cubicBezTo>
                  <a:cubicBezTo>
                    <a:pt x="197" y="62"/>
                    <a:pt x="197" y="62"/>
                    <a:pt x="197" y="62"/>
                  </a:cubicBezTo>
                  <a:cubicBezTo>
                    <a:pt x="206" y="62"/>
                    <a:pt x="206" y="62"/>
                    <a:pt x="206" y="62"/>
                  </a:cubicBezTo>
                  <a:lnTo>
                    <a:pt x="206" y="73"/>
                  </a:lnTo>
                  <a:close/>
                  <a:moveTo>
                    <a:pt x="197" y="103"/>
                  </a:moveTo>
                  <a:cubicBezTo>
                    <a:pt x="206" y="103"/>
                    <a:pt x="206" y="103"/>
                    <a:pt x="206" y="103"/>
                  </a:cubicBezTo>
                  <a:cubicBezTo>
                    <a:pt x="206" y="114"/>
                    <a:pt x="206" y="114"/>
                    <a:pt x="206" y="114"/>
                  </a:cubicBezTo>
                  <a:cubicBezTo>
                    <a:pt x="197" y="114"/>
                    <a:pt x="197" y="114"/>
                    <a:pt x="197" y="114"/>
                  </a:cubicBezTo>
                  <a:lnTo>
                    <a:pt x="197" y="103"/>
                  </a:lnTo>
                  <a:close/>
                  <a:moveTo>
                    <a:pt x="206" y="60"/>
                  </a:moveTo>
                  <a:cubicBezTo>
                    <a:pt x="197" y="60"/>
                    <a:pt x="197" y="60"/>
                    <a:pt x="197" y="60"/>
                  </a:cubicBezTo>
                  <a:cubicBezTo>
                    <a:pt x="197" y="53"/>
                    <a:pt x="197" y="53"/>
                    <a:pt x="197" y="53"/>
                  </a:cubicBezTo>
                  <a:cubicBezTo>
                    <a:pt x="206" y="53"/>
                    <a:pt x="206" y="53"/>
                    <a:pt x="206" y="53"/>
                  </a:cubicBezTo>
                  <a:lnTo>
                    <a:pt x="206" y="60"/>
                  </a:lnTo>
                  <a:close/>
                  <a:moveTo>
                    <a:pt x="197" y="116"/>
                  </a:moveTo>
                  <a:cubicBezTo>
                    <a:pt x="206" y="116"/>
                    <a:pt x="206" y="116"/>
                    <a:pt x="206" y="116"/>
                  </a:cubicBezTo>
                  <a:cubicBezTo>
                    <a:pt x="206" y="123"/>
                    <a:pt x="206" y="123"/>
                    <a:pt x="206" y="123"/>
                  </a:cubicBezTo>
                  <a:cubicBezTo>
                    <a:pt x="197" y="123"/>
                    <a:pt x="197" y="123"/>
                    <a:pt x="197" y="123"/>
                  </a:cubicBezTo>
                  <a:lnTo>
                    <a:pt x="197" y="116"/>
                  </a:lnTo>
                  <a:close/>
                  <a:moveTo>
                    <a:pt x="206" y="51"/>
                  </a:moveTo>
                  <a:cubicBezTo>
                    <a:pt x="197" y="51"/>
                    <a:pt x="197" y="51"/>
                    <a:pt x="197" y="51"/>
                  </a:cubicBezTo>
                  <a:cubicBezTo>
                    <a:pt x="197" y="49"/>
                    <a:pt x="197" y="49"/>
                    <a:pt x="197" y="49"/>
                  </a:cubicBezTo>
                  <a:cubicBezTo>
                    <a:pt x="206" y="49"/>
                    <a:pt x="206" y="49"/>
                    <a:pt x="206" y="49"/>
                  </a:cubicBezTo>
                  <a:lnTo>
                    <a:pt x="206" y="51"/>
                  </a:lnTo>
                  <a:close/>
                  <a:moveTo>
                    <a:pt x="189" y="49"/>
                  </a:moveTo>
                  <a:cubicBezTo>
                    <a:pt x="195" y="49"/>
                    <a:pt x="195" y="49"/>
                    <a:pt x="195" y="49"/>
                  </a:cubicBezTo>
                  <a:cubicBezTo>
                    <a:pt x="195" y="52"/>
                    <a:pt x="195" y="52"/>
                    <a:pt x="195" y="52"/>
                  </a:cubicBezTo>
                  <a:cubicBezTo>
                    <a:pt x="195" y="52"/>
                    <a:pt x="195" y="52"/>
                    <a:pt x="195" y="52"/>
                  </a:cubicBezTo>
                  <a:cubicBezTo>
                    <a:pt x="195" y="52"/>
                    <a:pt x="195" y="52"/>
                    <a:pt x="195" y="52"/>
                  </a:cubicBezTo>
                  <a:cubicBezTo>
                    <a:pt x="195" y="61"/>
                    <a:pt x="195" y="61"/>
                    <a:pt x="195" y="61"/>
                  </a:cubicBezTo>
                  <a:cubicBezTo>
                    <a:pt x="195" y="61"/>
                    <a:pt x="195" y="61"/>
                    <a:pt x="195" y="61"/>
                  </a:cubicBezTo>
                  <a:cubicBezTo>
                    <a:pt x="195" y="61"/>
                    <a:pt x="195" y="61"/>
                    <a:pt x="195" y="61"/>
                  </a:cubicBezTo>
                  <a:cubicBezTo>
                    <a:pt x="195" y="74"/>
                    <a:pt x="195" y="74"/>
                    <a:pt x="195" y="74"/>
                  </a:cubicBezTo>
                  <a:cubicBezTo>
                    <a:pt x="195" y="74"/>
                    <a:pt x="195" y="74"/>
                    <a:pt x="195" y="74"/>
                  </a:cubicBezTo>
                  <a:cubicBezTo>
                    <a:pt x="195" y="74"/>
                    <a:pt x="195" y="74"/>
                    <a:pt x="195" y="74"/>
                  </a:cubicBezTo>
                  <a:cubicBezTo>
                    <a:pt x="195" y="83"/>
                    <a:pt x="195" y="83"/>
                    <a:pt x="195" y="83"/>
                  </a:cubicBezTo>
                  <a:cubicBezTo>
                    <a:pt x="195" y="83"/>
                    <a:pt x="195" y="83"/>
                    <a:pt x="195" y="83"/>
                  </a:cubicBezTo>
                  <a:cubicBezTo>
                    <a:pt x="195" y="83"/>
                    <a:pt x="195" y="83"/>
                    <a:pt x="195" y="83"/>
                  </a:cubicBezTo>
                  <a:cubicBezTo>
                    <a:pt x="195" y="93"/>
                    <a:pt x="195" y="93"/>
                    <a:pt x="195" y="93"/>
                  </a:cubicBezTo>
                  <a:cubicBezTo>
                    <a:pt x="195" y="93"/>
                    <a:pt x="195" y="93"/>
                    <a:pt x="195" y="93"/>
                  </a:cubicBezTo>
                  <a:cubicBezTo>
                    <a:pt x="195" y="94"/>
                    <a:pt x="195" y="94"/>
                    <a:pt x="195" y="94"/>
                  </a:cubicBezTo>
                  <a:cubicBezTo>
                    <a:pt x="195" y="102"/>
                    <a:pt x="195" y="102"/>
                    <a:pt x="195" y="102"/>
                  </a:cubicBezTo>
                  <a:cubicBezTo>
                    <a:pt x="195" y="102"/>
                    <a:pt x="195" y="102"/>
                    <a:pt x="195" y="102"/>
                  </a:cubicBezTo>
                  <a:cubicBezTo>
                    <a:pt x="195" y="103"/>
                    <a:pt x="195" y="103"/>
                    <a:pt x="195" y="103"/>
                  </a:cubicBezTo>
                  <a:cubicBezTo>
                    <a:pt x="195" y="115"/>
                    <a:pt x="195" y="115"/>
                    <a:pt x="195" y="115"/>
                  </a:cubicBezTo>
                  <a:cubicBezTo>
                    <a:pt x="195" y="115"/>
                    <a:pt x="195" y="115"/>
                    <a:pt x="195" y="115"/>
                  </a:cubicBezTo>
                  <a:cubicBezTo>
                    <a:pt x="195" y="115"/>
                    <a:pt x="195" y="115"/>
                    <a:pt x="195" y="115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40"/>
                    <a:pt x="195" y="140"/>
                    <a:pt x="195" y="140"/>
                  </a:cubicBezTo>
                  <a:cubicBezTo>
                    <a:pt x="189" y="140"/>
                    <a:pt x="189" y="140"/>
                    <a:pt x="189" y="140"/>
                  </a:cubicBezTo>
                  <a:lnTo>
                    <a:pt x="189" y="49"/>
                  </a:lnTo>
                  <a:close/>
                  <a:moveTo>
                    <a:pt x="197" y="125"/>
                  </a:moveTo>
                  <a:cubicBezTo>
                    <a:pt x="206" y="125"/>
                    <a:pt x="206" y="125"/>
                    <a:pt x="206" y="125"/>
                  </a:cubicBezTo>
                  <a:cubicBezTo>
                    <a:pt x="206" y="140"/>
                    <a:pt x="206" y="140"/>
                    <a:pt x="206" y="140"/>
                  </a:cubicBezTo>
                  <a:cubicBezTo>
                    <a:pt x="197" y="140"/>
                    <a:pt x="197" y="140"/>
                    <a:pt x="197" y="140"/>
                  </a:cubicBezTo>
                  <a:lnTo>
                    <a:pt x="197" y="125"/>
                  </a:lnTo>
                  <a:close/>
                  <a:moveTo>
                    <a:pt x="208" y="49"/>
                  </a:moveTo>
                  <a:cubicBezTo>
                    <a:pt x="214" y="49"/>
                    <a:pt x="214" y="49"/>
                    <a:pt x="214" y="49"/>
                  </a:cubicBezTo>
                  <a:cubicBezTo>
                    <a:pt x="214" y="140"/>
                    <a:pt x="214" y="140"/>
                    <a:pt x="214" y="140"/>
                  </a:cubicBezTo>
                  <a:cubicBezTo>
                    <a:pt x="208" y="140"/>
                    <a:pt x="208" y="140"/>
                    <a:pt x="208" y="140"/>
                  </a:cubicBezTo>
                  <a:lnTo>
                    <a:pt x="208" y="49"/>
                  </a:lnTo>
                  <a:close/>
                  <a:moveTo>
                    <a:pt x="214" y="42"/>
                  </a:moveTo>
                  <a:cubicBezTo>
                    <a:pt x="189" y="42"/>
                    <a:pt x="189" y="42"/>
                    <a:pt x="189" y="42"/>
                  </a:cubicBezTo>
                  <a:cubicBezTo>
                    <a:pt x="189" y="33"/>
                    <a:pt x="189" y="33"/>
                    <a:pt x="189" y="33"/>
                  </a:cubicBezTo>
                  <a:cubicBezTo>
                    <a:pt x="214" y="33"/>
                    <a:pt x="214" y="33"/>
                    <a:pt x="214" y="33"/>
                  </a:cubicBezTo>
                  <a:lnTo>
                    <a:pt x="214" y="42"/>
                  </a:lnTo>
                  <a:close/>
                  <a:moveTo>
                    <a:pt x="189" y="142"/>
                  </a:moveTo>
                  <a:cubicBezTo>
                    <a:pt x="214" y="142"/>
                    <a:pt x="214" y="142"/>
                    <a:pt x="214" y="142"/>
                  </a:cubicBezTo>
                  <a:cubicBezTo>
                    <a:pt x="214" y="145"/>
                    <a:pt x="214" y="145"/>
                    <a:pt x="214" y="145"/>
                  </a:cubicBezTo>
                  <a:cubicBezTo>
                    <a:pt x="189" y="145"/>
                    <a:pt x="189" y="145"/>
                    <a:pt x="189" y="145"/>
                  </a:cubicBezTo>
                  <a:lnTo>
                    <a:pt x="189" y="142"/>
                  </a:lnTo>
                  <a:close/>
                  <a:moveTo>
                    <a:pt x="216" y="33"/>
                  </a:moveTo>
                  <a:cubicBezTo>
                    <a:pt x="225" y="33"/>
                    <a:pt x="225" y="33"/>
                    <a:pt x="225" y="33"/>
                  </a:cubicBezTo>
                  <a:cubicBezTo>
                    <a:pt x="225" y="179"/>
                    <a:pt x="225" y="179"/>
                    <a:pt x="225" y="179"/>
                  </a:cubicBezTo>
                  <a:cubicBezTo>
                    <a:pt x="216" y="179"/>
                    <a:pt x="216" y="179"/>
                    <a:pt x="216" y="179"/>
                  </a:cubicBezTo>
                  <a:lnTo>
                    <a:pt x="216" y="33"/>
                  </a:lnTo>
                  <a:close/>
                  <a:moveTo>
                    <a:pt x="227" y="119"/>
                  </a:moveTo>
                  <a:cubicBezTo>
                    <a:pt x="382" y="119"/>
                    <a:pt x="382" y="119"/>
                    <a:pt x="382" y="119"/>
                  </a:cubicBezTo>
                  <a:cubicBezTo>
                    <a:pt x="382" y="179"/>
                    <a:pt x="382" y="179"/>
                    <a:pt x="382" y="179"/>
                  </a:cubicBezTo>
                  <a:cubicBezTo>
                    <a:pt x="227" y="179"/>
                    <a:pt x="227" y="179"/>
                    <a:pt x="227" y="179"/>
                  </a:cubicBezTo>
                  <a:lnTo>
                    <a:pt x="227" y="119"/>
                  </a:lnTo>
                  <a:close/>
                  <a:moveTo>
                    <a:pt x="382" y="117"/>
                  </a:moveTo>
                  <a:cubicBezTo>
                    <a:pt x="227" y="117"/>
                    <a:pt x="227" y="117"/>
                    <a:pt x="227" y="117"/>
                  </a:cubicBezTo>
                  <a:cubicBezTo>
                    <a:pt x="227" y="115"/>
                    <a:pt x="227" y="115"/>
                    <a:pt x="227" y="115"/>
                  </a:cubicBezTo>
                  <a:cubicBezTo>
                    <a:pt x="382" y="115"/>
                    <a:pt x="382" y="115"/>
                    <a:pt x="382" y="115"/>
                  </a:cubicBezTo>
                  <a:lnTo>
                    <a:pt x="382" y="117"/>
                  </a:lnTo>
                  <a:close/>
                  <a:moveTo>
                    <a:pt x="384" y="113"/>
                  </a:moveTo>
                  <a:cubicBezTo>
                    <a:pt x="227" y="113"/>
                    <a:pt x="227" y="113"/>
                    <a:pt x="227" y="113"/>
                  </a:cubicBezTo>
                  <a:cubicBezTo>
                    <a:pt x="227" y="72"/>
                    <a:pt x="227" y="72"/>
                    <a:pt x="227" y="72"/>
                  </a:cubicBezTo>
                  <a:cubicBezTo>
                    <a:pt x="227" y="72"/>
                    <a:pt x="227" y="72"/>
                    <a:pt x="227" y="72"/>
                  </a:cubicBezTo>
                  <a:cubicBezTo>
                    <a:pt x="314" y="72"/>
                    <a:pt x="314" y="72"/>
                    <a:pt x="314" y="72"/>
                  </a:cubicBezTo>
                  <a:cubicBezTo>
                    <a:pt x="336" y="92"/>
                    <a:pt x="336" y="92"/>
                    <a:pt x="336" y="92"/>
                  </a:cubicBezTo>
                  <a:cubicBezTo>
                    <a:pt x="337" y="92"/>
                    <a:pt x="337" y="92"/>
                    <a:pt x="337" y="92"/>
                  </a:cubicBezTo>
                  <a:cubicBezTo>
                    <a:pt x="394" y="107"/>
                    <a:pt x="394" y="107"/>
                    <a:pt x="394" y="107"/>
                  </a:cubicBezTo>
                  <a:lnTo>
                    <a:pt x="384" y="113"/>
                  </a:lnTo>
                  <a:close/>
                  <a:moveTo>
                    <a:pt x="310" y="67"/>
                  </a:moveTo>
                  <a:cubicBezTo>
                    <a:pt x="310" y="67"/>
                    <a:pt x="310" y="67"/>
                    <a:pt x="310" y="67"/>
                  </a:cubicBezTo>
                  <a:cubicBezTo>
                    <a:pt x="314" y="66"/>
                    <a:pt x="314" y="66"/>
                    <a:pt x="314" y="66"/>
                  </a:cubicBezTo>
                  <a:cubicBezTo>
                    <a:pt x="340" y="89"/>
                    <a:pt x="340" y="89"/>
                    <a:pt x="340" y="89"/>
                  </a:cubicBezTo>
                  <a:cubicBezTo>
                    <a:pt x="340" y="89"/>
                    <a:pt x="340" y="89"/>
                    <a:pt x="341" y="89"/>
                  </a:cubicBezTo>
                  <a:cubicBezTo>
                    <a:pt x="400" y="104"/>
                    <a:pt x="400" y="104"/>
                    <a:pt x="400" y="104"/>
                  </a:cubicBezTo>
                  <a:cubicBezTo>
                    <a:pt x="397" y="105"/>
                    <a:pt x="397" y="105"/>
                    <a:pt x="397" y="105"/>
                  </a:cubicBezTo>
                  <a:cubicBezTo>
                    <a:pt x="397" y="105"/>
                    <a:pt x="397" y="105"/>
                    <a:pt x="397" y="105"/>
                  </a:cubicBezTo>
                  <a:cubicBezTo>
                    <a:pt x="338" y="90"/>
                    <a:pt x="338" y="90"/>
                    <a:pt x="338" y="90"/>
                  </a:cubicBezTo>
                  <a:cubicBezTo>
                    <a:pt x="315" y="70"/>
                    <a:pt x="315" y="70"/>
                    <a:pt x="315" y="70"/>
                  </a:cubicBezTo>
                  <a:cubicBezTo>
                    <a:pt x="315" y="70"/>
                    <a:pt x="315" y="70"/>
                    <a:pt x="314" y="70"/>
                  </a:cubicBezTo>
                  <a:cubicBezTo>
                    <a:pt x="227" y="70"/>
                    <a:pt x="227" y="70"/>
                    <a:pt x="227" y="70"/>
                  </a:cubicBezTo>
                  <a:cubicBezTo>
                    <a:pt x="227" y="70"/>
                    <a:pt x="227" y="70"/>
                    <a:pt x="227" y="70"/>
                  </a:cubicBezTo>
                  <a:cubicBezTo>
                    <a:pt x="227" y="67"/>
                    <a:pt x="227" y="67"/>
                    <a:pt x="227" y="67"/>
                  </a:cubicBezTo>
                  <a:lnTo>
                    <a:pt x="310" y="67"/>
                  </a:lnTo>
                  <a:close/>
                  <a:moveTo>
                    <a:pt x="62" y="89"/>
                  </a:moveTo>
                  <a:cubicBezTo>
                    <a:pt x="63" y="89"/>
                    <a:pt x="63" y="89"/>
                    <a:pt x="63" y="89"/>
                  </a:cubicBezTo>
                  <a:cubicBezTo>
                    <a:pt x="89" y="66"/>
                    <a:pt x="89" y="66"/>
                    <a:pt x="89" y="66"/>
                  </a:cubicBezTo>
                  <a:cubicBezTo>
                    <a:pt x="93" y="67"/>
                    <a:pt x="93" y="67"/>
                    <a:pt x="93" y="67"/>
                  </a:cubicBezTo>
                  <a:cubicBezTo>
                    <a:pt x="93" y="67"/>
                    <a:pt x="93" y="67"/>
                    <a:pt x="93" y="67"/>
                  </a:cubicBezTo>
                  <a:cubicBezTo>
                    <a:pt x="176" y="67"/>
                    <a:pt x="176" y="67"/>
                    <a:pt x="176" y="67"/>
                  </a:cubicBezTo>
                  <a:cubicBezTo>
                    <a:pt x="176" y="70"/>
                    <a:pt x="176" y="70"/>
                    <a:pt x="176" y="70"/>
                  </a:cubicBezTo>
                  <a:cubicBezTo>
                    <a:pt x="88" y="70"/>
                    <a:pt x="88" y="70"/>
                    <a:pt x="88" y="70"/>
                  </a:cubicBezTo>
                  <a:cubicBezTo>
                    <a:pt x="88" y="70"/>
                    <a:pt x="88" y="70"/>
                    <a:pt x="88" y="70"/>
                  </a:cubicBezTo>
                  <a:cubicBezTo>
                    <a:pt x="65" y="90"/>
                    <a:pt x="65" y="90"/>
                    <a:pt x="65" y="90"/>
                  </a:cubicBezTo>
                  <a:cubicBezTo>
                    <a:pt x="6" y="105"/>
                    <a:pt x="6" y="105"/>
                    <a:pt x="6" y="105"/>
                  </a:cubicBezTo>
                  <a:cubicBezTo>
                    <a:pt x="6" y="105"/>
                    <a:pt x="6" y="105"/>
                    <a:pt x="6" y="105"/>
                  </a:cubicBezTo>
                  <a:cubicBezTo>
                    <a:pt x="3" y="104"/>
                    <a:pt x="3" y="104"/>
                    <a:pt x="3" y="104"/>
                  </a:cubicBezTo>
                  <a:lnTo>
                    <a:pt x="62" y="89"/>
                  </a:lnTo>
                  <a:close/>
                  <a:moveTo>
                    <a:pt x="8" y="107"/>
                  </a:moveTo>
                  <a:cubicBezTo>
                    <a:pt x="66" y="92"/>
                    <a:pt x="66" y="92"/>
                    <a:pt x="66" y="92"/>
                  </a:cubicBezTo>
                  <a:cubicBezTo>
                    <a:pt x="66" y="92"/>
                    <a:pt x="66" y="92"/>
                    <a:pt x="66" y="92"/>
                  </a:cubicBezTo>
                  <a:cubicBezTo>
                    <a:pt x="89" y="72"/>
                    <a:pt x="89" y="72"/>
                    <a:pt x="89" y="72"/>
                  </a:cubicBezTo>
                  <a:cubicBezTo>
                    <a:pt x="176" y="72"/>
                    <a:pt x="176" y="72"/>
                    <a:pt x="176" y="72"/>
                  </a:cubicBezTo>
                  <a:cubicBezTo>
                    <a:pt x="176" y="113"/>
                    <a:pt x="176" y="113"/>
                    <a:pt x="176" y="113"/>
                  </a:cubicBezTo>
                  <a:cubicBezTo>
                    <a:pt x="19" y="113"/>
                    <a:pt x="19" y="113"/>
                    <a:pt x="19" y="113"/>
                  </a:cubicBezTo>
                  <a:lnTo>
                    <a:pt x="8" y="107"/>
                  </a:lnTo>
                  <a:close/>
                  <a:moveTo>
                    <a:pt x="176" y="115"/>
                  </a:moveTo>
                  <a:cubicBezTo>
                    <a:pt x="176" y="117"/>
                    <a:pt x="176" y="117"/>
                    <a:pt x="176" y="117"/>
                  </a:cubicBezTo>
                  <a:cubicBezTo>
                    <a:pt x="21" y="117"/>
                    <a:pt x="21" y="117"/>
                    <a:pt x="21" y="117"/>
                  </a:cubicBezTo>
                  <a:cubicBezTo>
                    <a:pt x="21" y="115"/>
                    <a:pt x="21" y="115"/>
                    <a:pt x="21" y="115"/>
                  </a:cubicBezTo>
                  <a:lnTo>
                    <a:pt x="176" y="115"/>
                  </a:lnTo>
                  <a:close/>
                  <a:moveTo>
                    <a:pt x="21" y="119"/>
                  </a:moveTo>
                  <a:cubicBezTo>
                    <a:pt x="176" y="119"/>
                    <a:pt x="176" y="119"/>
                    <a:pt x="176" y="119"/>
                  </a:cubicBezTo>
                  <a:cubicBezTo>
                    <a:pt x="176" y="179"/>
                    <a:pt x="176" y="179"/>
                    <a:pt x="176" y="179"/>
                  </a:cubicBezTo>
                  <a:cubicBezTo>
                    <a:pt x="21" y="179"/>
                    <a:pt x="21" y="179"/>
                    <a:pt x="21" y="179"/>
                  </a:cubicBezTo>
                  <a:lnTo>
                    <a:pt x="21" y="119"/>
                  </a:lnTo>
                  <a:close/>
                  <a:moveTo>
                    <a:pt x="189" y="179"/>
                  </a:moveTo>
                  <a:cubicBezTo>
                    <a:pt x="189" y="147"/>
                    <a:pt x="189" y="147"/>
                    <a:pt x="189" y="147"/>
                  </a:cubicBezTo>
                  <a:cubicBezTo>
                    <a:pt x="214" y="147"/>
                    <a:pt x="214" y="147"/>
                    <a:pt x="214" y="147"/>
                  </a:cubicBezTo>
                  <a:cubicBezTo>
                    <a:pt x="214" y="179"/>
                    <a:pt x="214" y="179"/>
                    <a:pt x="214" y="179"/>
                  </a:cubicBezTo>
                  <a:lnTo>
                    <a:pt x="189" y="1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234"/>
            <p:cNvSpPr/>
            <p:nvPr userDrawn="1"/>
          </p:nvSpPr>
          <p:spPr bwMode="auto">
            <a:xfrm>
              <a:off x="6034088" y="3622675"/>
              <a:ext cx="96838" cy="92075"/>
            </a:xfrm>
            <a:custGeom>
              <a:avLst/>
              <a:gdLst>
                <a:gd name="T0" fmla="*/ 39 w 61"/>
                <a:gd name="T1" fmla="*/ 22 h 58"/>
                <a:gd name="T2" fmla="*/ 30 w 61"/>
                <a:gd name="T3" fmla="*/ 0 h 58"/>
                <a:gd name="T4" fmla="*/ 22 w 61"/>
                <a:gd name="T5" fmla="*/ 22 h 58"/>
                <a:gd name="T6" fmla="*/ 0 w 61"/>
                <a:gd name="T7" fmla="*/ 22 h 58"/>
                <a:gd name="T8" fmla="*/ 17 w 61"/>
                <a:gd name="T9" fmla="*/ 36 h 58"/>
                <a:gd name="T10" fmla="*/ 13 w 61"/>
                <a:gd name="T11" fmla="*/ 58 h 58"/>
                <a:gd name="T12" fmla="*/ 30 w 61"/>
                <a:gd name="T13" fmla="*/ 44 h 58"/>
                <a:gd name="T14" fmla="*/ 48 w 61"/>
                <a:gd name="T15" fmla="*/ 58 h 58"/>
                <a:gd name="T16" fmla="*/ 43 w 61"/>
                <a:gd name="T17" fmla="*/ 36 h 58"/>
                <a:gd name="T18" fmla="*/ 61 w 61"/>
                <a:gd name="T19" fmla="*/ 22 h 58"/>
                <a:gd name="T20" fmla="*/ 39 w 61"/>
                <a:gd name="T21" fmla="*/ 2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1" h="58">
                  <a:moveTo>
                    <a:pt x="39" y="22"/>
                  </a:moveTo>
                  <a:lnTo>
                    <a:pt x="30" y="0"/>
                  </a:lnTo>
                  <a:lnTo>
                    <a:pt x="22" y="22"/>
                  </a:lnTo>
                  <a:lnTo>
                    <a:pt x="0" y="22"/>
                  </a:lnTo>
                  <a:lnTo>
                    <a:pt x="17" y="36"/>
                  </a:lnTo>
                  <a:lnTo>
                    <a:pt x="13" y="58"/>
                  </a:lnTo>
                  <a:lnTo>
                    <a:pt x="30" y="44"/>
                  </a:lnTo>
                  <a:lnTo>
                    <a:pt x="48" y="58"/>
                  </a:lnTo>
                  <a:lnTo>
                    <a:pt x="43" y="36"/>
                  </a:lnTo>
                  <a:lnTo>
                    <a:pt x="61" y="22"/>
                  </a:lnTo>
                  <a:lnTo>
                    <a:pt x="39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235"/>
            <p:cNvSpPr/>
            <p:nvPr userDrawn="1"/>
          </p:nvSpPr>
          <p:spPr bwMode="auto">
            <a:xfrm>
              <a:off x="6034088" y="4630738"/>
              <a:ext cx="14288" cy="176213"/>
            </a:xfrm>
            <a:custGeom>
              <a:avLst/>
              <a:gdLst>
                <a:gd name="T0" fmla="*/ 1 w 2"/>
                <a:gd name="T1" fmla="*/ 0 h 25"/>
                <a:gd name="T2" fmla="*/ 0 w 2"/>
                <a:gd name="T3" fmla="*/ 1 h 25"/>
                <a:gd name="T4" fmla="*/ 0 w 2"/>
                <a:gd name="T5" fmla="*/ 24 h 25"/>
                <a:gd name="T6" fmla="*/ 1 w 2"/>
                <a:gd name="T7" fmla="*/ 25 h 25"/>
                <a:gd name="T8" fmla="*/ 2 w 2"/>
                <a:gd name="T9" fmla="*/ 24 h 25"/>
                <a:gd name="T10" fmla="*/ 2 w 2"/>
                <a:gd name="T11" fmla="*/ 1 h 25"/>
                <a:gd name="T12" fmla="*/ 1 w 2"/>
                <a:gd name="T13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5">
                  <a:moveTo>
                    <a:pt x="1" y="0"/>
                  </a:moveTo>
                  <a:cubicBezTo>
                    <a:pt x="0" y="0"/>
                    <a:pt x="0" y="0"/>
                    <a:pt x="0" y="1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5"/>
                    <a:pt x="0" y="25"/>
                    <a:pt x="1" y="25"/>
                  </a:cubicBezTo>
                  <a:cubicBezTo>
                    <a:pt x="2" y="25"/>
                    <a:pt x="2" y="25"/>
                    <a:pt x="2" y="24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9" name="Freeform 236"/>
            <p:cNvSpPr/>
            <p:nvPr userDrawn="1"/>
          </p:nvSpPr>
          <p:spPr bwMode="auto">
            <a:xfrm>
              <a:off x="6110288" y="4630738"/>
              <a:ext cx="12700" cy="176213"/>
            </a:xfrm>
            <a:custGeom>
              <a:avLst/>
              <a:gdLst>
                <a:gd name="T0" fmla="*/ 1 w 2"/>
                <a:gd name="T1" fmla="*/ 0 h 25"/>
                <a:gd name="T2" fmla="*/ 0 w 2"/>
                <a:gd name="T3" fmla="*/ 1 h 25"/>
                <a:gd name="T4" fmla="*/ 0 w 2"/>
                <a:gd name="T5" fmla="*/ 24 h 25"/>
                <a:gd name="T6" fmla="*/ 1 w 2"/>
                <a:gd name="T7" fmla="*/ 25 h 25"/>
                <a:gd name="T8" fmla="*/ 2 w 2"/>
                <a:gd name="T9" fmla="*/ 24 h 25"/>
                <a:gd name="T10" fmla="*/ 2 w 2"/>
                <a:gd name="T11" fmla="*/ 1 h 25"/>
                <a:gd name="T12" fmla="*/ 1 w 2"/>
                <a:gd name="T13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5">
                  <a:moveTo>
                    <a:pt x="1" y="0"/>
                  </a:moveTo>
                  <a:cubicBezTo>
                    <a:pt x="0" y="0"/>
                    <a:pt x="0" y="0"/>
                    <a:pt x="0" y="1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5"/>
                    <a:pt x="0" y="25"/>
                    <a:pt x="1" y="25"/>
                  </a:cubicBezTo>
                  <a:cubicBezTo>
                    <a:pt x="2" y="25"/>
                    <a:pt x="2" y="25"/>
                    <a:pt x="2" y="24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237"/>
            <p:cNvSpPr/>
            <p:nvPr userDrawn="1"/>
          </p:nvSpPr>
          <p:spPr bwMode="auto">
            <a:xfrm>
              <a:off x="6069013" y="4630738"/>
              <a:ext cx="12700" cy="176213"/>
            </a:xfrm>
            <a:custGeom>
              <a:avLst/>
              <a:gdLst>
                <a:gd name="T0" fmla="*/ 1 w 2"/>
                <a:gd name="T1" fmla="*/ 0 h 25"/>
                <a:gd name="T2" fmla="*/ 0 w 2"/>
                <a:gd name="T3" fmla="*/ 1 h 25"/>
                <a:gd name="T4" fmla="*/ 0 w 2"/>
                <a:gd name="T5" fmla="*/ 24 h 25"/>
                <a:gd name="T6" fmla="*/ 1 w 2"/>
                <a:gd name="T7" fmla="*/ 25 h 25"/>
                <a:gd name="T8" fmla="*/ 2 w 2"/>
                <a:gd name="T9" fmla="*/ 24 h 25"/>
                <a:gd name="T10" fmla="*/ 2 w 2"/>
                <a:gd name="T11" fmla="*/ 1 h 25"/>
                <a:gd name="T12" fmla="*/ 1 w 2"/>
                <a:gd name="T13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5">
                  <a:moveTo>
                    <a:pt x="1" y="0"/>
                  </a:moveTo>
                  <a:cubicBezTo>
                    <a:pt x="1" y="0"/>
                    <a:pt x="0" y="0"/>
                    <a:pt x="0" y="1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5"/>
                    <a:pt x="1" y="25"/>
                    <a:pt x="1" y="25"/>
                  </a:cubicBezTo>
                  <a:cubicBezTo>
                    <a:pt x="2" y="25"/>
                    <a:pt x="2" y="25"/>
                    <a:pt x="2" y="24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238"/>
            <p:cNvSpPr/>
            <p:nvPr userDrawn="1"/>
          </p:nvSpPr>
          <p:spPr bwMode="auto">
            <a:xfrm>
              <a:off x="6040438" y="3811588"/>
              <a:ext cx="14288" cy="42863"/>
            </a:xfrm>
            <a:custGeom>
              <a:avLst/>
              <a:gdLst>
                <a:gd name="T0" fmla="*/ 1 w 2"/>
                <a:gd name="T1" fmla="*/ 6 h 6"/>
                <a:gd name="T2" fmla="*/ 2 w 2"/>
                <a:gd name="T3" fmla="*/ 5 h 6"/>
                <a:gd name="T4" fmla="*/ 2 w 2"/>
                <a:gd name="T5" fmla="*/ 1 h 6"/>
                <a:gd name="T6" fmla="*/ 1 w 2"/>
                <a:gd name="T7" fmla="*/ 0 h 6"/>
                <a:gd name="T8" fmla="*/ 0 w 2"/>
                <a:gd name="T9" fmla="*/ 1 h 6"/>
                <a:gd name="T10" fmla="*/ 0 w 2"/>
                <a:gd name="T11" fmla="*/ 5 h 6"/>
                <a:gd name="T12" fmla="*/ 1 w 2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6">
                  <a:moveTo>
                    <a:pt x="1" y="6"/>
                  </a:moveTo>
                  <a:cubicBezTo>
                    <a:pt x="2" y="6"/>
                    <a:pt x="2" y="6"/>
                    <a:pt x="2" y="5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1" y="6"/>
                    <a:pt x="1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239"/>
            <p:cNvSpPr/>
            <p:nvPr userDrawn="1"/>
          </p:nvSpPr>
          <p:spPr bwMode="auto">
            <a:xfrm>
              <a:off x="6102350" y="3811588"/>
              <a:ext cx="14288" cy="42863"/>
            </a:xfrm>
            <a:custGeom>
              <a:avLst/>
              <a:gdLst>
                <a:gd name="T0" fmla="*/ 1 w 2"/>
                <a:gd name="T1" fmla="*/ 6 h 6"/>
                <a:gd name="T2" fmla="*/ 2 w 2"/>
                <a:gd name="T3" fmla="*/ 5 h 6"/>
                <a:gd name="T4" fmla="*/ 2 w 2"/>
                <a:gd name="T5" fmla="*/ 1 h 6"/>
                <a:gd name="T6" fmla="*/ 1 w 2"/>
                <a:gd name="T7" fmla="*/ 0 h 6"/>
                <a:gd name="T8" fmla="*/ 0 w 2"/>
                <a:gd name="T9" fmla="*/ 1 h 6"/>
                <a:gd name="T10" fmla="*/ 0 w 2"/>
                <a:gd name="T11" fmla="*/ 5 h 6"/>
                <a:gd name="T12" fmla="*/ 1 w 2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6">
                  <a:moveTo>
                    <a:pt x="1" y="6"/>
                  </a:moveTo>
                  <a:cubicBezTo>
                    <a:pt x="1" y="6"/>
                    <a:pt x="2" y="6"/>
                    <a:pt x="2" y="5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1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240"/>
            <p:cNvSpPr/>
            <p:nvPr userDrawn="1"/>
          </p:nvSpPr>
          <p:spPr bwMode="auto">
            <a:xfrm>
              <a:off x="5805488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241"/>
            <p:cNvSpPr/>
            <p:nvPr userDrawn="1"/>
          </p:nvSpPr>
          <p:spPr bwMode="auto">
            <a:xfrm>
              <a:off x="5702300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242"/>
            <p:cNvSpPr/>
            <p:nvPr userDrawn="1"/>
          </p:nvSpPr>
          <p:spPr bwMode="auto">
            <a:xfrm>
              <a:off x="5599113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Freeform 243"/>
            <p:cNvSpPr/>
            <p:nvPr userDrawn="1"/>
          </p:nvSpPr>
          <p:spPr bwMode="auto">
            <a:xfrm>
              <a:off x="5494338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Freeform 244"/>
            <p:cNvSpPr/>
            <p:nvPr userDrawn="1"/>
          </p:nvSpPr>
          <p:spPr bwMode="auto">
            <a:xfrm>
              <a:off x="5391150" y="4435475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Freeform 245"/>
            <p:cNvSpPr/>
            <p:nvPr userDrawn="1"/>
          </p:nvSpPr>
          <p:spPr bwMode="auto">
            <a:xfrm>
              <a:off x="5287963" y="4435475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Freeform 246"/>
            <p:cNvSpPr/>
            <p:nvPr userDrawn="1"/>
          </p:nvSpPr>
          <p:spPr bwMode="auto">
            <a:xfrm>
              <a:off x="5183188" y="4435475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0" name="Freeform 247"/>
            <p:cNvSpPr/>
            <p:nvPr userDrawn="1"/>
          </p:nvSpPr>
          <p:spPr bwMode="auto">
            <a:xfrm>
              <a:off x="5080000" y="4435475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1" name="Freeform 248"/>
            <p:cNvSpPr/>
            <p:nvPr userDrawn="1"/>
          </p:nvSpPr>
          <p:spPr bwMode="auto">
            <a:xfrm>
              <a:off x="4976813" y="4435475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10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10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2" name="Freeform 249"/>
            <p:cNvSpPr/>
            <p:nvPr userDrawn="1"/>
          </p:nvSpPr>
          <p:spPr bwMode="auto">
            <a:xfrm>
              <a:off x="4879975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3" name="Freeform 250"/>
            <p:cNvSpPr/>
            <p:nvPr userDrawn="1"/>
          </p:nvSpPr>
          <p:spPr bwMode="auto">
            <a:xfrm>
              <a:off x="5805488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4" name="Freeform 251"/>
            <p:cNvSpPr/>
            <p:nvPr userDrawn="1"/>
          </p:nvSpPr>
          <p:spPr bwMode="auto">
            <a:xfrm>
              <a:off x="5702300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5" name="Freeform 252"/>
            <p:cNvSpPr/>
            <p:nvPr userDrawn="1"/>
          </p:nvSpPr>
          <p:spPr bwMode="auto">
            <a:xfrm>
              <a:off x="5599113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6" name="Freeform 253"/>
            <p:cNvSpPr/>
            <p:nvPr userDrawn="1"/>
          </p:nvSpPr>
          <p:spPr bwMode="auto">
            <a:xfrm>
              <a:off x="5494338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7" name="Freeform 254"/>
            <p:cNvSpPr/>
            <p:nvPr userDrawn="1"/>
          </p:nvSpPr>
          <p:spPr bwMode="auto">
            <a:xfrm>
              <a:off x="5391150" y="4603750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8" name="Freeform 255"/>
            <p:cNvSpPr/>
            <p:nvPr userDrawn="1"/>
          </p:nvSpPr>
          <p:spPr bwMode="auto">
            <a:xfrm>
              <a:off x="5287963" y="4603750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9" name="Freeform 256"/>
            <p:cNvSpPr/>
            <p:nvPr userDrawn="1"/>
          </p:nvSpPr>
          <p:spPr bwMode="auto">
            <a:xfrm>
              <a:off x="5183188" y="4603750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0" name="Freeform 257"/>
            <p:cNvSpPr/>
            <p:nvPr userDrawn="1"/>
          </p:nvSpPr>
          <p:spPr bwMode="auto">
            <a:xfrm>
              <a:off x="5080000" y="4603750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1" name="Freeform 258"/>
            <p:cNvSpPr/>
            <p:nvPr userDrawn="1"/>
          </p:nvSpPr>
          <p:spPr bwMode="auto">
            <a:xfrm>
              <a:off x="4976813" y="4603750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10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10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" name="Freeform 259"/>
            <p:cNvSpPr/>
            <p:nvPr userDrawn="1"/>
          </p:nvSpPr>
          <p:spPr bwMode="auto">
            <a:xfrm>
              <a:off x="4879975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3" name="Freeform 260"/>
            <p:cNvSpPr/>
            <p:nvPr userDrawn="1"/>
          </p:nvSpPr>
          <p:spPr bwMode="auto">
            <a:xfrm>
              <a:off x="7223125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4" name="Freeform 261"/>
            <p:cNvSpPr/>
            <p:nvPr userDrawn="1"/>
          </p:nvSpPr>
          <p:spPr bwMode="auto">
            <a:xfrm>
              <a:off x="7118350" y="4435475"/>
              <a:ext cx="63500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5" name="Freeform 262"/>
            <p:cNvSpPr/>
            <p:nvPr userDrawn="1"/>
          </p:nvSpPr>
          <p:spPr bwMode="auto">
            <a:xfrm>
              <a:off x="7015163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6" name="Freeform 263"/>
            <p:cNvSpPr/>
            <p:nvPr userDrawn="1"/>
          </p:nvSpPr>
          <p:spPr bwMode="auto">
            <a:xfrm>
              <a:off x="6911975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7" name="Freeform 264"/>
            <p:cNvSpPr/>
            <p:nvPr userDrawn="1"/>
          </p:nvSpPr>
          <p:spPr bwMode="auto">
            <a:xfrm>
              <a:off x="6807200" y="4435475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8" name="Freeform 265"/>
            <p:cNvSpPr/>
            <p:nvPr userDrawn="1"/>
          </p:nvSpPr>
          <p:spPr bwMode="auto">
            <a:xfrm>
              <a:off x="6704013" y="4435475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9" name="Freeform 266"/>
            <p:cNvSpPr/>
            <p:nvPr userDrawn="1"/>
          </p:nvSpPr>
          <p:spPr bwMode="auto">
            <a:xfrm>
              <a:off x="6600825" y="4435475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0" name="Freeform 267"/>
            <p:cNvSpPr/>
            <p:nvPr userDrawn="1"/>
          </p:nvSpPr>
          <p:spPr bwMode="auto">
            <a:xfrm>
              <a:off x="6497638" y="4435475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1" name="Freeform 268"/>
            <p:cNvSpPr/>
            <p:nvPr userDrawn="1"/>
          </p:nvSpPr>
          <p:spPr bwMode="auto">
            <a:xfrm>
              <a:off x="6392863" y="4435475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10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10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2" name="Freeform 269"/>
            <p:cNvSpPr/>
            <p:nvPr userDrawn="1"/>
          </p:nvSpPr>
          <p:spPr bwMode="auto">
            <a:xfrm>
              <a:off x="6296025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3" name="Freeform 270"/>
            <p:cNvSpPr/>
            <p:nvPr userDrawn="1"/>
          </p:nvSpPr>
          <p:spPr bwMode="auto">
            <a:xfrm>
              <a:off x="7223125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4" name="Freeform 271"/>
            <p:cNvSpPr/>
            <p:nvPr userDrawn="1"/>
          </p:nvSpPr>
          <p:spPr bwMode="auto">
            <a:xfrm>
              <a:off x="7118350" y="4603750"/>
              <a:ext cx="63500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5" name="Freeform 272"/>
            <p:cNvSpPr/>
            <p:nvPr userDrawn="1"/>
          </p:nvSpPr>
          <p:spPr bwMode="auto">
            <a:xfrm>
              <a:off x="7015163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6" name="Freeform 273"/>
            <p:cNvSpPr/>
            <p:nvPr userDrawn="1"/>
          </p:nvSpPr>
          <p:spPr bwMode="auto">
            <a:xfrm>
              <a:off x="6911975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7" name="Freeform 274"/>
            <p:cNvSpPr/>
            <p:nvPr userDrawn="1"/>
          </p:nvSpPr>
          <p:spPr bwMode="auto">
            <a:xfrm>
              <a:off x="6807200" y="4603750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" name="Freeform 275"/>
            <p:cNvSpPr/>
            <p:nvPr userDrawn="1"/>
          </p:nvSpPr>
          <p:spPr bwMode="auto">
            <a:xfrm>
              <a:off x="6704013" y="4603750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" name="Freeform 276"/>
            <p:cNvSpPr/>
            <p:nvPr userDrawn="1"/>
          </p:nvSpPr>
          <p:spPr bwMode="auto">
            <a:xfrm>
              <a:off x="6600825" y="4603750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0" name="Freeform 277"/>
            <p:cNvSpPr/>
            <p:nvPr userDrawn="1"/>
          </p:nvSpPr>
          <p:spPr bwMode="auto">
            <a:xfrm>
              <a:off x="6497638" y="4603750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1" name="Freeform 278"/>
            <p:cNvSpPr/>
            <p:nvPr userDrawn="1"/>
          </p:nvSpPr>
          <p:spPr bwMode="auto">
            <a:xfrm>
              <a:off x="6392863" y="4603750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10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10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2" name="Freeform 279"/>
            <p:cNvSpPr/>
            <p:nvPr userDrawn="1"/>
          </p:nvSpPr>
          <p:spPr bwMode="auto">
            <a:xfrm>
              <a:off x="6296025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3" name="Freeform 280"/>
            <p:cNvSpPr>
              <a:spLocks noEditPoints="1"/>
            </p:cNvSpPr>
            <p:nvPr userDrawn="1"/>
          </p:nvSpPr>
          <p:spPr bwMode="auto">
            <a:xfrm>
              <a:off x="2101850" y="4162425"/>
              <a:ext cx="2170113" cy="679450"/>
            </a:xfrm>
            <a:custGeom>
              <a:avLst/>
              <a:gdLst>
                <a:gd name="T0" fmla="*/ 164 w 314"/>
                <a:gd name="T1" fmla="*/ 68 h 97"/>
                <a:gd name="T2" fmla="*/ 111 w 314"/>
                <a:gd name="T3" fmla="*/ 20 h 97"/>
                <a:gd name="T4" fmla="*/ 83 w 314"/>
                <a:gd name="T5" fmla="*/ 60 h 97"/>
                <a:gd name="T6" fmla="*/ 64 w 314"/>
                <a:gd name="T7" fmla="*/ 72 h 97"/>
                <a:gd name="T8" fmla="*/ 44 w 314"/>
                <a:gd name="T9" fmla="*/ 60 h 97"/>
                <a:gd name="T10" fmla="*/ 36 w 314"/>
                <a:gd name="T11" fmla="*/ 60 h 97"/>
                <a:gd name="T12" fmla="*/ 21 w 314"/>
                <a:gd name="T13" fmla="*/ 79 h 97"/>
                <a:gd name="T14" fmla="*/ 113 w 314"/>
                <a:gd name="T15" fmla="*/ 87 h 97"/>
                <a:gd name="T16" fmla="*/ 163 w 314"/>
                <a:gd name="T17" fmla="*/ 86 h 97"/>
                <a:gd name="T18" fmla="*/ 261 w 314"/>
                <a:gd name="T19" fmla="*/ 40 h 97"/>
                <a:gd name="T20" fmla="*/ 261 w 314"/>
                <a:gd name="T21" fmla="*/ 59 h 97"/>
                <a:gd name="T22" fmla="*/ 261 w 314"/>
                <a:gd name="T23" fmla="*/ 87 h 97"/>
                <a:gd name="T24" fmla="*/ 313 w 314"/>
                <a:gd name="T25" fmla="*/ 97 h 97"/>
                <a:gd name="T26" fmla="*/ 73 w 314"/>
                <a:gd name="T27" fmla="*/ 95 h 97"/>
                <a:gd name="T28" fmla="*/ 67 w 314"/>
                <a:gd name="T29" fmla="*/ 77 h 97"/>
                <a:gd name="T30" fmla="*/ 84 w 314"/>
                <a:gd name="T31" fmla="*/ 58 h 97"/>
                <a:gd name="T32" fmla="*/ 75 w 314"/>
                <a:gd name="T33" fmla="*/ 94 h 97"/>
                <a:gd name="T34" fmla="*/ 48 w 314"/>
                <a:gd name="T35" fmla="*/ 58 h 97"/>
                <a:gd name="T36" fmla="*/ 62 w 314"/>
                <a:gd name="T37" fmla="*/ 73 h 97"/>
                <a:gd name="T38" fmla="*/ 39 w 314"/>
                <a:gd name="T39" fmla="*/ 74 h 97"/>
                <a:gd name="T40" fmla="*/ 22 w 314"/>
                <a:gd name="T41" fmla="*/ 64 h 97"/>
                <a:gd name="T42" fmla="*/ 32 w 314"/>
                <a:gd name="T43" fmla="*/ 64 h 97"/>
                <a:gd name="T44" fmla="*/ 23 w 314"/>
                <a:gd name="T45" fmla="*/ 77 h 97"/>
                <a:gd name="T46" fmla="*/ 28 w 314"/>
                <a:gd name="T47" fmla="*/ 95 h 97"/>
                <a:gd name="T48" fmla="*/ 132 w 314"/>
                <a:gd name="T49" fmla="*/ 53 h 97"/>
                <a:gd name="T50" fmla="*/ 144 w 314"/>
                <a:gd name="T51" fmla="*/ 63 h 97"/>
                <a:gd name="T52" fmla="*/ 113 w 314"/>
                <a:gd name="T53" fmla="*/ 43 h 97"/>
                <a:gd name="T54" fmla="*/ 145 w 314"/>
                <a:gd name="T55" fmla="*/ 32 h 97"/>
                <a:gd name="T56" fmla="*/ 163 w 314"/>
                <a:gd name="T57" fmla="*/ 37 h 97"/>
                <a:gd name="T58" fmla="*/ 163 w 314"/>
                <a:gd name="T59" fmla="*/ 45 h 97"/>
                <a:gd name="T60" fmla="*/ 113 w 314"/>
                <a:gd name="T61" fmla="*/ 30 h 97"/>
                <a:gd name="T62" fmla="*/ 154 w 314"/>
                <a:gd name="T63" fmla="*/ 68 h 97"/>
                <a:gd name="T64" fmla="*/ 163 w 314"/>
                <a:gd name="T65" fmla="*/ 20 h 97"/>
                <a:gd name="T66" fmla="*/ 113 w 314"/>
                <a:gd name="T67" fmla="*/ 79 h 97"/>
                <a:gd name="T68" fmla="*/ 113 w 314"/>
                <a:gd name="T69" fmla="*/ 79 h 97"/>
                <a:gd name="T70" fmla="*/ 287 w 314"/>
                <a:gd name="T71" fmla="*/ 48 h 97"/>
                <a:gd name="T72" fmla="*/ 288 w 314"/>
                <a:gd name="T73" fmla="*/ 41 h 97"/>
                <a:gd name="T74" fmla="*/ 312 w 314"/>
                <a:gd name="T75" fmla="*/ 41 h 97"/>
                <a:gd name="T76" fmla="*/ 288 w 314"/>
                <a:gd name="T77" fmla="*/ 60 h 97"/>
                <a:gd name="T78" fmla="*/ 297 w 314"/>
                <a:gd name="T79" fmla="*/ 60 h 97"/>
                <a:gd name="T80" fmla="*/ 272 w 314"/>
                <a:gd name="T81" fmla="*/ 67 h 97"/>
                <a:gd name="T82" fmla="*/ 272 w 314"/>
                <a:gd name="T83" fmla="*/ 69 h 97"/>
                <a:gd name="T84" fmla="*/ 288 w 314"/>
                <a:gd name="T85" fmla="*/ 69 h 97"/>
                <a:gd name="T86" fmla="*/ 304 w 314"/>
                <a:gd name="T87" fmla="*/ 77 h 97"/>
                <a:gd name="T88" fmla="*/ 305 w 314"/>
                <a:gd name="T89" fmla="*/ 69 h 97"/>
                <a:gd name="T90" fmla="*/ 305 w 314"/>
                <a:gd name="T91" fmla="*/ 50 h 97"/>
                <a:gd name="T92" fmla="*/ 304 w 314"/>
                <a:gd name="T93" fmla="*/ 50 h 97"/>
                <a:gd name="T94" fmla="*/ 287 w 314"/>
                <a:gd name="T95" fmla="*/ 58 h 97"/>
                <a:gd name="T96" fmla="*/ 272 w 314"/>
                <a:gd name="T97" fmla="*/ 50 h 97"/>
                <a:gd name="T98" fmla="*/ 270 w 314"/>
                <a:gd name="T99" fmla="*/ 58 h 97"/>
                <a:gd name="T100" fmla="*/ 270 w 314"/>
                <a:gd name="T101" fmla="*/ 77 h 97"/>
                <a:gd name="T102" fmla="*/ 263 w 314"/>
                <a:gd name="T103" fmla="*/ 79 h 97"/>
                <a:gd name="T104" fmla="*/ 280 w 314"/>
                <a:gd name="T105" fmla="*/ 79 h 97"/>
                <a:gd name="T106" fmla="*/ 295 w 314"/>
                <a:gd name="T107" fmla="*/ 86 h 97"/>
                <a:gd name="T108" fmla="*/ 297 w 314"/>
                <a:gd name="T109" fmla="*/ 79 h 97"/>
                <a:gd name="T110" fmla="*/ 263 w 314"/>
                <a:gd name="T111" fmla="*/ 48 h 97"/>
                <a:gd name="T112" fmla="*/ 263 w 314"/>
                <a:gd name="T113" fmla="*/ 95 h 97"/>
                <a:gd name="T114" fmla="*/ 280 w 314"/>
                <a:gd name="T115" fmla="*/ 88 h 97"/>
                <a:gd name="T116" fmla="*/ 295 w 314"/>
                <a:gd name="T117" fmla="*/ 95 h 97"/>
                <a:gd name="T118" fmla="*/ 297 w 314"/>
                <a:gd name="T119" fmla="*/ 88 h 97"/>
                <a:gd name="T120" fmla="*/ 312 w 314"/>
                <a:gd name="T121" fmla="*/ 39 h 97"/>
                <a:gd name="T122" fmla="*/ 288 w 314"/>
                <a:gd name="T123" fmla="*/ 39 h 97"/>
                <a:gd name="T124" fmla="*/ 271 w 314"/>
                <a:gd name="T125" fmla="*/ 39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14" h="97">
                  <a:moveTo>
                    <a:pt x="263" y="1"/>
                  </a:moveTo>
                  <a:cubicBezTo>
                    <a:pt x="263" y="0"/>
                    <a:pt x="262" y="0"/>
                    <a:pt x="262" y="1"/>
                  </a:cubicBezTo>
                  <a:cubicBezTo>
                    <a:pt x="173" y="63"/>
                    <a:pt x="173" y="63"/>
                    <a:pt x="173" y="63"/>
                  </a:cubicBezTo>
                  <a:cubicBezTo>
                    <a:pt x="172" y="63"/>
                    <a:pt x="172" y="63"/>
                    <a:pt x="172" y="64"/>
                  </a:cubicBezTo>
                  <a:cubicBezTo>
                    <a:pt x="172" y="84"/>
                    <a:pt x="172" y="84"/>
                    <a:pt x="172" y="84"/>
                  </a:cubicBezTo>
                  <a:cubicBezTo>
                    <a:pt x="164" y="84"/>
                    <a:pt x="164" y="84"/>
                    <a:pt x="164" y="84"/>
                  </a:cubicBezTo>
                  <a:cubicBezTo>
                    <a:pt x="164" y="68"/>
                    <a:pt x="164" y="68"/>
                    <a:pt x="164" y="68"/>
                  </a:cubicBezTo>
                  <a:cubicBezTo>
                    <a:pt x="164" y="68"/>
                    <a:pt x="164" y="68"/>
                    <a:pt x="164" y="68"/>
                  </a:cubicBezTo>
                  <a:cubicBezTo>
                    <a:pt x="164" y="19"/>
                    <a:pt x="164" y="19"/>
                    <a:pt x="164" y="19"/>
                  </a:cubicBezTo>
                  <a:cubicBezTo>
                    <a:pt x="164" y="19"/>
                    <a:pt x="164" y="18"/>
                    <a:pt x="164" y="18"/>
                  </a:cubicBezTo>
                  <a:cubicBezTo>
                    <a:pt x="146" y="7"/>
                    <a:pt x="146" y="7"/>
                    <a:pt x="146" y="7"/>
                  </a:cubicBezTo>
                  <a:cubicBezTo>
                    <a:pt x="145" y="7"/>
                    <a:pt x="145" y="7"/>
                    <a:pt x="145" y="7"/>
                  </a:cubicBezTo>
                  <a:cubicBezTo>
                    <a:pt x="112" y="19"/>
                    <a:pt x="112" y="19"/>
                    <a:pt x="112" y="19"/>
                  </a:cubicBezTo>
                  <a:cubicBezTo>
                    <a:pt x="111" y="19"/>
                    <a:pt x="111" y="20"/>
                    <a:pt x="111" y="20"/>
                  </a:cubicBezTo>
                  <a:cubicBezTo>
                    <a:pt x="111" y="95"/>
                    <a:pt x="111" y="95"/>
                    <a:pt x="111" y="95"/>
                  </a:cubicBezTo>
                  <a:cubicBezTo>
                    <a:pt x="80" y="95"/>
                    <a:pt x="80" y="95"/>
                    <a:pt x="80" y="95"/>
                  </a:cubicBezTo>
                  <a:cubicBezTo>
                    <a:pt x="80" y="79"/>
                    <a:pt x="80" y="79"/>
                    <a:pt x="80" y="79"/>
                  </a:cubicBezTo>
                  <a:cubicBezTo>
                    <a:pt x="96" y="79"/>
                    <a:pt x="96" y="79"/>
                    <a:pt x="96" y="79"/>
                  </a:cubicBezTo>
                  <a:cubicBezTo>
                    <a:pt x="83" y="66"/>
                    <a:pt x="83" y="66"/>
                    <a:pt x="83" y="66"/>
                  </a:cubicBezTo>
                  <a:cubicBezTo>
                    <a:pt x="89" y="66"/>
                    <a:pt x="89" y="66"/>
                    <a:pt x="89" y="66"/>
                  </a:cubicBezTo>
                  <a:cubicBezTo>
                    <a:pt x="83" y="60"/>
                    <a:pt x="83" y="60"/>
                    <a:pt x="83" y="60"/>
                  </a:cubicBezTo>
                  <a:cubicBezTo>
                    <a:pt x="89" y="60"/>
                    <a:pt x="89" y="60"/>
                    <a:pt x="89" y="60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60"/>
                    <a:pt x="70" y="60"/>
                    <a:pt x="70" y="60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70" y="66"/>
                    <a:pt x="70" y="66"/>
                    <a:pt x="70" y="66"/>
                  </a:cubicBezTo>
                  <a:cubicBezTo>
                    <a:pt x="64" y="72"/>
                    <a:pt x="64" y="72"/>
                    <a:pt x="64" y="72"/>
                  </a:cubicBezTo>
                  <a:cubicBezTo>
                    <a:pt x="58" y="66"/>
                    <a:pt x="58" y="66"/>
                    <a:pt x="58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58" y="60"/>
                    <a:pt x="58" y="60"/>
                    <a:pt x="58" y="60"/>
                  </a:cubicBezTo>
                  <a:cubicBezTo>
                    <a:pt x="63" y="60"/>
                    <a:pt x="63" y="60"/>
                    <a:pt x="63" y="60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44" y="60"/>
                    <a:pt x="44" y="60"/>
                    <a:pt x="44" y="60"/>
                  </a:cubicBezTo>
                  <a:cubicBezTo>
                    <a:pt x="39" y="66"/>
                    <a:pt x="39" y="66"/>
                    <a:pt x="39" y="66"/>
                  </a:cubicBezTo>
                  <a:cubicBezTo>
                    <a:pt x="44" y="66"/>
                    <a:pt x="44" y="66"/>
                    <a:pt x="44" y="66"/>
                  </a:cubicBezTo>
                  <a:cubicBezTo>
                    <a:pt x="38" y="72"/>
                    <a:pt x="38" y="72"/>
                    <a:pt x="38" y="72"/>
                  </a:cubicBezTo>
                  <a:cubicBezTo>
                    <a:pt x="31" y="66"/>
                    <a:pt x="31" y="66"/>
                    <a:pt x="31" y="66"/>
                  </a:cubicBezTo>
                  <a:cubicBezTo>
                    <a:pt x="36" y="66"/>
                    <a:pt x="36" y="66"/>
                    <a:pt x="36" y="66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24" y="48"/>
                    <a:pt x="24" y="48"/>
                    <a:pt x="24" y="48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7" y="60"/>
                    <a:pt x="17" y="60"/>
                    <a:pt x="17" y="60"/>
                  </a:cubicBezTo>
                  <a:cubicBezTo>
                    <a:pt x="12" y="66"/>
                    <a:pt x="12" y="66"/>
                    <a:pt x="12" y="66"/>
                  </a:cubicBezTo>
                  <a:cubicBezTo>
                    <a:pt x="17" y="66"/>
                    <a:pt x="17" y="66"/>
                    <a:pt x="17" y="66"/>
                  </a:cubicBezTo>
                  <a:cubicBezTo>
                    <a:pt x="4" y="79"/>
                    <a:pt x="4" y="79"/>
                    <a:pt x="4" y="79"/>
                  </a:cubicBezTo>
                  <a:cubicBezTo>
                    <a:pt x="21" y="79"/>
                    <a:pt x="21" y="79"/>
                    <a:pt x="21" y="79"/>
                  </a:cubicBezTo>
                  <a:cubicBezTo>
                    <a:pt x="21" y="95"/>
                    <a:pt x="21" y="95"/>
                    <a:pt x="21" y="95"/>
                  </a:cubicBezTo>
                  <a:cubicBezTo>
                    <a:pt x="1" y="95"/>
                    <a:pt x="1" y="95"/>
                    <a:pt x="1" y="95"/>
                  </a:cubicBezTo>
                  <a:cubicBezTo>
                    <a:pt x="1" y="95"/>
                    <a:pt x="0" y="96"/>
                    <a:pt x="0" y="96"/>
                  </a:cubicBezTo>
                  <a:cubicBezTo>
                    <a:pt x="0" y="97"/>
                    <a:pt x="1" y="97"/>
                    <a:pt x="1" y="97"/>
                  </a:cubicBezTo>
                  <a:cubicBezTo>
                    <a:pt x="112" y="97"/>
                    <a:pt x="112" y="97"/>
                    <a:pt x="112" y="97"/>
                  </a:cubicBezTo>
                  <a:cubicBezTo>
                    <a:pt x="113" y="97"/>
                    <a:pt x="113" y="97"/>
                    <a:pt x="113" y="96"/>
                  </a:cubicBezTo>
                  <a:cubicBezTo>
                    <a:pt x="113" y="87"/>
                    <a:pt x="113" y="87"/>
                    <a:pt x="113" y="87"/>
                  </a:cubicBezTo>
                  <a:cubicBezTo>
                    <a:pt x="143" y="79"/>
                    <a:pt x="143" y="79"/>
                    <a:pt x="143" y="79"/>
                  </a:cubicBezTo>
                  <a:cubicBezTo>
                    <a:pt x="143" y="96"/>
                    <a:pt x="143" y="96"/>
                    <a:pt x="143" y="96"/>
                  </a:cubicBezTo>
                  <a:cubicBezTo>
                    <a:pt x="143" y="97"/>
                    <a:pt x="144" y="97"/>
                    <a:pt x="144" y="97"/>
                  </a:cubicBezTo>
                  <a:cubicBezTo>
                    <a:pt x="145" y="97"/>
                    <a:pt x="145" y="97"/>
                    <a:pt x="145" y="96"/>
                  </a:cubicBezTo>
                  <a:cubicBezTo>
                    <a:pt x="145" y="79"/>
                    <a:pt x="145" y="79"/>
                    <a:pt x="145" y="79"/>
                  </a:cubicBezTo>
                  <a:cubicBezTo>
                    <a:pt x="163" y="86"/>
                    <a:pt x="163" y="86"/>
                    <a:pt x="163" y="86"/>
                  </a:cubicBezTo>
                  <a:cubicBezTo>
                    <a:pt x="163" y="86"/>
                    <a:pt x="163" y="86"/>
                    <a:pt x="163" y="86"/>
                  </a:cubicBezTo>
                  <a:cubicBezTo>
                    <a:pt x="163" y="86"/>
                    <a:pt x="163" y="86"/>
                    <a:pt x="163" y="86"/>
                  </a:cubicBezTo>
                  <a:cubicBezTo>
                    <a:pt x="173" y="86"/>
                    <a:pt x="173" y="86"/>
                    <a:pt x="173" y="86"/>
                  </a:cubicBezTo>
                  <a:cubicBezTo>
                    <a:pt x="174" y="86"/>
                    <a:pt x="174" y="85"/>
                    <a:pt x="174" y="85"/>
                  </a:cubicBezTo>
                  <a:cubicBezTo>
                    <a:pt x="174" y="64"/>
                    <a:pt x="174" y="64"/>
                    <a:pt x="174" y="64"/>
                  </a:cubicBezTo>
                  <a:cubicBezTo>
                    <a:pt x="261" y="4"/>
                    <a:pt x="261" y="4"/>
                    <a:pt x="261" y="4"/>
                  </a:cubicBezTo>
                  <a:cubicBezTo>
                    <a:pt x="261" y="40"/>
                    <a:pt x="261" y="40"/>
                    <a:pt x="261" y="40"/>
                  </a:cubicBezTo>
                  <a:cubicBezTo>
                    <a:pt x="261" y="40"/>
                    <a:pt x="261" y="40"/>
                    <a:pt x="261" y="40"/>
                  </a:cubicBezTo>
                  <a:cubicBezTo>
                    <a:pt x="261" y="40"/>
                    <a:pt x="261" y="40"/>
                    <a:pt x="261" y="40"/>
                  </a:cubicBezTo>
                  <a:cubicBezTo>
                    <a:pt x="261" y="49"/>
                    <a:pt x="261" y="49"/>
                    <a:pt x="261" y="49"/>
                  </a:cubicBezTo>
                  <a:cubicBezTo>
                    <a:pt x="261" y="49"/>
                    <a:pt x="261" y="49"/>
                    <a:pt x="261" y="49"/>
                  </a:cubicBezTo>
                  <a:cubicBezTo>
                    <a:pt x="261" y="49"/>
                    <a:pt x="261" y="49"/>
                    <a:pt x="261" y="50"/>
                  </a:cubicBezTo>
                  <a:cubicBezTo>
                    <a:pt x="261" y="59"/>
                    <a:pt x="261" y="59"/>
                    <a:pt x="261" y="59"/>
                  </a:cubicBezTo>
                  <a:cubicBezTo>
                    <a:pt x="261" y="59"/>
                    <a:pt x="261" y="59"/>
                    <a:pt x="261" y="59"/>
                  </a:cubicBezTo>
                  <a:cubicBezTo>
                    <a:pt x="261" y="59"/>
                    <a:pt x="261" y="59"/>
                    <a:pt x="261" y="59"/>
                  </a:cubicBezTo>
                  <a:cubicBezTo>
                    <a:pt x="261" y="68"/>
                    <a:pt x="261" y="68"/>
                    <a:pt x="261" y="68"/>
                  </a:cubicBezTo>
                  <a:cubicBezTo>
                    <a:pt x="261" y="68"/>
                    <a:pt x="261" y="68"/>
                    <a:pt x="261" y="68"/>
                  </a:cubicBezTo>
                  <a:cubicBezTo>
                    <a:pt x="261" y="68"/>
                    <a:pt x="261" y="68"/>
                    <a:pt x="261" y="68"/>
                  </a:cubicBezTo>
                  <a:cubicBezTo>
                    <a:pt x="261" y="77"/>
                    <a:pt x="261" y="77"/>
                    <a:pt x="261" y="77"/>
                  </a:cubicBezTo>
                  <a:cubicBezTo>
                    <a:pt x="261" y="77"/>
                    <a:pt x="261" y="77"/>
                    <a:pt x="261" y="78"/>
                  </a:cubicBezTo>
                  <a:cubicBezTo>
                    <a:pt x="261" y="78"/>
                    <a:pt x="261" y="78"/>
                    <a:pt x="261" y="78"/>
                  </a:cubicBezTo>
                  <a:cubicBezTo>
                    <a:pt x="261" y="87"/>
                    <a:pt x="261" y="87"/>
                    <a:pt x="261" y="87"/>
                  </a:cubicBezTo>
                  <a:cubicBezTo>
                    <a:pt x="261" y="87"/>
                    <a:pt x="261" y="87"/>
                    <a:pt x="261" y="87"/>
                  </a:cubicBezTo>
                  <a:cubicBezTo>
                    <a:pt x="261" y="87"/>
                    <a:pt x="261" y="87"/>
                    <a:pt x="261" y="87"/>
                  </a:cubicBezTo>
                  <a:cubicBezTo>
                    <a:pt x="261" y="96"/>
                    <a:pt x="261" y="96"/>
                    <a:pt x="261" y="96"/>
                  </a:cubicBezTo>
                  <a:cubicBezTo>
                    <a:pt x="261" y="96"/>
                    <a:pt x="261" y="96"/>
                    <a:pt x="261" y="96"/>
                  </a:cubicBezTo>
                  <a:cubicBezTo>
                    <a:pt x="261" y="97"/>
                    <a:pt x="261" y="97"/>
                    <a:pt x="262" y="97"/>
                  </a:cubicBezTo>
                  <a:cubicBezTo>
                    <a:pt x="312" y="97"/>
                    <a:pt x="312" y="97"/>
                    <a:pt x="312" y="97"/>
                  </a:cubicBezTo>
                  <a:cubicBezTo>
                    <a:pt x="313" y="97"/>
                    <a:pt x="313" y="97"/>
                    <a:pt x="313" y="97"/>
                  </a:cubicBezTo>
                  <a:cubicBezTo>
                    <a:pt x="314" y="96"/>
                    <a:pt x="314" y="96"/>
                    <a:pt x="314" y="96"/>
                  </a:cubicBezTo>
                  <a:cubicBezTo>
                    <a:pt x="314" y="35"/>
                    <a:pt x="314" y="35"/>
                    <a:pt x="314" y="35"/>
                  </a:cubicBezTo>
                  <a:cubicBezTo>
                    <a:pt x="314" y="35"/>
                    <a:pt x="314" y="34"/>
                    <a:pt x="313" y="34"/>
                  </a:cubicBezTo>
                  <a:lnTo>
                    <a:pt x="263" y="1"/>
                  </a:lnTo>
                  <a:close/>
                  <a:moveTo>
                    <a:pt x="71" y="79"/>
                  </a:moveTo>
                  <a:cubicBezTo>
                    <a:pt x="73" y="79"/>
                    <a:pt x="73" y="79"/>
                    <a:pt x="73" y="79"/>
                  </a:cubicBezTo>
                  <a:cubicBezTo>
                    <a:pt x="73" y="95"/>
                    <a:pt x="73" y="95"/>
                    <a:pt x="73" y="95"/>
                  </a:cubicBezTo>
                  <a:cubicBezTo>
                    <a:pt x="54" y="95"/>
                    <a:pt x="54" y="95"/>
                    <a:pt x="54" y="95"/>
                  </a:cubicBezTo>
                  <a:cubicBezTo>
                    <a:pt x="54" y="79"/>
                    <a:pt x="54" y="79"/>
                    <a:pt x="54" y="79"/>
                  </a:cubicBezTo>
                  <a:cubicBezTo>
                    <a:pt x="56" y="79"/>
                    <a:pt x="56" y="79"/>
                    <a:pt x="56" y="79"/>
                  </a:cubicBezTo>
                  <a:lnTo>
                    <a:pt x="71" y="79"/>
                  </a:lnTo>
                  <a:close/>
                  <a:moveTo>
                    <a:pt x="61" y="77"/>
                  </a:moveTo>
                  <a:cubicBezTo>
                    <a:pt x="64" y="74"/>
                    <a:pt x="64" y="74"/>
                    <a:pt x="64" y="74"/>
                  </a:cubicBezTo>
                  <a:cubicBezTo>
                    <a:pt x="67" y="77"/>
                    <a:pt x="67" y="77"/>
                    <a:pt x="67" y="77"/>
                  </a:cubicBezTo>
                  <a:lnTo>
                    <a:pt x="61" y="77"/>
                  </a:lnTo>
                  <a:close/>
                  <a:moveTo>
                    <a:pt x="74" y="64"/>
                  </a:moveTo>
                  <a:cubicBezTo>
                    <a:pt x="69" y="64"/>
                    <a:pt x="69" y="64"/>
                    <a:pt x="69" y="64"/>
                  </a:cubicBezTo>
                  <a:cubicBezTo>
                    <a:pt x="74" y="58"/>
                    <a:pt x="74" y="58"/>
                    <a:pt x="74" y="58"/>
                  </a:cubicBezTo>
                  <a:cubicBezTo>
                    <a:pt x="69" y="58"/>
                    <a:pt x="69" y="58"/>
                    <a:pt x="69" y="58"/>
                  </a:cubicBezTo>
                  <a:cubicBezTo>
                    <a:pt x="76" y="50"/>
                    <a:pt x="76" y="50"/>
                    <a:pt x="76" y="50"/>
                  </a:cubicBezTo>
                  <a:cubicBezTo>
                    <a:pt x="84" y="58"/>
                    <a:pt x="84" y="58"/>
                    <a:pt x="84" y="58"/>
                  </a:cubicBezTo>
                  <a:cubicBezTo>
                    <a:pt x="79" y="58"/>
                    <a:pt x="79" y="58"/>
                    <a:pt x="79" y="58"/>
                  </a:cubicBezTo>
                  <a:cubicBezTo>
                    <a:pt x="84" y="64"/>
                    <a:pt x="84" y="64"/>
                    <a:pt x="84" y="64"/>
                  </a:cubicBezTo>
                  <a:cubicBezTo>
                    <a:pt x="79" y="64"/>
                    <a:pt x="79" y="64"/>
                    <a:pt x="79" y="64"/>
                  </a:cubicBezTo>
                  <a:cubicBezTo>
                    <a:pt x="92" y="77"/>
                    <a:pt x="92" y="77"/>
                    <a:pt x="92" y="77"/>
                  </a:cubicBezTo>
                  <a:cubicBezTo>
                    <a:pt x="78" y="77"/>
                    <a:pt x="78" y="77"/>
                    <a:pt x="78" y="77"/>
                  </a:cubicBezTo>
                  <a:cubicBezTo>
                    <a:pt x="78" y="94"/>
                    <a:pt x="78" y="94"/>
                    <a:pt x="78" y="94"/>
                  </a:cubicBezTo>
                  <a:cubicBezTo>
                    <a:pt x="75" y="94"/>
                    <a:pt x="75" y="94"/>
                    <a:pt x="75" y="94"/>
                  </a:cubicBezTo>
                  <a:cubicBezTo>
                    <a:pt x="75" y="77"/>
                    <a:pt x="75" y="77"/>
                    <a:pt x="75" y="77"/>
                  </a:cubicBezTo>
                  <a:cubicBezTo>
                    <a:pt x="69" y="77"/>
                    <a:pt x="69" y="77"/>
                    <a:pt x="69" y="77"/>
                  </a:cubicBezTo>
                  <a:cubicBezTo>
                    <a:pt x="65" y="73"/>
                    <a:pt x="65" y="73"/>
                    <a:pt x="65" y="73"/>
                  </a:cubicBezTo>
                  <a:lnTo>
                    <a:pt x="74" y="64"/>
                  </a:lnTo>
                  <a:close/>
                  <a:moveTo>
                    <a:pt x="49" y="64"/>
                  </a:moveTo>
                  <a:cubicBezTo>
                    <a:pt x="43" y="64"/>
                    <a:pt x="43" y="64"/>
                    <a:pt x="43" y="64"/>
                  </a:cubicBezTo>
                  <a:cubicBezTo>
                    <a:pt x="48" y="58"/>
                    <a:pt x="48" y="58"/>
                    <a:pt x="48" y="58"/>
                  </a:cubicBezTo>
                  <a:cubicBezTo>
                    <a:pt x="43" y="58"/>
                    <a:pt x="43" y="58"/>
                    <a:pt x="43" y="58"/>
                  </a:cubicBezTo>
                  <a:cubicBezTo>
                    <a:pt x="51" y="50"/>
                    <a:pt x="51" y="50"/>
                    <a:pt x="51" y="50"/>
                  </a:cubicBezTo>
                  <a:cubicBezTo>
                    <a:pt x="59" y="58"/>
                    <a:pt x="59" y="58"/>
                    <a:pt x="59" y="58"/>
                  </a:cubicBezTo>
                  <a:cubicBezTo>
                    <a:pt x="53" y="58"/>
                    <a:pt x="53" y="58"/>
                    <a:pt x="53" y="58"/>
                  </a:cubicBezTo>
                  <a:cubicBezTo>
                    <a:pt x="59" y="64"/>
                    <a:pt x="59" y="64"/>
                    <a:pt x="59" y="64"/>
                  </a:cubicBezTo>
                  <a:cubicBezTo>
                    <a:pt x="54" y="64"/>
                    <a:pt x="54" y="64"/>
                    <a:pt x="54" y="64"/>
                  </a:cubicBezTo>
                  <a:cubicBezTo>
                    <a:pt x="62" y="73"/>
                    <a:pt x="62" y="73"/>
                    <a:pt x="62" y="73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52" y="77"/>
                    <a:pt x="52" y="77"/>
                    <a:pt x="52" y="77"/>
                  </a:cubicBezTo>
                  <a:cubicBezTo>
                    <a:pt x="52" y="94"/>
                    <a:pt x="52" y="94"/>
                    <a:pt x="52" y="94"/>
                  </a:cubicBezTo>
                  <a:cubicBezTo>
                    <a:pt x="49" y="94"/>
                    <a:pt x="49" y="94"/>
                    <a:pt x="49" y="94"/>
                  </a:cubicBezTo>
                  <a:cubicBezTo>
                    <a:pt x="49" y="77"/>
                    <a:pt x="49" y="77"/>
                    <a:pt x="49" y="77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39" y="74"/>
                    <a:pt x="39" y="74"/>
                    <a:pt x="39" y="74"/>
                  </a:cubicBezTo>
                  <a:lnTo>
                    <a:pt x="49" y="64"/>
                  </a:lnTo>
                  <a:close/>
                  <a:moveTo>
                    <a:pt x="40" y="77"/>
                  </a:moveTo>
                  <a:cubicBezTo>
                    <a:pt x="35" y="77"/>
                    <a:pt x="35" y="77"/>
                    <a:pt x="35" y="77"/>
                  </a:cubicBezTo>
                  <a:cubicBezTo>
                    <a:pt x="38" y="75"/>
                    <a:pt x="38" y="75"/>
                    <a:pt x="38" y="75"/>
                  </a:cubicBezTo>
                  <a:lnTo>
                    <a:pt x="40" y="77"/>
                  </a:lnTo>
                  <a:close/>
                  <a:moveTo>
                    <a:pt x="8" y="77"/>
                  </a:moveTo>
                  <a:cubicBezTo>
                    <a:pt x="22" y="64"/>
                    <a:pt x="22" y="64"/>
                    <a:pt x="22" y="64"/>
                  </a:cubicBezTo>
                  <a:cubicBezTo>
                    <a:pt x="16" y="64"/>
                    <a:pt x="16" y="64"/>
                    <a:pt x="16" y="64"/>
                  </a:cubicBezTo>
                  <a:cubicBezTo>
                    <a:pt x="22" y="58"/>
                    <a:pt x="22" y="58"/>
                    <a:pt x="22" y="58"/>
                  </a:cubicBezTo>
                  <a:cubicBezTo>
                    <a:pt x="16" y="58"/>
                    <a:pt x="16" y="58"/>
                    <a:pt x="16" y="58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32" y="58"/>
                    <a:pt x="32" y="58"/>
                    <a:pt x="32" y="58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32" y="64"/>
                    <a:pt x="32" y="64"/>
                    <a:pt x="32" y="64"/>
                  </a:cubicBezTo>
                  <a:cubicBezTo>
                    <a:pt x="27" y="64"/>
                    <a:pt x="27" y="64"/>
                    <a:pt x="27" y="64"/>
                  </a:cubicBezTo>
                  <a:cubicBezTo>
                    <a:pt x="36" y="74"/>
                    <a:pt x="36" y="74"/>
                    <a:pt x="36" y="74"/>
                  </a:cubicBezTo>
                  <a:cubicBezTo>
                    <a:pt x="33" y="77"/>
                    <a:pt x="33" y="77"/>
                    <a:pt x="33" y="77"/>
                  </a:cubicBezTo>
                  <a:cubicBezTo>
                    <a:pt x="26" y="77"/>
                    <a:pt x="26" y="77"/>
                    <a:pt x="26" y="77"/>
                  </a:cubicBezTo>
                  <a:cubicBezTo>
                    <a:pt x="26" y="94"/>
                    <a:pt x="26" y="94"/>
                    <a:pt x="26" y="94"/>
                  </a:cubicBezTo>
                  <a:cubicBezTo>
                    <a:pt x="23" y="94"/>
                    <a:pt x="23" y="94"/>
                    <a:pt x="23" y="94"/>
                  </a:cubicBezTo>
                  <a:cubicBezTo>
                    <a:pt x="23" y="77"/>
                    <a:pt x="23" y="77"/>
                    <a:pt x="23" y="77"/>
                  </a:cubicBezTo>
                  <a:lnTo>
                    <a:pt x="8" y="77"/>
                  </a:lnTo>
                  <a:close/>
                  <a:moveTo>
                    <a:pt x="28" y="79"/>
                  </a:moveTo>
                  <a:cubicBezTo>
                    <a:pt x="31" y="79"/>
                    <a:pt x="31" y="79"/>
                    <a:pt x="31" y="79"/>
                  </a:cubicBezTo>
                  <a:cubicBezTo>
                    <a:pt x="44" y="79"/>
                    <a:pt x="44" y="79"/>
                    <a:pt x="44" y="79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48" y="95"/>
                    <a:pt x="48" y="95"/>
                    <a:pt x="48" y="95"/>
                  </a:cubicBezTo>
                  <a:cubicBezTo>
                    <a:pt x="28" y="95"/>
                    <a:pt x="28" y="95"/>
                    <a:pt x="28" y="95"/>
                  </a:cubicBezTo>
                  <a:lnTo>
                    <a:pt x="28" y="79"/>
                  </a:lnTo>
                  <a:close/>
                  <a:moveTo>
                    <a:pt x="113" y="45"/>
                  </a:moveTo>
                  <a:cubicBezTo>
                    <a:pt x="129" y="51"/>
                    <a:pt x="129" y="51"/>
                    <a:pt x="129" y="51"/>
                  </a:cubicBezTo>
                  <a:cubicBezTo>
                    <a:pt x="113" y="56"/>
                    <a:pt x="113" y="56"/>
                    <a:pt x="113" y="56"/>
                  </a:cubicBezTo>
                  <a:lnTo>
                    <a:pt x="113" y="45"/>
                  </a:lnTo>
                  <a:close/>
                  <a:moveTo>
                    <a:pt x="113" y="58"/>
                  </a:moveTo>
                  <a:cubicBezTo>
                    <a:pt x="132" y="53"/>
                    <a:pt x="132" y="53"/>
                    <a:pt x="132" y="53"/>
                  </a:cubicBezTo>
                  <a:cubicBezTo>
                    <a:pt x="140" y="56"/>
                    <a:pt x="140" y="56"/>
                    <a:pt x="140" y="56"/>
                  </a:cubicBezTo>
                  <a:cubicBezTo>
                    <a:pt x="113" y="63"/>
                    <a:pt x="113" y="63"/>
                    <a:pt x="113" y="63"/>
                  </a:cubicBezTo>
                  <a:lnTo>
                    <a:pt x="113" y="58"/>
                  </a:lnTo>
                  <a:close/>
                  <a:moveTo>
                    <a:pt x="113" y="65"/>
                  </a:moveTo>
                  <a:cubicBezTo>
                    <a:pt x="142" y="57"/>
                    <a:pt x="142" y="57"/>
                    <a:pt x="142" y="57"/>
                  </a:cubicBezTo>
                  <a:cubicBezTo>
                    <a:pt x="151" y="65"/>
                    <a:pt x="151" y="65"/>
                    <a:pt x="151" y="65"/>
                  </a:cubicBezTo>
                  <a:cubicBezTo>
                    <a:pt x="144" y="63"/>
                    <a:pt x="144" y="63"/>
                    <a:pt x="144" y="63"/>
                  </a:cubicBezTo>
                  <a:cubicBezTo>
                    <a:pt x="144" y="63"/>
                    <a:pt x="144" y="63"/>
                    <a:pt x="144" y="63"/>
                  </a:cubicBezTo>
                  <a:cubicBezTo>
                    <a:pt x="113" y="71"/>
                    <a:pt x="113" y="71"/>
                    <a:pt x="113" y="71"/>
                  </a:cubicBezTo>
                  <a:lnTo>
                    <a:pt x="113" y="65"/>
                  </a:lnTo>
                  <a:close/>
                  <a:moveTo>
                    <a:pt x="143" y="55"/>
                  </a:moveTo>
                  <a:cubicBezTo>
                    <a:pt x="143" y="55"/>
                    <a:pt x="143" y="55"/>
                    <a:pt x="143" y="55"/>
                  </a:cubicBezTo>
                  <a:cubicBezTo>
                    <a:pt x="143" y="55"/>
                    <a:pt x="143" y="55"/>
                    <a:pt x="143" y="55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37"/>
                    <a:pt x="113" y="37"/>
                    <a:pt x="113" y="37"/>
                  </a:cubicBezTo>
                  <a:cubicBezTo>
                    <a:pt x="142" y="50"/>
                    <a:pt x="142" y="50"/>
                    <a:pt x="142" y="50"/>
                  </a:cubicBezTo>
                  <a:cubicBezTo>
                    <a:pt x="163" y="69"/>
                    <a:pt x="163" y="69"/>
                    <a:pt x="163" y="69"/>
                  </a:cubicBezTo>
                  <a:cubicBezTo>
                    <a:pt x="163" y="73"/>
                    <a:pt x="163" y="73"/>
                    <a:pt x="163" y="73"/>
                  </a:cubicBezTo>
                  <a:lnTo>
                    <a:pt x="143" y="55"/>
                  </a:lnTo>
                  <a:close/>
                  <a:moveTo>
                    <a:pt x="163" y="43"/>
                  </a:moveTo>
                  <a:cubicBezTo>
                    <a:pt x="145" y="32"/>
                    <a:pt x="145" y="32"/>
                    <a:pt x="145" y="32"/>
                  </a:cubicBezTo>
                  <a:cubicBezTo>
                    <a:pt x="144" y="32"/>
                    <a:pt x="144" y="32"/>
                    <a:pt x="144" y="32"/>
                  </a:cubicBezTo>
                  <a:cubicBezTo>
                    <a:pt x="122" y="39"/>
                    <a:pt x="122" y="39"/>
                    <a:pt x="122" y="39"/>
                  </a:cubicBezTo>
                  <a:cubicBezTo>
                    <a:pt x="122" y="39"/>
                    <a:pt x="122" y="39"/>
                    <a:pt x="122" y="39"/>
                  </a:cubicBezTo>
                  <a:cubicBezTo>
                    <a:pt x="115" y="36"/>
                    <a:pt x="115" y="36"/>
                    <a:pt x="115" y="36"/>
                  </a:cubicBezTo>
                  <a:cubicBezTo>
                    <a:pt x="144" y="25"/>
                    <a:pt x="144" y="25"/>
                    <a:pt x="144" y="25"/>
                  </a:cubicBezTo>
                  <a:cubicBezTo>
                    <a:pt x="162" y="37"/>
                    <a:pt x="162" y="37"/>
                    <a:pt x="162" y="37"/>
                  </a:cubicBezTo>
                  <a:cubicBezTo>
                    <a:pt x="162" y="37"/>
                    <a:pt x="163" y="37"/>
                    <a:pt x="163" y="37"/>
                  </a:cubicBezTo>
                  <a:lnTo>
                    <a:pt x="163" y="43"/>
                  </a:lnTo>
                  <a:close/>
                  <a:moveTo>
                    <a:pt x="144" y="48"/>
                  </a:moveTo>
                  <a:cubicBezTo>
                    <a:pt x="143" y="48"/>
                    <a:pt x="143" y="48"/>
                    <a:pt x="143" y="48"/>
                  </a:cubicBezTo>
                  <a:cubicBezTo>
                    <a:pt x="125" y="40"/>
                    <a:pt x="125" y="40"/>
                    <a:pt x="125" y="40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62" y="45"/>
                    <a:pt x="162" y="45"/>
                    <a:pt x="162" y="45"/>
                  </a:cubicBezTo>
                  <a:cubicBezTo>
                    <a:pt x="162" y="45"/>
                    <a:pt x="163" y="45"/>
                    <a:pt x="163" y="45"/>
                  </a:cubicBezTo>
                  <a:cubicBezTo>
                    <a:pt x="163" y="66"/>
                    <a:pt x="163" y="66"/>
                    <a:pt x="163" y="66"/>
                  </a:cubicBezTo>
                  <a:lnTo>
                    <a:pt x="144" y="48"/>
                  </a:lnTo>
                  <a:close/>
                  <a:moveTo>
                    <a:pt x="163" y="35"/>
                  </a:moveTo>
                  <a:cubicBezTo>
                    <a:pt x="145" y="23"/>
                    <a:pt x="145" y="23"/>
                    <a:pt x="145" y="23"/>
                  </a:cubicBezTo>
                  <a:cubicBezTo>
                    <a:pt x="144" y="23"/>
                    <a:pt x="144" y="23"/>
                    <a:pt x="144" y="23"/>
                  </a:cubicBezTo>
                  <a:cubicBezTo>
                    <a:pt x="113" y="35"/>
                    <a:pt x="113" y="35"/>
                    <a:pt x="113" y="35"/>
                  </a:cubicBezTo>
                  <a:cubicBezTo>
                    <a:pt x="113" y="30"/>
                    <a:pt x="113" y="30"/>
                    <a:pt x="113" y="30"/>
                  </a:cubicBezTo>
                  <a:cubicBezTo>
                    <a:pt x="144" y="18"/>
                    <a:pt x="144" y="18"/>
                    <a:pt x="144" y="18"/>
                  </a:cubicBezTo>
                  <a:cubicBezTo>
                    <a:pt x="162" y="30"/>
                    <a:pt x="162" y="30"/>
                    <a:pt x="162" y="30"/>
                  </a:cubicBezTo>
                  <a:cubicBezTo>
                    <a:pt x="162" y="30"/>
                    <a:pt x="163" y="30"/>
                    <a:pt x="163" y="30"/>
                  </a:cubicBezTo>
                  <a:lnTo>
                    <a:pt x="163" y="35"/>
                  </a:lnTo>
                  <a:close/>
                  <a:moveTo>
                    <a:pt x="113" y="73"/>
                  </a:moveTo>
                  <a:cubicBezTo>
                    <a:pt x="144" y="64"/>
                    <a:pt x="144" y="64"/>
                    <a:pt x="144" y="64"/>
                  </a:cubicBezTo>
                  <a:cubicBezTo>
                    <a:pt x="154" y="68"/>
                    <a:pt x="154" y="68"/>
                    <a:pt x="154" y="68"/>
                  </a:cubicBezTo>
                  <a:cubicBezTo>
                    <a:pt x="162" y="76"/>
                    <a:pt x="162" y="76"/>
                    <a:pt x="162" y="76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13" y="77"/>
                    <a:pt x="113" y="77"/>
                    <a:pt x="113" y="77"/>
                  </a:cubicBezTo>
                  <a:lnTo>
                    <a:pt x="113" y="73"/>
                  </a:lnTo>
                  <a:close/>
                  <a:moveTo>
                    <a:pt x="145" y="9"/>
                  </a:moveTo>
                  <a:cubicBezTo>
                    <a:pt x="163" y="20"/>
                    <a:pt x="163" y="20"/>
                    <a:pt x="163" y="20"/>
                  </a:cubicBezTo>
                  <a:cubicBezTo>
                    <a:pt x="163" y="28"/>
                    <a:pt x="163" y="28"/>
                    <a:pt x="163" y="28"/>
                  </a:cubicBezTo>
                  <a:cubicBezTo>
                    <a:pt x="145" y="17"/>
                    <a:pt x="145" y="17"/>
                    <a:pt x="145" y="17"/>
                  </a:cubicBezTo>
                  <a:cubicBezTo>
                    <a:pt x="144" y="16"/>
                    <a:pt x="144" y="16"/>
                    <a:pt x="144" y="16"/>
                  </a:cubicBezTo>
                  <a:cubicBezTo>
                    <a:pt x="113" y="28"/>
                    <a:pt x="113" y="28"/>
                    <a:pt x="113" y="28"/>
                  </a:cubicBezTo>
                  <a:cubicBezTo>
                    <a:pt x="113" y="21"/>
                    <a:pt x="113" y="21"/>
                    <a:pt x="113" y="21"/>
                  </a:cubicBezTo>
                  <a:lnTo>
                    <a:pt x="145" y="9"/>
                  </a:lnTo>
                  <a:close/>
                  <a:moveTo>
                    <a:pt x="113" y="79"/>
                  </a:moveTo>
                  <a:cubicBezTo>
                    <a:pt x="144" y="71"/>
                    <a:pt x="144" y="71"/>
                    <a:pt x="144" y="71"/>
                  </a:cubicBezTo>
                  <a:cubicBezTo>
                    <a:pt x="163" y="78"/>
                    <a:pt x="163" y="78"/>
                    <a:pt x="163" y="78"/>
                  </a:cubicBezTo>
                  <a:cubicBezTo>
                    <a:pt x="163" y="84"/>
                    <a:pt x="163" y="84"/>
                    <a:pt x="163" y="84"/>
                  </a:cubicBezTo>
                  <a:cubicBezTo>
                    <a:pt x="144" y="77"/>
                    <a:pt x="144" y="77"/>
                    <a:pt x="144" y="77"/>
                  </a:cubicBezTo>
                  <a:cubicBezTo>
                    <a:pt x="144" y="77"/>
                    <a:pt x="144" y="77"/>
                    <a:pt x="144" y="77"/>
                  </a:cubicBezTo>
                  <a:cubicBezTo>
                    <a:pt x="113" y="85"/>
                    <a:pt x="113" y="85"/>
                    <a:pt x="113" y="85"/>
                  </a:cubicBezTo>
                  <a:lnTo>
                    <a:pt x="113" y="79"/>
                  </a:lnTo>
                  <a:close/>
                  <a:moveTo>
                    <a:pt x="278" y="41"/>
                  </a:moveTo>
                  <a:cubicBezTo>
                    <a:pt x="278" y="48"/>
                    <a:pt x="278" y="48"/>
                    <a:pt x="278" y="48"/>
                  </a:cubicBezTo>
                  <a:cubicBezTo>
                    <a:pt x="272" y="48"/>
                    <a:pt x="272" y="48"/>
                    <a:pt x="272" y="48"/>
                  </a:cubicBezTo>
                  <a:cubicBezTo>
                    <a:pt x="272" y="41"/>
                    <a:pt x="272" y="41"/>
                    <a:pt x="272" y="41"/>
                  </a:cubicBezTo>
                  <a:lnTo>
                    <a:pt x="278" y="41"/>
                  </a:lnTo>
                  <a:close/>
                  <a:moveTo>
                    <a:pt x="287" y="41"/>
                  </a:moveTo>
                  <a:cubicBezTo>
                    <a:pt x="287" y="48"/>
                    <a:pt x="287" y="48"/>
                    <a:pt x="287" y="48"/>
                  </a:cubicBezTo>
                  <a:cubicBezTo>
                    <a:pt x="280" y="48"/>
                    <a:pt x="280" y="48"/>
                    <a:pt x="280" y="48"/>
                  </a:cubicBezTo>
                  <a:cubicBezTo>
                    <a:pt x="280" y="41"/>
                    <a:pt x="280" y="41"/>
                    <a:pt x="280" y="41"/>
                  </a:cubicBezTo>
                  <a:lnTo>
                    <a:pt x="287" y="41"/>
                  </a:lnTo>
                  <a:close/>
                  <a:moveTo>
                    <a:pt x="295" y="41"/>
                  </a:moveTo>
                  <a:cubicBezTo>
                    <a:pt x="295" y="48"/>
                    <a:pt x="295" y="48"/>
                    <a:pt x="295" y="48"/>
                  </a:cubicBezTo>
                  <a:cubicBezTo>
                    <a:pt x="288" y="48"/>
                    <a:pt x="288" y="48"/>
                    <a:pt x="288" y="48"/>
                  </a:cubicBezTo>
                  <a:cubicBezTo>
                    <a:pt x="288" y="41"/>
                    <a:pt x="288" y="41"/>
                    <a:pt x="288" y="41"/>
                  </a:cubicBezTo>
                  <a:lnTo>
                    <a:pt x="295" y="41"/>
                  </a:lnTo>
                  <a:close/>
                  <a:moveTo>
                    <a:pt x="304" y="41"/>
                  </a:moveTo>
                  <a:cubicBezTo>
                    <a:pt x="304" y="48"/>
                    <a:pt x="304" y="48"/>
                    <a:pt x="304" y="48"/>
                  </a:cubicBezTo>
                  <a:cubicBezTo>
                    <a:pt x="297" y="48"/>
                    <a:pt x="297" y="48"/>
                    <a:pt x="297" y="48"/>
                  </a:cubicBezTo>
                  <a:cubicBezTo>
                    <a:pt x="297" y="41"/>
                    <a:pt x="297" y="41"/>
                    <a:pt x="297" y="41"/>
                  </a:cubicBezTo>
                  <a:lnTo>
                    <a:pt x="304" y="41"/>
                  </a:lnTo>
                  <a:close/>
                  <a:moveTo>
                    <a:pt x="312" y="41"/>
                  </a:moveTo>
                  <a:cubicBezTo>
                    <a:pt x="312" y="48"/>
                    <a:pt x="312" y="48"/>
                    <a:pt x="312" y="48"/>
                  </a:cubicBezTo>
                  <a:cubicBezTo>
                    <a:pt x="305" y="48"/>
                    <a:pt x="305" y="48"/>
                    <a:pt x="305" y="48"/>
                  </a:cubicBezTo>
                  <a:cubicBezTo>
                    <a:pt x="305" y="41"/>
                    <a:pt x="305" y="41"/>
                    <a:pt x="305" y="41"/>
                  </a:cubicBezTo>
                  <a:lnTo>
                    <a:pt x="312" y="41"/>
                  </a:lnTo>
                  <a:close/>
                  <a:moveTo>
                    <a:pt x="295" y="67"/>
                  </a:moveTo>
                  <a:cubicBezTo>
                    <a:pt x="288" y="67"/>
                    <a:pt x="288" y="67"/>
                    <a:pt x="288" y="67"/>
                  </a:cubicBezTo>
                  <a:cubicBezTo>
                    <a:pt x="288" y="60"/>
                    <a:pt x="288" y="60"/>
                    <a:pt x="288" y="60"/>
                  </a:cubicBezTo>
                  <a:cubicBezTo>
                    <a:pt x="295" y="60"/>
                    <a:pt x="295" y="60"/>
                    <a:pt x="295" y="60"/>
                  </a:cubicBezTo>
                  <a:lnTo>
                    <a:pt x="295" y="67"/>
                  </a:lnTo>
                  <a:close/>
                  <a:moveTo>
                    <a:pt x="297" y="60"/>
                  </a:moveTo>
                  <a:cubicBezTo>
                    <a:pt x="304" y="60"/>
                    <a:pt x="304" y="60"/>
                    <a:pt x="304" y="60"/>
                  </a:cubicBezTo>
                  <a:cubicBezTo>
                    <a:pt x="304" y="67"/>
                    <a:pt x="304" y="67"/>
                    <a:pt x="304" y="67"/>
                  </a:cubicBezTo>
                  <a:cubicBezTo>
                    <a:pt x="297" y="67"/>
                    <a:pt x="297" y="67"/>
                    <a:pt x="297" y="67"/>
                  </a:cubicBezTo>
                  <a:lnTo>
                    <a:pt x="297" y="60"/>
                  </a:lnTo>
                  <a:close/>
                  <a:moveTo>
                    <a:pt x="287" y="67"/>
                  </a:moveTo>
                  <a:cubicBezTo>
                    <a:pt x="280" y="67"/>
                    <a:pt x="280" y="67"/>
                    <a:pt x="280" y="67"/>
                  </a:cubicBezTo>
                  <a:cubicBezTo>
                    <a:pt x="280" y="60"/>
                    <a:pt x="280" y="60"/>
                    <a:pt x="280" y="60"/>
                  </a:cubicBezTo>
                  <a:cubicBezTo>
                    <a:pt x="287" y="60"/>
                    <a:pt x="287" y="60"/>
                    <a:pt x="287" y="60"/>
                  </a:cubicBezTo>
                  <a:lnTo>
                    <a:pt x="287" y="67"/>
                  </a:lnTo>
                  <a:close/>
                  <a:moveTo>
                    <a:pt x="278" y="67"/>
                  </a:moveTo>
                  <a:cubicBezTo>
                    <a:pt x="272" y="67"/>
                    <a:pt x="272" y="67"/>
                    <a:pt x="272" y="67"/>
                  </a:cubicBezTo>
                  <a:cubicBezTo>
                    <a:pt x="272" y="60"/>
                    <a:pt x="272" y="60"/>
                    <a:pt x="272" y="60"/>
                  </a:cubicBezTo>
                  <a:cubicBezTo>
                    <a:pt x="278" y="60"/>
                    <a:pt x="278" y="60"/>
                    <a:pt x="278" y="60"/>
                  </a:cubicBezTo>
                  <a:lnTo>
                    <a:pt x="278" y="67"/>
                  </a:lnTo>
                  <a:close/>
                  <a:moveTo>
                    <a:pt x="278" y="69"/>
                  </a:moveTo>
                  <a:cubicBezTo>
                    <a:pt x="278" y="77"/>
                    <a:pt x="278" y="77"/>
                    <a:pt x="278" y="77"/>
                  </a:cubicBezTo>
                  <a:cubicBezTo>
                    <a:pt x="272" y="77"/>
                    <a:pt x="272" y="77"/>
                    <a:pt x="272" y="77"/>
                  </a:cubicBezTo>
                  <a:cubicBezTo>
                    <a:pt x="272" y="69"/>
                    <a:pt x="272" y="69"/>
                    <a:pt x="272" y="69"/>
                  </a:cubicBezTo>
                  <a:lnTo>
                    <a:pt x="278" y="69"/>
                  </a:lnTo>
                  <a:close/>
                  <a:moveTo>
                    <a:pt x="280" y="69"/>
                  </a:moveTo>
                  <a:cubicBezTo>
                    <a:pt x="287" y="69"/>
                    <a:pt x="287" y="69"/>
                    <a:pt x="287" y="69"/>
                  </a:cubicBezTo>
                  <a:cubicBezTo>
                    <a:pt x="287" y="77"/>
                    <a:pt x="287" y="77"/>
                    <a:pt x="287" y="77"/>
                  </a:cubicBezTo>
                  <a:cubicBezTo>
                    <a:pt x="280" y="77"/>
                    <a:pt x="280" y="77"/>
                    <a:pt x="280" y="77"/>
                  </a:cubicBezTo>
                  <a:lnTo>
                    <a:pt x="280" y="69"/>
                  </a:lnTo>
                  <a:close/>
                  <a:moveTo>
                    <a:pt x="288" y="69"/>
                  </a:moveTo>
                  <a:cubicBezTo>
                    <a:pt x="295" y="69"/>
                    <a:pt x="295" y="69"/>
                    <a:pt x="295" y="69"/>
                  </a:cubicBezTo>
                  <a:cubicBezTo>
                    <a:pt x="295" y="77"/>
                    <a:pt x="295" y="77"/>
                    <a:pt x="295" y="77"/>
                  </a:cubicBezTo>
                  <a:cubicBezTo>
                    <a:pt x="288" y="77"/>
                    <a:pt x="288" y="77"/>
                    <a:pt x="288" y="77"/>
                  </a:cubicBezTo>
                  <a:lnTo>
                    <a:pt x="288" y="69"/>
                  </a:lnTo>
                  <a:close/>
                  <a:moveTo>
                    <a:pt x="297" y="69"/>
                  </a:moveTo>
                  <a:cubicBezTo>
                    <a:pt x="304" y="69"/>
                    <a:pt x="304" y="69"/>
                    <a:pt x="304" y="69"/>
                  </a:cubicBezTo>
                  <a:cubicBezTo>
                    <a:pt x="304" y="77"/>
                    <a:pt x="304" y="77"/>
                    <a:pt x="304" y="77"/>
                  </a:cubicBezTo>
                  <a:cubicBezTo>
                    <a:pt x="297" y="77"/>
                    <a:pt x="297" y="77"/>
                    <a:pt x="297" y="77"/>
                  </a:cubicBezTo>
                  <a:lnTo>
                    <a:pt x="297" y="69"/>
                  </a:lnTo>
                  <a:close/>
                  <a:moveTo>
                    <a:pt x="305" y="69"/>
                  </a:moveTo>
                  <a:cubicBezTo>
                    <a:pt x="312" y="69"/>
                    <a:pt x="312" y="69"/>
                    <a:pt x="312" y="69"/>
                  </a:cubicBezTo>
                  <a:cubicBezTo>
                    <a:pt x="312" y="77"/>
                    <a:pt x="312" y="77"/>
                    <a:pt x="312" y="77"/>
                  </a:cubicBezTo>
                  <a:cubicBezTo>
                    <a:pt x="305" y="77"/>
                    <a:pt x="305" y="77"/>
                    <a:pt x="305" y="77"/>
                  </a:cubicBezTo>
                  <a:lnTo>
                    <a:pt x="305" y="69"/>
                  </a:lnTo>
                  <a:close/>
                  <a:moveTo>
                    <a:pt x="305" y="67"/>
                  </a:moveTo>
                  <a:cubicBezTo>
                    <a:pt x="305" y="60"/>
                    <a:pt x="305" y="60"/>
                    <a:pt x="305" y="60"/>
                  </a:cubicBezTo>
                  <a:cubicBezTo>
                    <a:pt x="312" y="60"/>
                    <a:pt x="312" y="60"/>
                    <a:pt x="312" y="60"/>
                  </a:cubicBezTo>
                  <a:cubicBezTo>
                    <a:pt x="312" y="67"/>
                    <a:pt x="312" y="67"/>
                    <a:pt x="312" y="67"/>
                  </a:cubicBezTo>
                  <a:lnTo>
                    <a:pt x="305" y="67"/>
                  </a:lnTo>
                  <a:close/>
                  <a:moveTo>
                    <a:pt x="305" y="58"/>
                  </a:moveTo>
                  <a:cubicBezTo>
                    <a:pt x="305" y="50"/>
                    <a:pt x="305" y="50"/>
                    <a:pt x="305" y="50"/>
                  </a:cubicBezTo>
                  <a:cubicBezTo>
                    <a:pt x="312" y="50"/>
                    <a:pt x="312" y="50"/>
                    <a:pt x="312" y="50"/>
                  </a:cubicBezTo>
                  <a:cubicBezTo>
                    <a:pt x="312" y="58"/>
                    <a:pt x="312" y="58"/>
                    <a:pt x="312" y="58"/>
                  </a:cubicBezTo>
                  <a:lnTo>
                    <a:pt x="305" y="58"/>
                  </a:lnTo>
                  <a:close/>
                  <a:moveTo>
                    <a:pt x="304" y="58"/>
                  </a:moveTo>
                  <a:cubicBezTo>
                    <a:pt x="297" y="58"/>
                    <a:pt x="297" y="58"/>
                    <a:pt x="297" y="58"/>
                  </a:cubicBezTo>
                  <a:cubicBezTo>
                    <a:pt x="297" y="50"/>
                    <a:pt x="297" y="50"/>
                    <a:pt x="297" y="50"/>
                  </a:cubicBezTo>
                  <a:cubicBezTo>
                    <a:pt x="304" y="50"/>
                    <a:pt x="304" y="50"/>
                    <a:pt x="304" y="50"/>
                  </a:cubicBezTo>
                  <a:lnTo>
                    <a:pt x="304" y="58"/>
                  </a:lnTo>
                  <a:close/>
                  <a:moveTo>
                    <a:pt x="295" y="58"/>
                  </a:moveTo>
                  <a:cubicBezTo>
                    <a:pt x="288" y="58"/>
                    <a:pt x="288" y="58"/>
                    <a:pt x="288" y="58"/>
                  </a:cubicBezTo>
                  <a:cubicBezTo>
                    <a:pt x="288" y="50"/>
                    <a:pt x="288" y="50"/>
                    <a:pt x="288" y="50"/>
                  </a:cubicBezTo>
                  <a:cubicBezTo>
                    <a:pt x="295" y="50"/>
                    <a:pt x="295" y="50"/>
                    <a:pt x="295" y="50"/>
                  </a:cubicBezTo>
                  <a:lnTo>
                    <a:pt x="295" y="58"/>
                  </a:lnTo>
                  <a:close/>
                  <a:moveTo>
                    <a:pt x="287" y="58"/>
                  </a:moveTo>
                  <a:cubicBezTo>
                    <a:pt x="280" y="58"/>
                    <a:pt x="280" y="58"/>
                    <a:pt x="280" y="58"/>
                  </a:cubicBezTo>
                  <a:cubicBezTo>
                    <a:pt x="280" y="50"/>
                    <a:pt x="280" y="50"/>
                    <a:pt x="280" y="50"/>
                  </a:cubicBezTo>
                  <a:cubicBezTo>
                    <a:pt x="287" y="50"/>
                    <a:pt x="287" y="50"/>
                    <a:pt x="287" y="50"/>
                  </a:cubicBezTo>
                  <a:lnTo>
                    <a:pt x="287" y="58"/>
                  </a:lnTo>
                  <a:close/>
                  <a:moveTo>
                    <a:pt x="278" y="58"/>
                  </a:moveTo>
                  <a:cubicBezTo>
                    <a:pt x="272" y="58"/>
                    <a:pt x="272" y="58"/>
                    <a:pt x="272" y="58"/>
                  </a:cubicBezTo>
                  <a:cubicBezTo>
                    <a:pt x="272" y="50"/>
                    <a:pt x="272" y="50"/>
                    <a:pt x="272" y="50"/>
                  </a:cubicBezTo>
                  <a:cubicBezTo>
                    <a:pt x="278" y="50"/>
                    <a:pt x="278" y="50"/>
                    <a:pt x="278" y="50"/>
                  </a:cubicBezTo>
                  <a:lnTo>
                    <a:pt x="278" y="58"/>
                  </a:lnTo>
                  <a:close/>
                  <a:moveTo>
                    <a:pt x="270" y="58"/>
                  </a:moveTo>
                  <a:cubicBezTo>
                    <a:pt x="263" y="58"/>
                    <a:pt x="263" y="58"/>
                    <a:pt x="263" y="58"/>
                  </a:cubicBezTo>
                  <a:cubicBezTo>
                    <a:pt x="263" y="50"/>
                    <a:pt x="263" y="50"/>
                    <a:pt x="263" y="50"/>
                  </a:cubicBezTo>
                  <a:cubicBezTo>
                    <a:pt x="270" y="50"/>
                    <a:pt x="270" y="50"/>
                    <a:pt x="270" y="50"/>
                  </a:cubicBezTo>
                  <a:lnTo>
                    <a:pt x="270" y="58"/>
                  </a:lnTo>
                  <a:close/>
                  <a:moveTo>
                    <a:pt x="270" y="60"/>
                  </a:moveTo>
                  <a:cubicBezTo>
                    <a:pt x="270" y="67"/>
                    <a:pt x="270" y="67"/>
                    <a:pt x="270" y="67"/>
                  </a:cubicBezTo>
                  <a:cubicBezTo>
                    <a:pt x="263" y="67"/>
                    <a:pt x="263" y="67"/>
                    <a:pt x="263" y="67"/>
                  </a:cubicBezTo>
                  <a:cubicBezTo>
                    <a:pt x="263" y="60"/>
                    <a:pt x="263" y="60"/>
                    <a:pt x="263" y="60"/>
                  </a:cubicBezTo>
                  <a:lnTo>
                    <a:pt x="270" y="60"/>
                  </a:lnTo>
                  <a:close/>
                  <a:moveTo>
                    <a:pt x="270" y="69"/>
                  </a:moveTo>
                  <a:cubicBezTo>
                    <a:pt x="270" y="77"/>
                    <a:pt x="270" y="77"/>
                    <a:pt x="270" y="77"/>
                  </a:cubicBezTo>
                  <a:cubicBezTo>
                    <a:pt x="263" y="77"/>
                    <a:pt x="263" y="77"/>
                    <a:pt x="263" y="77"/>
                  </a:cubicBezTo>
                  <a:cubicBezTo>
                    <a:pt x="263" y="69"/>
                    <a:pt x="263" y="69"/>
                    <a:pt x="263" y="69"/>
                  </a:cubicBezTo>
                  <a:lnTo>
                    <a:pt x="270" y="69"/>
                  </a:lnTo>
                  <a:close/>
                  <a:moveTo>
                    <a:pt x="270" y="79"/>
                  </a:moveTo>
                  <a:cubicBezTo>
                    <a:pt x="270" y="86"/>
                    <a:pt x="270" y="86"/>
                    <a:pt x="270" y="86"/>
                  </a:cubicBezTo>
                  <a:cubicBezTo>
                    <a:pt x="263" y="86"/>
                    <a:pt x="263" y="86"/>
                    <a:pt x="263" y="86"/>
                  </a:cubicBezTo>
                  <a:cubicBezTo>
                    <a:pt x="263" y="79"/>
                    <a:pt x="263" y="79"/>
                    <a:pt x="263" y="79"/>
                  </a:cubicBezTo>
                  <a:lnTo>
                    <a:pt x="270" y="79"/>
                  </a:lnTo>
                  <a:close/>
                  <a:moveTo>
                    <a:pt x="272" y="79"/>
                  </a:moveTo>
                  <a:cubicBezTo>
                    <a:pt x="278" y="79"/>
                    <a:pt x="278" y="79"/>
                    <a:pt x="278" y="79"/>
                  </a:cubicBezTo>
                  <a:cubicBezTo>
                    <a:pt x="278" y="86"/>
                    <a:pt x="278" y="86"/>
                    <a:pt x="278" y="86"/>
                  </a:cubicBezTo>
                  <a:cubicBezTo>
                    <a:pt x="272" y="86"/>
                    <a:pt x="272" y="86"/>
                    <a:pt x="272" y="86"/>
                  </a:cubicBezTo>
                  <a:lnTo>
                    <a:pt x="272" y="79"/>
                  </a:lnTo>
                  <a:close/>
                  <a:moveTo>
                    <a:pt x="280" y="79"/>
                  </a:moveTo>
                  <a:cubicBezTo>
                    <a:pt x="287" y="79"/>
                    <a:pt x="287" y="79"/>
                    <a:pt x="287" y="79"/>
                  </a:cubicBezTo>
                  <a:cubicBezTo>
                    <a:pt x="287" y="86"/>
                    <a:pt x="287" y="86"/>
                    <a:pt x="287" y="86"/>
                  </a:cubicBezTo>
                  <a:cubicBezTo>
                    <a:pt x="280" y="86"/>
                    <a:pt x="280" y="86"/>
                    <a:pt x="280" y="86"/>
                  </a:cubicBezTo>
                  <a:lnTo>
                    <a:pt x="280" y="79"/>
                  </a:lnTo>
                  <a:close/>
                  <a:moveTo>
                    <a:pt x="288" y="79"/>
                  </a:moveTo>
                  <a:cubicBezTo>
                    <a:pt x="295" y="79"/>
                    <a:pt x="295" y="79"/>
                    <a:pt x="295" y="79"/>
                  </a:cubicBezTo>
                  <a:cubicBezTo>
                    <a:pt x="295" y="86"/>
                    <a:pt x="295" y="86"/>
                    <a:pt x="295" y="86"/>
                  </a:cubicBezTo>
                  <a:cubicBezTo>
                    <a:pt x="288" y="86"/>
                    <a:pt x="288" y="86"/>
                    <a:pt x="288" y="86"/>
                  </a:cubicBezTo>
                  <a:lnTo>
                    <a:pt x="288" y="79"/>
                  </a:lnTo>
                  <a:close/>
                  <a:moveTo>
                    <a:pt x="297" y="79"/>
                  </a:moveTo>
                  <a:cubicBezTo>
                    <a:pt x="304" y="79"/>
                    <a:pt x="304" y="79"/>
                    <a:pt x="304" y="79"/>
                  </a:cubicBezTo>
                  <a:cubicBezTo>
                    <a:pt x="304" y="86"/>
                    <a:pt x="304" y="86"/>
                    <a:pt x="304" y="86"/>
                  </a:cubicBezTo>
                  <a:cubicBezTo>
                    <a:pt x="297" y="86"/>
                    <a:pt x="297" y="86"/>
                    <a:pt x="297" y="86"/>
                  </a:cubicBezTo>
                  <a:lnTo>
                    <a:pt x="297" y="79"/>
                  </a:lnTo>
                  <a:close/>
                  <a:moveTo>
                    <a:pt x="305" y="79"/>
                  </a:moveTo>
                  <a:cubicBezTo>
                    <a:pt x="312" y="79"/>
                    <a:pt x="312" y="79"/>
                    <a:pt x="312" y="79"/>
                  </a:cubicBezTo>
                  <a:cubicBezTo>
                    <a:pt x="312" y="86"/>
                    <a:pt x="312" y="86"/>
                    <a:pt x="312" y="86"/>
                  </a:cubicBezTo>
                  <a:cubicBezTo>
                    <a:pt x="305" y="86"/>
                    <a:pt x="305" y="86"/>
                    <a:pt x="305" y="86"/>
                  </a:cubicBezTo>
                  <a:lnTo>
                    <a:pt x="305" y="79"/>
                  </a:lnTo>
                  <a:close/>
                  <a:moveTo>
                    <a:pt x="270" y="48"/>
                  </a:moveTo>
                  <a:cubicBezTo>
                    <a:pt x="263" y="48"/>
                    <a:pt x="263" y="48"/>
                    <a:pt x="263" y="48"/>
                  </a:cubicBezTo>
                  <a:cubicBezTo>
                    <a:pt x="263" y="41"/>
                    <a:pt x="263" y="41"/>
                    <a:pt x="263" y="41"/>
                  </a:cubicBezTo>
                  <a:cubicBezTo>
                    <a:pt x="270" y="41"/>
                    <a:pt x="270" y="41"/>
                    <a:pt x="270" y="41"/>
                  </a:cubicBezTo>
                  <a:lnTo>
                    <a:pt x="270" y="48"/>
                  </a:lnTo>
                  <a:close/>
                  <a:moveTo>
                    <a:pt x="263" y="88"/>
                  </a:moveTo>
                  <a:cubicBezTo>
                    <a:pt x="270" y="88"/>
                    <a:pt x="270" y="88"/>
                    <a:pt x="270" y="88"/>
                  </a:cubicBezTo>
                  <a:cubicBezTo>
                    <a:pt x="270" y="95"/>
                    <a:pt x="270" y="95"/>
                    <a:pt x="270" y="95"/>
                  </a:cubicBezTo>
                  <a:cubicBezTo>
                    <a:pt x="263" y="95"/>
                    <a:pt x="263" y="95"/>
                    <a:pt x="263" y="95"/>
                  </a:cubicBezTo>
                  <a:lnTo>
                    <a:pt x="263" y="88"/>
                  </a:lnTo>
                  <a:close/>
                  <a:moveTo>
                    <a:pt x="272" y="88"/>
                  </a:moveTo>
                  <a:cubicBezTo>
                    <a:pt x="278" y="88"/>
                    <a:pt x="278" y="88"/>
                    <a:pt x="278" y="88"/>
                  </a:cubicBezTo>
                  <a:cubicBezTo>
                    <a:pt x="278" y="95"/>
                    <a:pt x="278" y="95"/>
                    <a:pt x="278" y="95"/>
                  </a:cubicBezTo>
                  <a:cubicBezTo>
                    <a:pt x="272" y="95"/>
                    <a:pt x="272" y="95"/>
                    <a:pt x="272" y="95"/>
                  </a:cubicBezTo>
                  <a:lnTo>
                    <a:pt x="272" y="88"/>
                  </a:lnTo>
                  <a:close/>
                  <a:moveTo>
                    <a:pt x="280" y="88"/>
                  </a:moveTo>
                  <a:cubicBezTo>
                    <a:pt x="287" y="88"/>
                    <a:pt x="287" y="88"/>
                    <a:pt x="287" y="88"/>
                  </a:cubicBezTo>
                  <a:cubicBezTo>
                    <a:pt x="287" y="95"/>
                    <a:pt x="287" y="95"/>
                    <a:pt x="287" y="95"/>
                  </a:cubicBezTo>
                  <a:cubicBezTo>
                    <a:pt x="280" y="95"/>
                    <a:pt x="280" y="95"/>
                    <a:pt x="280" y="95"/>
                  </a:cubicBezTo>
                  <a:lnTo>
                    <a:pt x="280" y="88"/>
                  </a:lnTo>
                  <a:close/>
                  <a:moveTo>
                    <a:pt x="288" y="88"/>
                  </a:moveTo>
                  <a:cubicBezTo>
                    <a:pt x="295" y="88"/>
                    <a:pt x="295" y="88"/>
                    <a:pt x="295" y="88"/>
                  </a:cubicBezTo>
                  <a:cubicBezTo>
                    <a:pt x="295" y="95"/>
                    <a:pt x="295" y="95"/>
                    <a:pt x="295" y="95"/>
                  </a:cubicBezTo>
                  <a:cubicBezTo>
                    <a:pt x="288" y="95"/>
                    <a:pt x="288" y="95"/>
                    <a:pt x="288" y="95"/>
                  </a:cubicBezTo>
                  <a:lnTo>
                    <a:pt x="288" y="88"/>
                  </a:lnTo>
                  <a:close/>
                  <a:moveTo>
                    <a:pt x="297" y="88"/>
                  </a:moveTo>
                  <a:cubicBezTo>
                    <a:pt x="304" y="88"/>
                    <a:pt x="304" y="88"/>
                    <a:pt x="304" y="88"/>
                  </a:cubicBezTo>
                  <a:cubicBezTo>
                    <a:pt x="304" y="95"/>
                    <a:pt x="304" y="95"/>
                    <a:pt x="304" y="95"/>
                  </a:cubicBezTo>
                  <a:cubicBezTo>
                    <a:pt x="297" y="95"/>
                    <a:pt x="297" y="95"/>
                    <a:pt x="297" y="95"/>
                  </a:cubicBezTo>
                  <a:lnTo>
                    <a:pt x="297" y="88"/>
                  </a:lnTo>
                  <a:close/>
                  <a:moveTo>
                    <a:pt x="305" y="88"/>
                  </a:moveTo>
                  <a:cubicBezTo>
                    <a:pt x="312" y="88"/>
                    <a:pt x="312" y="88"/>
                    <a:pt x="312" y="88"/>
                  </a:cubicBezTo>
                  <a:cubicBezTo>
                    <a:pt x="312" y="95"/>
                    <a:pt x="312" y="95"/>
                    <a:pt x="312" y="95"/>
                  </a:cubicBezTo>
                  <a:cubicBezTo>
                    <a:pt x="305" y="95"/>
                    <a:pt x="305" y="95"/>
                    <a:pt x="305" y="95"/>
                  </a:cubicBezTo>
                  <a:lnTo>
                    <a:pt x="305" y="88"/>
                  </a:lnTo>
                  <a:close/>
                  <a:moveTo>
                    <a:pt x="312" y="36"/>
                  </a:moveTo>
                  <a:cubicBezTo>
                    <a:pt x="312" y="39"/>
                    <a:pt x="312" y="39"/>
                    <a:pt x="312" y="39"/>
                  </a:cubicBezTo>
                  <a:cubicBezTo>
                    <a:pt x="305" y="39"/>
                    <a:pt x="305" y="39"/>
                    <a:pt x="305" y="39"/>
                  </a:cubicBezTo>
                  <a:cubicBezTo>
                    <a:pt x="305" y="39"/>
                    <a:pt x="304" y="39"/>
                    <a:pt x="304" y="39"/>
                  </a:cubicBezTo>
                  <a:cubicBezTo>
                    <a:pt x="304" y="39"/>
                    <a:pt x="304" y="39"/>
                    <a:pt x="304" y="39"/>
                  </a:cubicBezTo>
                  <a:cubicBezTo>
                    <a:pt x="296" y="39"/>
                    <a:pt x="296" y="39"/>
                    <a:pt x="296" y="39"/>
                  </a:cubicBezTo>
                  <a:cubicBezTo>
                    <a:pt x="296" y="39"/>
                    <a:pt x="296" y="39"/>
                    <a:pt x="296" y="39"/>
                  </a:cubicBezTo>
                  <a:cubicBezTo>
                    <a:pt x="296" y="39"/>
                    <a:pt x="296" y="39"/>
                    <a:pt x="296" y="39"/>
                  </a:cubicBezTo>
                  <a:cubicBezTo>
                    <a:pt x="288" y="39"/>
                    <a:pt x="288" y="39"/>
                    <a:pt x="288" y="39"/>
                  </a:cubicBezTo>
                  <a:cubicBezTo>
                    <a:pt x="288" y="39"/>
                    <a:pt x="288" y="39"/>
                    <a:pt x="288" y="39"/>
                  </a:cubicBezTo>
                  <a:cubicBezTo>
                    <a:pt x="287" y="39"/>
                    <a:pt x="287" y="39"/>
                    <a:pt x="287" y="39"/>
                  </a:cubicBezTo>
                  <a:cubicBezTo>
                    <a:pt x="279" y="39"/>
                    <a:pt x="279" y="39"/>
                    <a:pt x="279" y="39"/>
                  </a:cubicBezTo>
                  <a:cubicBezTo>
                    <a:pt x="279" y="39"/>
                    <a:pt x="279" y="39"/>
                    <a:pt x="279" y="39"/>
                  </a:cubicBezTo>
                  <a:cubicBezTo>
                    <a:pt x="279" y="39"/>
                    <a:pt x="279" y="39"/>
                    <a:pt x="279" y="39"/>
                  </a:cubicBezTo>
                  <a:cubicBezTo>
                    <a:pt x="271" y="39"/>
                    <a:pt x="271" y="39"/>
                    <a:pt x="271" y="39"/>
                  </a:cubicBezTo>
                  <a:cubicBezTo>
                    <a:pt x="271" y="39"/>
                    <a:pt x="271" y="39"/>
                    <a:pt x="271" y="39"/>
                  </a:cubicBezTo>
                  <a:cubicBezTo>
                    <a:pt x="271" y="39"/>
                    <a:pt x="271" y="39"/>
                    <a:pt x="270" y="39"/>
                  </a:cubicBezTo>
                  <a:cubicBezTo>
                    <a:pt x="263" y="39"/>
                    <a:pt x="263" y="39"/>
                    <a:pt x="263" y="39"/>
                  </a:cubicBezTo>
                  <a:cubicBezTo>
                    <a:pt x="263" y="3"/>
                    <a:pt x="263" y="3"/>
                    <a:pt x="263" y="3"/>
                  </a:cubicBezTo>
                  <a:lnTo>
                    <a:pt x="312" y="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4" name="Freeform 281"/>
            <p:cNvSpPr>
              <a:spLocks noEditPoints="1"/>
            </p:cNvSpPr>
            <p:nvPr userDrawn="1"/>
          </p:nvSpPr>
          <p:spPr bwMode="auto">
            <a:xfrm>
              <a:off x="4313238" y="4302125"/>
              <a:ext cx="434975" cy="531813"/>
            </a:xfrm>
            <a:custGeom>
              <a:avLst/>
              <a:gdLst>
                <a:gd name="T0" fmla="*/ 217 w 274"/>
                <a:gd name="T1" fmla="*/ 119 h 335"/>
                <a:gd name="T2" fmla="*/ 178 w 274"/>
                <a:gd name="T3" fmla="*/ 80 h 335"/>
                <a:gd name="T4" fmla="*/ 217 w 274"/>
                <a:gd name="T5" fmla="*/ 80 h 335"/>
                <a:gd name="T6" fmla="*/ 139 w 274"/>
                <a:gd name="T7" fmla="*/ 0 h 335"/>
                <a:gd name="T8" fmla="*/ 56 w 274"/>
                <a:gd name="T9" fmla="*/ 80 h 335"/>
                <a:gd name="T10" fmla="*/ 96 w 274"/>
                <a:gd name="T11" fmla="*/ 80 h 335"/>
                <a:gd name="T12" fmla="*/ 56 w 274"/>
                <a:gd name="T13" fmla="*/ 119 h 335"/>
                <a:gd name="T14" fmla="*/ 96 w 274"/>
                <a:gd name="T15" fmla="*/ 119 h 335"/>
                <a:gd name="T16" fmla="*/ 0 w 274"/>
                <a:gd name="T17" fmla="*/ 216 h 335"/>
                <a:gd name="T18" fmla="*/ 117 w 274"/>
                <a:gd name="T19" fmla="*/ 216 h 335"/>
                <a:gd name="T20" fmla="*/ 117 w 274"/>
                <a:gd name="T21" fmla="*/ 335 h 335"/>
                <a:gd name="T22" fmla="*/ 156 w 274"/>
                <a:gd name="T23" fmla="*/ 335 h 335"/>
                <a:gd name="T24" fmla="*/ 156 w 274"/>
                <a:gd name="T25" fmla="*/ 216 h 335"/>
                <a:gd name="T26" fmla="*/ 274 w 274"/>
                <a:gd name="T27" fmla="*/ 216 h 335"/>
                <a:gd name="T28" fmla="*/ 183 w 274"/>
                <a:gd name="T29" fmla="*/ 119 h 335"/>
                <a:gd name="T30" fmla="*/ 217 w 274"/>
                <a:gd name="T31" fmla="*/ 119 h 335"/>
                <a:gd name="T32" fmla="*/ 252 w 274"/>
                <a:gd name="T33" fmla="*/ 207 h 335"/>
                <a:gd name="T34" fmla="*/ 152 w 274"/>
                <a:gd name="T35" fmla="*/ 207 h 335"/>
                <a:gd name="T36" fmla="*/ 152 w 274"/>
                <a:gd name="T37" fmla="*/ 331 h 335"/>
                <a:gd name="T38" fmla="*/ 122 w 274"/>
                <a:gd name="T39" fmla="*/ 331 h 335"/>
                <a:gd name="T40" fmla="*/ 122 w 274"/>
                <a:gd name="T41" fmla="*/ 207 h 335"/>
                <a:gd name="T42" fmla="*/ 21 w 274"/>
                <a:gd name="T43" fmla="*/ 207 h 335"/>
                <a:gd name="T44" fmla="*/ 113 w 274"/>
                <a:gd name="T45" fmla="*/ 110 h 335"/>
                <a:gd name="T46" fmla="*/ 78 w 274"/>
                <a:gd name="T47" fmla="*/ 110 h 335"/>
                <a:gd name="T48" fmla="*/ 113 w 274"/>
                <a:gd name="T49" fmla="*/ 75 h 335"/>
                <a:gd name="T50" fmla="*/ 78 w 274"/>
                <a:gd name="T51" fmla="*/ 75 h 335"/>
                <a:gd name="T52" fmla="*/ 139 w 274"/>
                <a:gd name="T53" fmla="*/ 9 h 335"/>
                <a:gd name="T54" fmla="*/ 200 w 274"/>
                <a:gd name="T55" fmla="*/ 75 h 335"/>
                <a:gd name="T56" fmla="*/ 161 w 274"/>
                <a:gd name="T57" fmla="*/ 75 h 335"/>
                <a:gd name="T58" fmla="*/ 200 w 274"/>
                <a:gd name="T59" fmla="*/ 110 h 335"/>
                <a:gd name="T60" fmla="*/ 161 w 274"/>
                <a:gd name="T61" fmla="*/ 110 h 335"/>
                <a:gd name="T62" fmla="*/ 252 w 274"/>
                <a:gd name="T63" fmla="*/ 207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74" h="335">
                  <a:moveTo>
                    <a:pt x="217" y="119"/>
                  </a:moveTo>
                  <a:lnTo>
                    <a:pt x="178" y="80"/>
                  </a:lnTo>
                  <a:lnTo>
                    <a:pt x="217" y="80"/>
                  </a:lnTo>
                  <a:lnTo>
                    <a:pt x="139" y="0"/>
                  </a:lnTo>
                  <a:lnTo>
                    <a:pt x="56" y="80"/>
                  </a:lnTo>
                  <a:lnTo>
                    <a:pt x="96" y="80"/>
                  </a:lnTo>
                  <a:lnTo>
                    <a:pt x="56" y="119"/>
                  </a:lnTo>
                  <a:lnTo>
                    <a:pt x="96" y="119"/>
                  </a:lnTo>
                  <a:lnTo>
                    <a:pt x="0" y="216"/>
                  </a:lnTo>
                  <a:lnTo>
                    <a:pt x="117" y="216"/>
                  </a:lnTo>
                  <a:lnTo>
                    <a:pt x="117" y="335"/>
                  </a:lnTo>
                  <a:lnTo>
                    <a:pt x="156" y="335"/>
                  </a:lnTo>
                  <a:lnTo>
                    <a:pt x="156" y="216"/>
                  </a:lnTo>
                  <a:lnTo>
                    <a:pt x="274" y="216"/>
                  </a:lnTo>
                  <a:lnTo>
                    <a:pt x="183" y="119"/>
                  </a:lnTo>
                  <a:lnTo>
                    <a:pt x="217" y="119"/>
                  </a:lnTo>
                  <a:close/>
                  <a:moveTo>
                    <a:pt x="252" y="207"/>
                  </a:moveTo>
                  <a:lnTo>
                    <a:pt x="152" y="207"/>
                  </a:lnTo>
                  <a:lnTo>
                    <a:pt x="152" y="331"/>
                  </a:lnTo>
                  <a:lnTo>
                    <a:pt x="122" y="331"/>
                  </a:lnTo>
                  <a:lnTo>
                    <a:pt x="122" y="207"/>
                  </a:lnTo>
                  <a:lnTo>
                    <a:pt x="21" y="207"/>
                  </a:lnTo>
                  <a:lnTo>
                    <a:pt x="113" y="110"/>
                  </a:lnTo>
                  <a:lnTo>
                    <a:pt x="78" y="110"/>
                  </a:lnTo>
                  <a:lnTo>
                    <a:pt x="113" y="75"/>
                  </a:lnTo>
                  <a:lnTo>
                    <a:pt x="78" y="75"/>
                  </a:lnTo>
                  <a:lnTo>
                    <a:pt x="139" y="9"/>
                  </a:lnTo>
                  <a:lnTo>
                    <a:pt x="200" y="75"/>
                  </a:lnTo>
                  <a:lnTo>
                    <a:pt x="161" y="75"/>
                  </a:lnTo>
                  <a:lnTo>
                    <a:pt x="200" y="110"/>
                  </a:lnTo>
                  <a:lnTo>
                    <a:pt x="161" y="110"/>
                  </a:lnTo>
                  <a:lnTo>
                    <a:pt x="252" y="2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5" name="Freeform 282"/>
            <p:cNvSpPr>
              <a:spLocks noEditPoints="1"/>
            </p:cNvSpPr>
            <p:nvPr userDrawn="1"/>
          </p:nvSpPr>
          <p:spPr bwMode="auto">
            <a:xfrm>
              <a:off x="7381875" y="4302125"/>
              <a:ext cx="428625" cy="531813"/>
            </a:xfrm>
            <a:custGeom>
              <a:avLst/>
              <a:gdLst>
                <a:gd name="T0" fmla="*/ 217 w 270"/>
                <a:gd name="T1" fmla="*/ 119 h 335"/>
                <a:gd name="T2" fmla="*/ 178 w 270"/>
                <a:gd name="T3" fmla="*/ 80 h 335"/>
                <a:gd name="T4" fmla="*/ 217 w 270"/>
                <a:gd name="T5" fmla="*/ 80 h 335"/>
                <a:gd name="T6" fmla="*/ 139 w 270"/>
                <a:gd name="T7" fmla="*/ 0 h 335"/>
                <a:gd name="T8" fmla="*/ 56 w 270"/>
                <a:gd name="T9" fmla="*/ 80 h 335"/>
                <a:gd name="T10" fmla="*/ 96 w 270"/>
                <a:gd name="T11" fmla="*/ 80 h 335"/>
                <a:gd name="T12" fmla="*/ 56 w 270"/>
                <a:gd name="T13" fmla="*/ 119 h 335"/>
                <a:gd name="T14" fmla="*/ 96 w 270"/>
                <a:gd name="T15" fmla="*/ 119 h 335"/>
                <a:gd name="T16" fmla="*/ 0 w 270"/>
                <a:gd name="T17" fmla="*/ 216 h 335"/>
                <a:gd name="T18" fmla="*/ 113 w 270"/>
                <a:gd name="T19" fmla="*/ 216 h 335"/>
                <a:gd name="T20" fmla="*/ 113 w 270"/>
                <a:gd name="T21" fmla="*/ 335 h 335"/>
                <a:gd name="T22" fmla="*/ 157 w 270"/>
                <a:gd name="T23" fmla="*/ 335 h 335"/>
                <a:gd name="T24" fmla="*/ 157 w 270"/>
                <a:gd name="T25" fmla="*/ 216 h 335"/>
                <a:gd name="T26" fmla="*/ 270 w 270"/>
                <a:gd name="T27" fmla="*/ 216 h 335"/>
                <a:gd name="T28" fmla="*/ 178 w 270"/>
                <a:gd name="T29" fmla="*/ 119 h 335"/>
                <a:gd name="T30" fmla="*/ 217 w 270"/>
                <a:gd name="T31" fmla="*/ 119 h 335"/>
                <a:gd name="T32" fmla="*/ 252 w 270"/>
                <a:gd name="T33" fmla="*/ 207 h 335"/>
                <a:gd name="T34" fmla="*/ 148 w 270"/>
                <a:gd name="T35" fmla="*/ 207 h 335"/>
                <a:gd name="T36" fmla="*/ 148 w 270"/>
                <a:gd name="T37" fmla="*/ 331 h 335"/>
                <a:gd name="T38" fmla="*/ 122 w 270"/>
                <a:gd name="T39" fmla="*/ 331 h 335"/>
                <a:gd name="T40" fmla="*/ 122 w 270"/>
                <a:gd name="T41" fmla="*/ 207 h 335"/>
                <a:gd name="T42" fmla="*/ 22 w 270"/>
                <a:gd name="T43" fmla="*/ 207 h 335"/>
                <a:gd name="T44" fmla="*/ 113 w 270"/>
                <a:gd name="T45" fmla="*/ 110 h 335"/>
                <a:gd name="T46" fmla="*/ 74 w 270"/>
                <a:gd name="T47" fmla="*/ 110 h 335"/>
                <a:gd name="T48" fmla="*/ 113 w 270"/>
                <a:gd name="T49" fmla="*/ 75 h 335"/>
                <a:gd name="T50" fmla="*/ 74 w 270"/>
                <a:gd name="T51" fmla="*/ 75 h 335"/>
                <a:gd name="T52" fmla="*/ 139 w 270"/>
                <a:gd name="T53" fmla="*/ 9 h 335"/>
                <a:gd name="T54" fmla="*/ 196 w 270"/>
                <a:gd name="T55" fmla="*/ 75 h 335"/>
                <a:gd name="T56" fmla="*/ 161 w 270"/>
                <a:gd name="T57" fmla="*/ 75 h 335"/>
                <a:gd name="T58" fmla="*/ 196 w 270"/>
                <a:gd name="T59" fmla="*/ 110 h 335"/>
                <a:gd name="T60" fmla="*/ 161 w 270"/>
                <a:gd name="T61" fmla="*/ 110 h 335"/>
                <a:gd name="T62" fmla="*/ 252 w 270"/>
                <a:gd name="T63" fmla="*/ 207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70" h="335">
                  <a:moveTo>
                    <a:pt x="217" y="119"/>
                  </a:moveTo>
                  <a:lnTo>
                    <a:pt x="178" y="80"/>
                  </a:lnTo>
                  <a:lnTo>
                    <a:pt x="217" y="80"/>
                  </a:lnTo>
                  <a:lnTo>
                    <a:pt x="139" y="0"/>
                  </a:lnTo>
                  <a:lnTo>
                    <a:pt x="56" y="80"/>
                  </a:lnTo>
                  <a:lnTo>
                    <a:pt x="96" y="80"/>
                  </a:lnTo>
                  <a:lnTo>
                    <a:pt x="56" y="119"/>
                  </a:lnTo>
                  <a:lnTo>
                    <a:pt x="96" y="119"/>
                  </a:lnTo>
                  <a:lnTo>
                    <a:pt x="0" y="216"/>
                  </a:lnTo>
                  <a:lnTo>
                    <a:pt x="113" y="216"/>
                  </a:lnTo>
                  <a:lnTo>
                    <a:pt x="113" y="335"/>
                  </a:lnTo>
                  <a:lnTo>
                    <a:pt x="157" y="335"/>
                  </a:lnTo>
                  <a:lnTo>
                    <a:pt x="157" y="216"/>
                  </a:lnTo>
                  <a:lnTo>
                    <a:pt x="270" y="216"/>
                  </a:lnTo>
                  <a:lnTo>
                    <a:pt x="178" y="119"/>
                  </a:lnTo>
                  <a:lnTo>
                    <a:pt x="217" y="119"/>
                  </a:lnTo>
                  <a:close/>
                  <a:moveTo>
                    <a:pt x="252" y="207"/>
                  </a:moveTo>
                  <a:lnTo>
                    <a:pt x="148" y="207"/>
                  </a:lnTo>
                  <a:lnTo>
                    <a:pt x="148" y="331"/>
                  </a:lnTo>
                  <a:lnTo>
                    <a:pt x="122" y="331"/>
                  </a:lnTo>
                  <a:lnTo>
                    <a:pt x="122" y="207"/>
                  </a:lnTo>
                  <a:lnTo>
                    <a:pt x="22" y="207"/>
                  </a:lnTo>
                  <a:lnTo>
                    <a:pt x="113" y="110"/>
                  </a:lnTo>
                  <a:lnTo>
                    <a:pt x="74" y="110"/>
                  </a:lnTo>
                  <a:lnTo>
                    <a:pt x="113" y="75"/>
                  </a:lnTo>
                  <a:lnTo>
                    <a:pt x="74" y="75"/>
                  </a:lnTo>
                  <a:lnTo>
                    <a:pt x="139" y="9"/>
                  </a:lnTo>
                  <a:lnTo>
                    <a:pt x="196" y="75"/>
                  </a:lnTo>
                  <a:lnTo>
                    <a:pt x="161" y="75"/>
                  </a:lnTo>
                  <a:lnTo>
                    <a:pt x="196" y="110"/>
                  </a:lnTo>
                  <a:lnTo>
                    <a:pt x="161" y="110"/>
                  </a:lnTo>
                  <a:lnTo>
                    <a:pt x="252" y="2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6" name="Freeform 283"/>
            <p:cNvSpPr>
              <a:spLocks noEditPoints="1"/>
            </p:cNvSpPr>
            <p:nvPr userDrawn="1"/>
          </p:nvSpPr>
          <p:spPr bwMode="auto">
            <a:xfrm>
              <a:off x="11722100" y="4714875"/>
              <a:ext cx="26988" cy="34925"/>
            </a:xfrm>
            <a:custGeom>
              <a:avLst/>
              <a:gdLst>
                <a:gd name="T0" fmla="*/ 2 w 4"/>
                <a:gd name="T1" fmla="*/ 0 h 5"/>
                <a:gd name="T2" fmla="*/ 0 w 4"/>
                <a:gd name="T3" fmla="*/ 1 h 5"/>
                <a:gd name="T4" fmla="*/ 1 w 4"/>
                <a:gd name="T5" fmla="*/ 4 h 5"/>
                <a:gd name="T6" fmla="*/ 2 w 4"/>
                <a:gd name="T7" fmla="*/ 5 h 5"/>
                <a:gd name="T8" fmla="*/ 3 w 4"/>
                <a:gd name="T9" fmla="*/ 4 h 5"/>
                <a:gd name="T10" fmla="*/ 3 w 4"/>
                <a:gd name="T11" fmla="*/ 1 h 5"/>
                <a:gd name="T12" fmla="*/ 2 w 4"/>
                <a:gd name="T13" fmla="*/ 0 h 5"/>
                <a:gd name="T14" fmla="*/ 2 w 4"/>
                <a:gd name="T15" fmla="*/ 4 h 5"/>
                <a:gd name="T16" fmla="*/ 1 w 4"/>
                <a:gd name="T17" fmla="*/ 3 h 5"/>
                <a:gd name="T18" fmla="*/ 1 w 4"/>
                <a:gd name="T19" fmla="*/ 1 h 5"/>
                <a:gd name="T20" fmla="*/ 2 w 4"/>
                <a:gd name="T21" fmla="*/ 1 h 5"/>
                <a:gd name="T22" fmla="*/ 2 w 4"/>
                <a:gd name="T23" fmla="*/ 1 h 5"/>
                <a:gd name="T24" fmla="*/ 2 w 4"/>
                <a:gd name="T25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cubicBezTo>
                    <a:pt x="1" y="0"/>
                    <a:pt x="1" y="0"/>
                    <a:pt x="0" y="1"/>
                  </a:cubicBezTo>
                  <a:cubicBezTo>
                    <a:pt x="0" y="1"/>
                    <a:pt x="0" y="4"/>
                    <a:pt x="1" y="4"/>
                  </a:cubicBezTo>
                  <a:cubicBezTo>
                    <a:pt x="1" y="4"/>
                    <a:pt x="2" y="5"/>
                    <a:pt x="2" y="5"/>
                  </a:cubicBezTo>
                  <a:cubicBezTo>
                    <a:pt x="2" y="5"/>
                    <a:pt x="2" y="4"/>
                    <a:pt x="3" y="4"/>
                  </a:cubicBezTo>
                  <a:cubicBezTo>
                    <a:pt x="4" y="4"/>
                    <a:pt x="4" y="2"/>
                    <a:pt x="3" y="1"/>
                  </a:cubicBezTo>
                  <a:cubicBezTo>
                    <a:pt x="3" y="0"/>
                    <a:pt x="2" y="0"/>
                    <a:pt x="2" y="0"/>
                  </a:cubicBezTo>
                  <a:close/>
                  <a:moveTo>
                    <a:pt x="2" y="4"/>
                  </a:moveTo>
                  <a:cubicBezTo>
                    <a:pt x="2" y="4"/>
                    <a:pt x="2" y="4"/>
                    <a:pt x="1" y="3"/>
                  </a:cubicBezTo>
                  <a:cubicBezTo>
                    <a:pt x="1" y="3"/>
                    <a:pt x="1" y="2"/>
                    <a:pt x="1" y="1"/>
                  </a:cubicBezTo>
                  <a:cubicBezTo>
                    <a:pt x="1" y="1"/>
                    <a:pt x="1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2"/>
                    <a:pt x="3" y="3"/>
                    <a:pt x="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7" name="Freeform 284"/>
            <p:cNvSpPr>
              <a:spLocks noEditPoints="1"/>
            </p:cNvSpPr>
            <p:nvPr userDrawn="1"/>
          </p:nvSpPr>
          <p:spPr bwMode="auto">
            <a:xfrm>
              <a:off x="11798300" y="4778375"/>
              <a:ext cx="20638" cy="34925"/>
            </a:xfrm>
            <a:custGeom>
              <a:avLst/>
              <a:gdLst>
                <a:gd name="T0" fmla="*/ 0 w 3"/>
                <a:gd name="T1" fmla="*/ 3 h 5"/>
                <a:gd name="T2" fmla="*/ 1 w 3"/>
                <a:gd name="T3" fmla="*/ 5 h 5"/>
                <a:gd name="T4" fmla="*/ 2 w 3"/>
                <a:gd name="T5" fmla="*/ 5 h 5"/>
                <a:gd name="T6" fmla="*/ 3 w 3"/>
                <a:gd name="T7" fmla="*/ 4 h 5"/>
                <a:gd name="T8" fmla="*/ 3 w 3"/>
                <a:gd name="T9" fmla="*/ 1 h 5"/>
                <a:gd name="T10" fmla="*/ 1 w 3"/>
                <a:gd name="T11" fmla="*/ 0 h 5"/>
                <a:gd name="T12" fmla="*/ 0 w 3"/>
                <a:gd name="T13" fmla="*/ 3 h 5"/>
                <a:gd name="T14" fmla="*/ 2 w 3"/>
                <a:gd name="T15" fmla="*/ 1 h 5"/>
                <a:gd name="T16" fmla="*/ 2 w 3"/>
                <a:gd name="T17" fmla="*/ 2 h 5"/>
                <a:gd name="T18" fmla="*/ 2 w 3"/>
                <a:gd name="T19" fmla="*/ 4 h 5"/>
                <a:gd name="T20" fmla="*/ 2 w 3"/>
                <a:gd name="T21" fmla="*/ 4 h 5"/>
                <a:gd name="T22" fmla="*/ 1 w 3"/>
                <a:gd name="T23" fmla="*/ 4 h 5"/>
                <a:gd name="T24" fmla="*/ 1 w 3"/>
                <a:gd name="T25" fmla="*/ 3 h 5"/>
                <a:gd name="T26" fmla="*/ 1 w 3"/>
                <a:gd name="T27" fmla="*/ 1 h 5"/>
                <a:gd name="T28" fmla="*/ 2 w 3"/>
                <a:gd name="T29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" h="5">
                  <a:moveTo>
                    <a:pt x="0" y="3"/>
                  </a:moveTo>
                  <a:cubicBezTo>
                    <a:pt x="0" y="4"/>
                    <a:pt x="1" y="5"/>
                    <a:pt x="1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2" y="5"/>
                    <a:pt x="3" y="4"/>
                  </a:cubicBezTo>
                  <a:cubicBezTo>
                    <a:pt x="3" y="4"/>
                    <a:pt x="3" y="2"/>
                    <a:pt x="3" y="1"/>
                  </a:cubicBezTo>
                  <a:cubicBezTo>
                    <a:pt x="3" y="1"/>
                    <a:pt x="2" y="0"/>
                    <a:pt x="1" y="0"/>
                  </a:cubicBezTo>
                  <a:cubicBezTo>
                    <a:pt x="0" y="1"/>
                    <a:pt x="0" y="2"/>
                    <a:pt x="0" y="3"/>
                  </a:cubicBezTo>
                  <a:close/>
                  <a:moveTo>
                    <a:pt x="2" y="1"/>
                  </a:moveTo>
                  <a:cubicBezTo>
                    <a:pt x="2" y="1"/>
                    <a:pt x="2" y="1"/>
                    <a:pt x="2" y="2"/>
                  </a:cubicBezTo>
                  <a:cubicBezTo>
                    <a:pt x="2" y="2"/>
                    <a:pt x="2" y="3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1" y="4"/>
                    <a:pt x="1" y="4"/>
                  </a:cubicBezTo>
                  <a:cubicBezTo>
                    <a:pt x="1" y="4"/>
                    <a:pt x="1" y="3"/>
                    <a:pt x="1" y="3"/>
                  </a:cubicBezTo>
                  <a:cubicBezTo>
                    <a:pt x="1" y="2"/>
                    <a:pt x="1" y="1"/>
                    <a:pt x="1" y="1"/>
                  </a:cubicBezTo>
                  <a:cubicBezTo>
                    <a:pt x="1" y="1"/>
                    <a:pt x="1" y="1"/>
                    <a:pt x="2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8" name="Freeform 285"/>
            <p:cNvSpPr>
              <a:spLocks noEditPoints="1"/>
            </p:cNvSpPr>
            <p:nvPr userDrawn="1"/>
          </p:nvSpPr>
          <p:spPr bwMode="auto">
            <a:xfrm>
              <a:off x="10941050" y="4232275"/>
              <a:ext cx="1244600" cy="615950"/>
            </a:xfrm>
            <a:custGeom>
              <a:avLst/>
              <a:gdLst>
                <a:gd name="T0" fmla="*/ 175 w 180"/>
                <a:gd name="T1" fmla="*/ 84 h 88"/>
                <a:gd name="T2" fmla="*/ 168 w 180"/>
                <a:gd name="T3" fmla="*/ 84 h 88"/>
                <a:gd name="T4" fmla="*/ 168 w 180"/>
                <a:gd name="T5" fmla="*/ 3 h 88"/>
                <a:gd name="T6" fmla="*/ 165 w 180"/>
                <a:gd name="T7" fmla="*/ 0 h 88"/>
                <a:gd name="T8" fmla="*/ 56 w 180"/>
                <a:gd name="T9" fmla="*/ 0 h 88"/>
                <a:gd name="T10" fmla="*/ 52 w 180"/>
                <a:gd name="T11" fmla="*/ 5 h 88"/>
                <a:gd name="T12" fmla="*/ 52 w 180"/>
                <a:gd name="T13" fmla="*/ 42 h 88"/>
                <a:gd name="T14" fmla="*/ 125 w 180"/>
                <a:gd name="T15" fmla="*/ 43 h 88"/>
                <a:gd name="T16" fmla="*/ 127 w 180"/>
                <a:gd name="T17" fmla="*/ 65 h 88"/>
                <a:gd name="T18" fmla="*/ 165 w 180"/>
                <a:gd name="T19" fmla="*/ 66 h 88"/>
                <a:gd name="T20" fmla="*/ 107 w 180"/>
                <a:gd name="T21" fmla="*/ 85 h 88"/>
                <a:gd name="T22" fmla="*/ 126 w 180"/>
                <a:gd name="T23" fmla="*/ 66 h 88"/>
                <a:gd name="T24" fmla="*/ 126 w 180"/>
                <a:gd name="T25" fmla="*/ 45 h 88"/>
                <a:gd name="T26" fmla="*/ 21 w 180"/>
                <a:gd name="T27" fmla="*/ 43 h 88"/>
                <a:gd name="T28" fmla="*/ 17 w 180"/>
                <a:gd name="T29" fmla="*/ 44 h 88"/>
                <a:gd name="T30" fmla="*/ 16 w 180"/>
                <a:gd name="T31" fmla="*/ 49 h 88"/>
                <a:gd name="T32" fmla="*/ 15 w 180"/>
                <a:gd name="T33" fmla="*/ 65 h 88"/>
                <a:gd name="T34" fmla="*/ 13 w 180"/>
                <a:gd name="T35" fmla="*/ 64 h 88"/>
                <a:gd name="T36" fmla="*/ 10 w 180"/>
                <a:gd name="T37" fmla="*/ 62 h 88"/>
                <a:gd name="T38" fmla="*/ 6 w 180"/>
                <a:gd name="T39" fmla="*/ 62 h 88"/>
                <a:gd name="T40" fmla="*/ 5 w 180"/>
                <a:gd name="T41" fmla="*/ 68 h 88"/>
                <a:gd name="T42" fmla="*/ 5 w 180"/>
                <a:gd name="T43" fmla="*/ 84 h 88"/>
                <a:gd name="T44" fmla="*/ 0 w 180"/>
                <a:gd name="T45" fmla="*/ 86 h 88"/>
                <a:gd name="T46" fmla="*/ 3 w 180"/>
                <a:gd name="T47" fmla="*/ 88 h 88"/>
                <a:gd name="T48" fmla="*/ 6 w 180"/>
                <a:gd name="T49" fmla="*/ 88 h 88"/>
                <a:gd name="T50" fmla="*/ 172 w 180"/>
                <a:gd name="T51" fmla="*/ 88 h 88"/>
                <a:gd name="T52" fmla="*/ 180 w 180"/>
                <a:gd name="T53" fmla="*/ 87 h 88"/>
                <a:gd name="T54" fmla="*/ 178 w 180"/>
                <a:gd name="T55" fmla="*/ 87 h 88"/>
                <a:gd name="T56" fmla="*/ 169 w 180"/>
                <a:gd name="T57" fmla="*/ 87 h 88"/>
                <a:gd name="T58" fmla="*/ 5 w 180"/>
                <a:gd name="T59" fmla="*/ 87 h 88"/>
                <a:gd name="T60" fmla="*/ 1 w 180"/>
                <a:gd name="T61" fmla="*/ 86 h 88"/>
                <a:gd name="T62" fmla="*/ 4 w 180"/>
                <a:gd name="T63" fmla="*/ 85 h 88"/>
                <a:gd name="T64" fmla="*/ 6 w 180"/>
                <a:gd name="T65" fmla="*/ 85 h 88"/>
                <a:gd name="T66" fmla="*/ 6 w 180"/>
                <a:gd name="T67" fmla="*/ 68 h 88"/>
                <a:gd name="T68" fmla="*/ 7 w 180"/>
                <a:gd name="T69" fmla="*/ 63 h 88"/>
                <a:gd name="T70" fmla="*/ 10 w 180"/>
                <a:gd name="T71" fmla="*/ 63 h 88"/>
                <a:gd name="T72" fmla="*/ 12 w 180"/>
                <a:gd name="T73" fmla="*/ 64 h 88"/>
                <a:gd name="T74" fmla="*/ 13 w 180"/>
                <a:gd name="T75" fmla="*/ 66 h 88"/>
                <a:gd name="T76" fmla="*/ 17 w 180"/>
                <a:gd name="T77" fmla="*/ 66 h 88"/>
                <a:gd name="T78" fmla="*/ 17 w 180"/>
                <a:gd name="T79" fmla="*/ 66 h 88"/>
                <a:gd name="T80" fmla="*/ 17 w 180"/>
                <a:gd name="T81" fmla="*/ 48 h 88"/>
                <a:gd name="T82" fmla="*/ 20 w 180"/>
                <a:gd name="T83" fmla="*/ 44 h 88"/>
                <a:gd name="T84" fmla="*/ 125 w 180"/>
                <a:gd name="T85" fmla="*/ 44 h 88"/>
                <a:gd name="T86" fmla="*/ 126 w 180"/>
                <a:gd name="T87" fmla="*/ 65 h 88"/>
                <a:gd name="T88" fmla="*/ 106 w 180"/>
                <a:gd name="T89" fmla="*/ 66 h 88"/>
                <a:gd name="T90" fmla="*/ 107 w 180"/>
                <a:gd name="T91" fmla="*/ 85 h 88"/>
                <a:gd name="T92" fmla="*/ 166 w 180"/>
                <a:gd name="T93" fmla="*/ 85 h 88"/>
                <a:gd name="T94" fmla="*/ 166 w 180"/>
                <a:gd name="T95" fmla="*/ 65 h 88"/>
                <a:gd name="T96" fmla="*/ 128 w 180"/>
                <a:gd name="T97" fmla="*/ 45 h 88"/>
                <a:gd name="T98" fmla="*/ 53 w 180"/>
                <a:gd name="T99" fmla="*/ 42 h 88"/>
                <a:gd name="T100" fmla="*/ 53 w 180"/>
                <a:gd name="T101" fmla="*/ 5 h 88"/>
                <a:gd name="T102" fmla="*/ 56 w 180"/>
                <a:gd name="T103" fmla="*/ 1 h 88"/>
                <a:gd name="T104" fmla="*/ 165 w 180"/>
                <a:gd name="T105" fmla="*/ 1 h 88"/>
                <a:gd name="T106" fmla="*/ 167 w 180"/>
                <a:gd name="T107" fmla="*/ 3 h 88"/>
                <a:gd name="T108" fmla="*/ 167 w 180"/>
                <a:gd name="T109" fmla="*/ 85 h 88"/>
                <a:gd name="T110" fmla="*/ 174 w 180"/>
                <a:gd name="T111" fmla="*/ 85 h 88"/>
                <a:gd name="T112" fmla="*/ 179 w 180"/>
                <a:gd name="T113" fmla="*/ 86 h 88"/>
                <a:gd name="T114" fmla="*/ 178 w 180"/>
                <a:gd name="T115" fmla="*/ 87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80" h="88">
                  <a:moveTo>
                    <a:pt x="180" y="85"/>
                  </a:moveTo>
                  <a:cubicBezTo>
                    <a:pt x="179" y="84"/>
                    <a:pt x="177" y="84"/>
                    <a:pt x="175" y="84"/>
                  </a:cubicBezTo>
                  <a:cubicBezTo>
                    <a:pt x="175" y="84"/>
                    <a:pt x="175" y="84"/>
                    <a:pt x="174" y="84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8" y="80"/>
                    <a:pt x="168" y="73"/>
                    <a:pt x="168" y="64"/>
                  </a:cubicBezTo>
                  <a:cubicBezTo>
                    <a:pt x="168" y="40"/>
                    <a:pt x="168" y="4"/>
                    <a:pt x="168" y="3"/>
                  </a:cubicBezTo>
                  <a:cubicBezTo>
                    <a:pt x="168" y="3"/>
                    <a:pt x="168" y="2"/>
                    <a:pt x="167" y="1"/>
                  </a:cubicBezTo>
                  <a:cubicBezTo>
                    <a:pt x="167" y="0"/>
                    <a:pt x="166" y="0"/>
                    <a:pt x="165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57" y="0"/>
                    <a:pt x="56" y="0"/>
                    <a:pt x="56" y="0"/>
                  </a:cubicBezTo>
                  <a:cubicBezTo>
                    <a:pt x="55" y="0"/>
                    <a:pt x="54" y="0"/>
                    <a:pt x="53" y="0"/>
                  </a:cubicBezTo>
                  <a:cubicBezTo>
                    <a:pt x="52" y="0"/>
                    <a:pt x="52" y="3"/>
                    <a:pt x="52" y="5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2" y="42"/>
                    <a:pt x="52" y="42"/>
                    <a:pt x="52" y="42"/>
                  </a:cubicBezTo>
                  <a:cubicBezTo>
                    <a:pt x="52" y="43"/>
                    <a:pt x="52" y="43"/>
                    <a:pt x="52" y="43"/>
                  </a:cubicBezTo>
                  <a:cubicBezTo>
                    <a:pt x="125" y="43"/>
                    <a:pt x="125" y="43"/>
                    <a:pt x="125" y="43"/>
                  </a:cubicBezTo>
                  <a:cubicBezTo>
                    <a:pt x="126" y="43"/>
                    <a:pt x="127" y="44"/>
                    <a:pt x="127" y="45"/>
                  </a:cubicBezTo>
                  <a:cubicBezTo>
                    <a:pt x="127" y="65"/>
                    <a:pt x="127" y="65"/>
                    <a:pt x="127" y="65"/>
                  </a:cubicBezTo>
                  <a:cubicBezTo>
                    <a:pt x="127" y="66"/>
                    <a:pt x="127" y="66"/>
                    <a:pt x="127" y="66"/>
                  </a:cubicBezTo>
                  <a:cubicBezTo>
                    <a:pt x="165" y="66"/>
                    <a:pt x="165" y="66"/>
                    <a:pt x="165" y="66"/>
                  </a:cubicBezTo>
                  <a:cubicBezTo>
                    <a:pt x="165" y="85"/>
                    <a:pt x="165" y="85"/>
                    <a:pt x="165" y="85"/>
                  </a:cubicBezTo>
                  <a:cubicBezTo>
                    <a:pt x="107" y="85"/>
                    <a:pt x="107" y="85"/>
                    <a:pt x="107" y="85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26" y="66"/>
                    <a:pt x="126" y="66"/>
                    <a:pt x="126" y="66"/>
                  </a:cubicBezTo>
                  <a:cubicBezTo>
                    <a:pt x="126" y="66"/>
                    <a:pt x="126" y="66"/>
                    <a:pt x="126" y="6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4"/>
                    <a:pt x="126" y="43"/>
                    <a:pt x="125" y="43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3"/>
                    <a:pt x="21" y="43"/>
                    <a:pt x="20" y="43"/>
                  </a:cubicBezTo>
                  <a:cubicBezTo>
                    <a:pt x="19" y="43"/>
                    <a:pt x="18" y="43"/>
                    <a:pt x="17" y="44"/>
                  </a:cubicBezTo>
                  <a:cubicBezTo>
                    <a:pt x="16" y="44"/>
                    <a:pt x="16" y="46"/>
                    <a:pt x="16" y="48"/>
                  </a:cubicBezTo>
                  <a:cubicBezTo>
                    <a:pt x="16" y="48"/>
                    <a:pt x="16" y="49"/>
                    <a:pt x="16" y="49"/>
                  </a:cubicBezTo>
                  <a:cubicBezTo>
                    <a:pt x="16" y="65"/>
                    <a:pt x="16" y="65"/>
                    <a:pt x="16" y="65"/>
                  </a:cubicBezTo>
                  <a:cubicBezTo>
                    <a:pt x="16" y="65"/>
                    <a:pt x="16" y="65"/>
                    <a:pt x="15" y="65"/>
                  </a:cubicBezTo>
                  <a:cubicBezTo>
                    <a:pt x="15" y="65"/>
                    <a:pt x="14" y="65"/>
                    <a:pt x="13" y="65"/>
                  </a:cubicBezTo>
                  <a:cubicBezTo>
                    <a:pt x="13" y="65"/>
                    <a:pt x="13" y="65"/>
                    <a:pt x="13" y="64"/>
                  </a:cubicBezTo>
                  <a:cubicBezTo>
                    <a:pt x="13" y="64"/>
                    <a:pt x="13" y="63"/>
                    <a:pt x="13" y="62"/>
                  </a:cubicBezTo>
                  <a:cubicBezTo>
                    <a:pt x="12" y="62"/>
                    <a:pt x="11" y="62"/>
                    <a:pt x="10" y="62"/>
                  </a:cubicBezTo>
                  <a:cubicBezTo>
                    <a:pt x="10" y="62"/>
                    <a:pt x="9" y="62"/>
                    <a:pt x="9" y="62"/>
                  </a:cubicBezTo>
                  <a:cubicBezTo>
                    <a:pt x="8" y="62"/>
                    <a:pt x="7" y="62"/>
                    <a:pt x="6" y="62"/>
                  </a:cubicBezTo>
                  <a:cubicBezTo>
                    <a:pt x="5" y="63"/>
                    <a:pt x="5" y="64"/>
                    <a:pt x="5" y="66"/>
                  </a:cubicBezTo>
                  <a:cubicBezTo>
                    <a:pt x="5" y="67"/>
                    <a:pt x="5" y="67"/>
                    <a:pt x="5" y="68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5" y="76"/>
                    <a:pt x="5" y="81"/>
                    <a:pt x="5" y="84"/>
                  </a:cubicBezTo>
                  <a:cubicBezTo>
                    <a:pt x="5" y="84"/>
                    <a:pt x="5" y="84"/>
                    <a:pt x="4" y="84"/>
                  </a:cubicBezTo>
                  <a:cubicBezTo>
                    <a:pt x="3" y="84"/>
                    <a:pt x="0" y="84"/>
                    <a:pt x="0" y="86"/>
                  </a:cubicBezTo>
                  <a:cubicBezTo>
                    <a:pt x="0" y="87"/>
                    <a:pt x="0" y="87"/>
                    <a:pt x="1" y="87"/>
                  </a:cubicBezTo>
                  <a:cubicBezTo>
                    <a:pt x="1" y="88"/>
                    <a:pt x="2" y="88"/>
                    <a:pt x="3" y="88"/>
                  </a:cubicBezTo>
                  <a:cubicBezTo>
                    <a:pt x="4" y="88"/>
                    <a:pt x="4" y="88"/>
                    <a:pt x="5" y="88"/>
                  </a:cubicBezTo>
                  <a:cubicBezTo>
                    <a:pt x="5" y="88"/>
                    <a:pt x="6" y="88"/>
                    <a:pt x="6" y="88"/>
                  </a:cubicBezTo>
                  <a:cubicBezTo>
                    <a:pt x="169" y="88"/>
                    <a:pt x="169" y="88"/>
                    <a:pt x="169" y="88"/>
                  </a:cubicBezTo>
                  <a:cubicBezTo>
                    <a:pt x="170" y="88"/>
                    <a:pt x="171" y="88"/>
                    <a:pt x="172" y="88"/>
                  </a:cubicBezTo>
                  <a:cubicBezTo>
                    <a:pt x="174" y="88"/>
                    <a:pt x="176" y="88"/>
                    <a:pt x="178" y="88"/>
                  </a:cubicBezTo>
                  <a:cubicBezTo>
                    <a:pt x="180" y="88"/>
                    <a:pt x="180" y="87"/>
                    <a:pt x="180" y="87"/>
                  </a:cubicBezTo>
                  <a:cubicBezTo>
                    <a:pt x="180" y="86"/>
                    <a:pt x="180" y="85"/>
                    <a:pt x="180" y="85"/>
                  </a:cubicBezTo>
                  <a:close/>
                  <a:moveTo>
                    <a:pt x="178" y="87"/>
                  </a:moveTo>
                  <a:cubicBezTo>
                    <a:pt x="176" y="87"/>
                    <a:pt x="174" y="87"/>
                    <a:pt x="172" y="87"/>
                  </a:cubicBezTo>
                  <a:cubicBezTo>
                    <a:pt x="171" y="87"/>
                    <a:pt x="170" y="87"/>
                    <a:pt x="169" y="87"/>
                  </a:cubicBezTo>
                  <a:cubicBezTo>
                    <a:pt x="6" y="87"/>
                    <a:pt x="6" y="87"/>
                    <a:pt x="6" y="87"/>
                  </a:cubicBezTo>
                  <a:cubicBezTo>
                    <a:pt x="6" y="87"/>
                    <a:pt x="5" y="87"/>
                    <a:pt x="5" y="87"/>
                  </a:cubicBezTo>
                  <a:cubicBezTo>
                    <a:pt x="3" y="87"/>
                    <a:pt x="2" y="87"/>
                    <a:pt x="1" y="87"/>
                  </a:cubicBezTo>
                  <a:cubicBezTo>
                    <a:pt x="1" y="87"/>
                    <a:pt x="1" y="87"/>
                    <a:pt x="1" y="86"/>
                  </a:cubicBezTo>
                  <a:cubicBezTo>
                    <a:pt x="1" y="85"/>
                    <a:pt x="2" y="85"/>
                    <a:pt x="3" y="85"/>
                  </a:cubicBezTo>
                  <a:cubicBezTo>
                    <a:pt x="3" y="85"/>
                    <a:pt x="4" y="85"/>
                    <a:pt x="4" y="85"/>
                  </a:cubicBezTo>
                  <a:cubicBezTo>
                    <a:pt x="5" y="85"/>
                    <a:pt x="5" y="85"/>
                    <a:pt x="6" y="85"/>
                  </a:cubicBezTo>
                  <a:cubicBezTo>
                    <a:pt x="6" y="85"/>
                    <a:pt x="6" y="85"/>
                    <a:pt x="6" y="85"/>
                  </a:cubicBezTo>
                  <a:cubicBezTo>
                    <a:pt x="6" y="81"/>
                    <a:pt x="6" y="76"/>
                    <a:pt x="6" y="72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7"/>
                    <a:pt x="6" y="67"/>
                    <a:pt x="6" y="66"/>
                  </a:cubicBezTo>
                  <a:cubicBezTo>
                    <a:pt x="6" y="65"/>
                    <a:pt x="6" y="63"/>
                    <a:pt x="7" y="63"/>
                  </a:cubicBezTo>
                  <a:cubicBezTo>
                    <a:pt x="7" y="62"/>
                    <a:pt x="8" y="63"/>
                    <a:pt x="9" y="63"/>
                  </a:cubicBezTo>
                  <a:cubicBezTo>
                    <a:pt x="9" y="63"/>
                    <a:pt x="10" y="63"/>
                    <a:pt x="10" y="63"/>
                  </a:cubicBezTo>
                  <a:cubicBezTo>
                    <a:pt x="11" y="62"/>
                    <a:pt x="12" y="62"/>
                    <a:pt x="12" y="63"/>
                  </a:cubicBezTo>
                  <a:cubicBezTo>
                    <a:pt x="12" y="63"/>
                    <a:pt x="12" y="64"/>
                    <a:pt x="12" y="64"/>
                  </a:cubicBezTo>
                  <a:cubicBezTo>
                    <a:pt x="12" y="65"/>
                    <a:pt x="12" y="65"/>
                    <a:pt x="12" y="66"/>
                  </a:cubicBezTo>
                  <a:cubicBezTo>
                    <a:pt x="12" y="66"/>
                    <a:pt x="12" y="66"/>
                    <a:pt x="13" y="66"/>
                  </a:cubicBezTo>
                  <a:cubicBezTo>
                    <a:pt x="13" y="66"/>
                    <a:pt x="14" y="66"/>
                    <a:pt x="15" y="66"/>
                  </a:cubicBezTo>
                  <a:cubicBezTo>
                    <a:pt x="16" y="66"/>
                    <a:pt x="16" y="66"/>
                    <a:pt x="17" y="66"/>
                  </a:cubicBezTo>
                  <a:cubicBezTo>
                    <a:pt x="17" y="66"/>
                    <a:pt x="17" y="66"/>
                    <a:pt x="17" y="66"/>
                  </a:cubicBezTo>
                  <a:cubicBezTo>
                    <a:pt x="17" y="66"/>
                    <a:pt x="17" y="66"/>
                    <a:pt x="17" y="66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7" y="49"/>
                    <a:pt x="17" y="48"/>
                    <a:pt x="17" y="48"/>
                  </a:cubicBezTo>
                  <a:cubicBezTo>
                    <a:pt x="17" y="47"/>
                    <a:pt x="17" y="45"/>
                    <a:pt x="18" y="44"/>
                  </a:cubicBezTo>
                  <a:cubicBezTo>
                    <a:pt x="18" y="44"/>
                    <a:pt x="19" y="44"/>
                    <a:pt x="20" y="44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125" y="44"/>
                    <a:pt x="125" y="44"/>
                    <a:pt x="125" y="44"/>
                  </a:cubicBezTo>
                  <a:cubicBezTo>
                    <a:pt x="125" y="44"/>
                    <a:pt x="126" y="44"/>
                    <a:pt x="126" y="45"/>
                  </a:cubicBezTo>
                  <a:cubicBezTo>
                    <a:pt x="126" y="65"/>
                    <a:pt x="126" y="65"/>
                    <a:pt x="126" y="65"/>
                  </a:cubicBezTo>
                  <a:cubicBezTo>
                    <a:pt x="107" y="65"/>
                    <a:pt x="107" y="65"/>
                    <a:pt x="107" y="65"/>
                  </a:cubicBezTo>
                  <a:cubicBezTo>
                    <a:pt x="107" y="65"/>
                    <a:pt x="106" y="65"/>
                    <a:pt x="106" y="66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06" y="85"/>
                    <a:pt x="107" y="85"/>
                    <a:pt x="107" y="85"/>
                  </a:cubicBezTo>
                  <a:cubicBezTo>
                    <a:pt x="166" y="85"/>
                    <a:pt x="166" y="85"/>
                    <a:pt x="166" y="85"/>
                  </a:cubicBezTo>
                  <a:cubicBezTo>
                    <a:pt x="166" y="85"/>
                    <a:pt x="166" y="85"/>
                    <a:pt x="166" y="85"/>
                  </a:cubicBezTo>
                  <a:cubicBezTo>
                    <a:pt x="166" y="65"/>
                    <a:pt x="166" y="65"/>
                    <a:pt x="166" y="65"/>
                  </a:cubicBezTo>
                  <a:cubicBezTo>
                    <a:pt x="166" y="65"/>
                    <a:pt x="166" y="65"/>
                    <a:pt x="166" y="65"/>
                  </a:cubicBezTo>
                  <a:cubicBezTo>
                    <a:pt x="128" y="65"/>
                    <a:pt x="128" y="65"/>
                    <a:pt x="128" y="65"/>
                  </a:cubicBezTo>
                  <a:cubicBezTo>
                    <a:pt x="128" y="45"/>
                    <a:pt x="128" y="45"/>
                    <a:pt x="128" y="45"/>
                  </a:cubicBezTo>
                  <a:cubicBezTo>
                    <a:pt x="128" y="43"/>
                    <a:pt x="126" y="42"/>
                    <a:pt x="125" y="42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3" y="6"/>
                    <a:pt x="53" y="6"/>
                    <a:pt x="53" y="5"/>
                  </a:cubicBezTo>
                  <a:cubicBezTo>
                    <a:pt x="53" y="3"/>
                    <a:pt x="53" y="1"/>
                    <a:pt x="54" y="1"/>
                  </a:cubicBezTo>
                  <a:cubicBezTo>
                    <a:pt x="54" y="1"/>
                    <a:pt x="55" y="1"/>
                    <a:pt x="56" y="1"/>
                  </a:cubicBezTo>
                  <a:cubicBezTo>
                    <a:pt x="56" y="1"/>
                    <a:pt x="57" y="1"/>
                    <a:pt x="57" y="1"/>
                  </a:cubicBezTo>
                  <a:cubicBezTo>
                    <a:pt x="165" y="1"/>
                    <a:pt x="165" y="1"/>
                    <a:pt x="165" y="1"/>
                  </a:cubicBezTo>
                  <a:cubicBezTo>
                    <a:pt x="166" y="1"/>
                    <a:pt x="166" y="1"/>
                    <a:pt x="167" y="2"/>
                  </a:cubicBezTo>
                  <a:cubicBezTo>
                    <a:pt x="167" y="2"/>
                    <a:pt x="167" y="3"/>
                    <a:pt x="167" y="3"/>
                  </a:cubicBezTo>
                  <a:cubicBezTo>
                    <a:pt x="167" y="4"/>
                    <a:pt x="167" y="31"/>
                    <a:pt x="167" y="64"/>
                  </a:cubicBezTo>
                  <a:cubicBezTo>
                    <a:pt x="167" y="73"/>
                    <a:pt x="167" y="81"/>
                    <a:pt x="167" y="85"/>
                  </a:cubicBezTo>
                  <a:cubicBezTo>
                    <a:pt x="167" y="85"/>
                    <a:pt x="167" y="85"/>
                    <a:pt x="168" y="85"/>
                  </a:cubicBezTo>
                  <a:cubicBezTo>
                    <a:pt x="174" y="85"/>
                    <a:pt x="174" y="85"/>
                    <a:pt x="174" y="85"/>
                  </a:cubicBezTo>
                  <a:cubicBezTo>
                    <a:pt x="175" y="85"/>
                    <a:pt x="175" y="85"/>
                    <a:pt x="175" y="85"/>
                  </a:cubicBezTo>
                  <a:cubicBezTo>
                    <a:pt x="177" y="85"/>
                    <a:pt x="178" y="85"/>
                    <a:pt x="179" y="86"/>
                  </a:cubicBezTo>
                  <a:cubicBezTo>
                    <a:pt x="179" y="86"/>
                    <a:pt x="179" y="86"/>
                    <a:pt x="179" y="86"/>
                  </a:cubicBezTo>
                  <a:cubicBezTo>
                    <a:pt x="179" y="87"/>
                    <a:pt x="179" y="87"/>
                    <a:pt x="178" y="8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9" name="Freeform 286"/>
            <p:cNvSpPr>
              <a:spLocks noEditPoints="1"/>
            </p:cNvSpPr>
            <p:nvPr userDrawn="1"/>
          </p:nvSpPr>
          <p:spPr bwMode="auto">
            <a:xfrm>
              <a:off x="11915775" y="4275138"/>
              <a:ext cx="14288" cy="160338"/>
            </a:xfrm>
            <a:custGeom>
              <a:avLst/>
              <a:gdLst>
                <a:gd name="T0" fmla="*/ 1 w 2"/>
                <a:gd name="T1" fmla="*/ 23 h 23"/>
                <a:gd name="T2" fmla="*/ 2 w 2"/>
                <a:gd name="T3" fmla="*/ 22 h 23"/>
                <a:gd name="T4" fmla="*/ 2 w 2"/>
                <a:gd name="T5" fmla="*/ 1 h 23"/>
                <a:gd name="T6" fmla="*/ 1 w 2"/>
                <a:gd name="T7" fmla="*/ 0 h 23"/>
                <a:gd name="T8" fmla="*/ 0 w 2"/>
                <a:gd name="T9" fmla="*/ 1 h 23"/>
                <a:gd name="T10" fmla="*/ 0 w 2"/>
                <a:gd name="T11" fmla="*/ 22 h 23"/>
                <a:gd name="T12" fmla="*/ 1 w 2"/>
                <a:gd name="T13" fmla="*/ 23 h 23"/>
                <a:gd name="T14" fmla="*/ 1 w 2"/>
                <a:gd name="T15" fmla="*/ 1 h 23"/>
                <a:gd name="T16" fmla="*/ 1 w 2"/>
                <a:gd name="T17" fmla="*/ 1 h 23"/>
                <a:gd name="T18" fmla="*/ 1 w 2"/>
                <a:gd name="T19" fmla="*/ 1 h 23"/>
                <a:gd name="T20" fmla="*/ 1 w 2"/>
                <a:gd name="T21" fmla="*/ 22 h 23"/>
                <a:gd name="T22" fmla="*/ 1 w 2"/>
                <a:gd name="T23" fmla="*/ 22 h 23"/>
                <a:gd name="T24" fmla="*/ 1 w 2"/>
                <a:gd name="T25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23">
                  <a:moveTo>
                    <a:pt x="1" y="23"/>
                  </a:moveTo>
                  <a:cubicBezTo>
                    <a:pt x="1" y="23"/>
                    <a:pt x="2" y="23"/>
                    <a:pt x="2" y="2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3"/>
                    <a:pt x="0" y="23"/>
                    <a:pt x="1" y="23"/>
                  </a:cubicBezTo>
                  <a:close/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22"/>
                    <a:pt x="1" y="22"/>
                    <a:pt x="1" y="22"/>
                  </a:cubicBezTo>
                  <a:cubicBezTo>
                    <a:pt x="1" y="22"/>
                    <a:pt x="1" y="22"/>
                    <a:pt x="1" y="22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0" name="Freeform 287"/>
            <p:cNvSpPr>
              <a:spLocks noEditPoints="1"/>
            </p:cNvSpPr>
            <p:nvPr userDrawn="1"/>
          </p:nvSpPr>
          <p:spPr bwMode="auto">
            <a:xfrm>
              <a:off x="11736388" y="4568825"/>
              <a:ext cx="12700" cy="90488"/>
            </a:xfrm>
            <a:custGeom>
              <a:avLst/>
              <a:gdLst>
                <a:gd name="T0" fmla="*/ 1 w 2"/>
                <a:gd name="T1" fmla="*/ 13 h 13"/>
                <a:gd name="T2" fmla="*/ 2 w 2"/>
                <a:gd name="T3" fmla="*/ 12 h 13"/>
                <a:gd name="T4" fmla="*/ 2 w 2"/>
                <a:gd name="T5" fmla="*/ 1 h 13"/>
                <a:gd name="T6" fmla="*/ 1 w 2"/>
                <a:gd name="T7" fmla="*/ 0 h 13"/>
                <a:gd name="T8" fmla="*/ 0 w 2"/>
                <a:gd name="T9" fmla="*/ 1 h 13"/>
                <a:gd name="T10" fmla="*/ 0 w 2"/>
                <a:gd name="T11" fmla="*/ 12 h 13"/>
                <a:gd name="T12" fmla="*/ 1 w 2"/>
                <a:gd name="T13" fmla="*/ 13 h 13"/>
                <a:gd name="T14" fmla="*/ 1 w 2"/>
                <a:gd name="T15" fmla="*/ 1 h 13"/>
                <a:gd name="T16" fmla="*/ 1 w 2"/>
                <a:gd name="T17" fmla="*/ 1 h 13"/>
                <a:gd name="T18" fmla="*/ 1 w 2"/>
                <a:gd name="T19" fmla="*/ 1 h 13"/>
                <a:gd name="T20" fmla="*/ 1 w 2"/>
                <a:gd name="T21" fmla="*/ 12 h 13"/>
                <a:gd name="T22" fmla="*/ 1 w 2"/>
                <a:gd name="T23" fmla="*/ 12 h 13"/>
                <a:gd name="T24" fmla="*/ 1 w 2"/>
                <a:gd name="T25" fmla="*/ 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13">
                  <a:moveTo>
                    <a:pt x="1" y="13"/>
                  </a:moveTo>
                  <a:cubicBezTo>
                    <a:pt x="2" y="13"/>
                    <a:pt x="2" y="13"/>
                    <a:pt x="2" y="1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3"/>
                    <a:pt x="0" y="13"/>
                    <a:pt x="1" y="13"/>
                  </a:cubicBezTo>
                  <a:close/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1" name="Freeform 288"/>
            <p:cNvSpPr>
              <a:spLocks noEditPoints="1"/>
            </p:cNvSpPr>
            <p:nvPr userDrawn="1"/>
          </p:nvSpPr>
          <p:spPr bwMode="auto">
            <a:xfrm>
              <a:off x="11845925" y="4476750"/>
              <a:ext cx="242888" cy="182563"/>
            </a:xfrm>
            <a:custGeom>
              <a:avLst/>
              <a:gdLst>
                <a:gd name="T0" fmla="*/ 35 w 35"/>
                <a:gd name="T1" fmla="*/ 0 h 26"/>
                <a:gd name="T2" fmla="*/ 0 w 35"/>
                <a:gd name="T3" fmla="*/ 0 h 26"/>
                <a:gd name="T4" fmla="*/ 0 w 35"/>
                <a:gd name="T5" fmla="*/ 1 h 26"/>
                <a:gd name="T6" fmla="*/ 0 w 35"/>
                <a:gd name="T7" fmla="*/ 25 h 26"/>
                <a:gd name="T8" fmla="*/ 0 w 35"/>
                <a:gd name="T9" fmla="*/ 26 h 26"/>
                <a:gd name="T10" fmla="*/ 35 w 35"/>
                <a:gd name="T11" fmla="*/ 26 h 26"/>
                <a:gd name="T12" fmla="*/ 35 w 35"/>
                <a:gd name="T13" fmla="*/ 25 h 26"/>
                <a:gd name="T14" fmla="*/ 35 w 35"/>
                <a:gd name="T15" fmla="*/ 1 h 26"/>
                <a:gd name="T16" fmla="*/ 35 w 35"/>
                <a:gd name="T17" fmla="*/ 0 h 26"/>
                <a:gd name="T18" fmla="*/ 34 w 35"/>
                <a:gd name="T19" fmla="*/ 25 h 26"/>
                <a:gd name="T20" fmla="*/ 1 w 35"/>
                <a:gd name="T21" fmla="*/ 25 h 26"/>
                <a:gd name="T22" fmla="*/ 1 w 35"/>
                <a:gd name="T23" fmla="*/ 1 h 26"/>
                <a:gd name="T24" fmla="*/ 34 w 35"/>
                <a:gd name="T25" fmla="*/ 1 h 26"/>
                <a:gd name="T26" fmla="*/ 34 w 35"/>
                <a:gd name="T27" fmla="*/ 25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5" h="26">
                  <a:moveTo>
                    <a:pt x="3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6"/>
                    <a:pt x="35" y="26"/>
                    <a:pt x="35" y="25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35" y="0"/>
                    <a:pt x="35" y="0"/>
                    <a:pt x="35" y="0"/>
                  </a:cubicBezTo>
                  <a:close/>
                  <a:moveTo>
                    <a:pt x="34" y="25"/>
                  </a:moveTo>
                  <a:cubicBezTo>
                    <a:pt x="1" y="25"/>
                    <a:pt x="1" y="25"/>
                    <a:pt x="1" y="25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34" y="1"/>
                    <a:pt x="34" y="1"/>
                    <a:pt x="34" y="1"/>
                  </a:cubicBezTo>
                  <a:lnTo>
                    <a:pt x="34" y="2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2" name="Freeform 289"/>
            <p:cNvSpPr>
              <a:spLocks noEditPoints="1"/>
            </p:cNvSpPr>
            <p:nvPr userDrawn="1"/>
          </p:nvSpPr>
          <p:spPr bwMode="auto">
            <a:xfrm>
              <a:off x="11804650" y="4275138"/>
              <a:ext cx="14288" cy="215900"/>
            </a:xfrm>
            <a:custGeom>
              <a:avLst/>
              <a:gdLst>
                <a:gd name="T0" fmla="*/ 1 w 2"/>
                <a:gd name="T1" fmla="*/ 0 h 31"/>
                <a:gd name="T2" fmla="*/ 0 w 2"/>
                <a:gd name="T3" fmla="*/ 2 h 31"/>
                <a:gd name="T4" fmla="*/ 0 w 2"/>
                <a:gd name="T5" fmla="*/ 30 h 31"/>
                <a:gd name="T6" fmla="*/ 1 w 2"/>
                <a:gd name="T7" fmla="*/ 31 h 31"/>
                <a:gd name="T8" fmla="*/ 2 w 2"/>
                <a:gd name="T9" fmla="*/ 30 h 31"/>
                <a:gd name="T10" fmla="*/ 2 w 2"/>
                <a:gd name="T11" fmla="*/ 2 h 31"/>
                <a:gd name="T12" fmla="*/ 1 w 2"/>
                <a:gd name="T13" fmla="*/ 0 h 31"/>
                <a:gd name="T14" fmla="*/ 1 w 2"/>
                <a:gd name="T15" fmla="*/ 30 h 31"/>
                <a:gd name="T16" fmla="*/ 1 w 2"/>
                <a:gd name="T17" fmla="*/ 30 h 31"/>
                <a:gd name="T18" fmla="*/ 1 w 2"/>
                <a:gd name="T19" fmla="*/ 2 h 31"/>
                <a:gd name="T20" fmla="*/ 1 w 2"/>
                <a:gd name="T21" fmla="*/ 1 h 31"/>
                <a:gd name="T22" fmla="*/ 1 w 2"/>
                <a:gd name="T23" fmla="*/ 2 h 31"/>
                <a:gd name="T24" fmla="*/ 1 w 2"/>
                <a:gd name="T25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31">
                  <a:moveTo>
                    <a:pt x="1" y="0"/>
                  </a:moveTo>
                  <a:cubicBezTo>
                    <a:pt x="0" y="0"/>
                    <a:pt x="0" y="1"/>
                    <a:pt x="0" y="2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1"/>
                    <a:pt x="0" y="31"/>
                    <a:pt x="1" y="31"/>
                  </a:cubicBezTo>
                  <a:cubicBezTo>
                    <a:pt x="2" y="31"/>
                    <a:pt x="2" y="31"/>
                    <a:pt x="2" y="30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0"/>
                    <a:pt x="1" y="0"/>
                  </a:cubicBezTo>
                  <a:close/>
                  <a:moveTo>
                    <a:pt x="1" y="30"/>
                  </a:moveTo>
                  <a:cubicBezTo>
                    <a:pt x="1" y="30"/>
                    <a:pt x="1" y="30"/>
                    <a:pt x="1" y="3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2"/>
                  </a:cubicBezTo>
                  <a:lnTo>
                    <a:pt x="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3" name="Freeform 290"/>
            <p:cNvSpPr>
              <a:spLocks noEditPoints="1"/>
            </p:cNvSpPr>
            <p:nvPr userDrawn="1"/>
          </p:nvSpPr>
          <p:spPr bwMode="auto">
            <a:xfrm>
              <a:off x="11542713" y="4568825"/>
              <a:ext cx="20638" cy="133350"/>
            </a:xfrm>
            <a:custGeom>
              <a:avLst/>
              <a:gdLst>
                <a:gd name="T0" fmla="*/ 2 w 3"/>
                <a:gd name="T1" fmla="*/ 19 h 19"/>
                <a:gd name="T2" fmla="*/ 3 w 3"/>
                <a:gd name="T3" fmla="*/ 18 h 19"/>
                <a:gd name="T4" fmla="*/ 3 w 3"/>
                <a:gd name="T5" fmla="*/ 1 h 19"/>
                <a:gd name="T6" fmla="*/ 2 w 3"/>
                <a:gd name="T7" fmla="*/ 0 h 19"/>
                <a:gd name="T8" fmla="*/ 0 w 3"/>
                <a:gd name="T9" fmla="*/ 1 h 19"/>
                <a:gd name="T10" fmla="*/ 0 w 3"/>
                <a:gd name="T11" fmla="*/ 18 h 19"/>
                <a:gd name="T12" fmla="*/ 2 w 3"/>
                <a:gd name="T13" fmla="*/ 19 h 19"/>
                <a:gd name="T14" fmla="*/ 1 w 3"/>
                <a:gd name="T15" fmla="*/ 1 h 19"/>
                <a:gd name="T16" fmla="*/ 2 w 3"/>
                <a:gd name="T17" fmla="*/ 1 h 19"/>
                <a:gd name="T18" fmla="*/ 2 w 3"/>
                <a:gd name="T19" fmla="*/ 1 h 19"/>
                <a:gd name="T20" fmla="*/ 2 w 3"/>
                <a:gd name="T21" fmla="*/ 18 h 19"/>
                <a:gd name="T22" fmla="*/ 1 w 3"/>
                <a:gd name="T23" fmla="*/ 18 h 19"/>
                <a:gd name="T24" fmla="*/ 1 w 3"/>
                <a:gd name="T25" fmla="*/ 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" h="19">
                  <a:moveTo>
                    <a:pt x="2" y="19"/>
                  </a:moveTo>
                  <a:cubicBezTo>
                    <a:pt x="2" y="19"/>
                    <a:pt x="3" y="19"/>
                    <a:pt x="3" y="18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9"/>
                    <a:pt x="1" y="19"/>
                    <a:pt x="2" y="19"/>
                  </a:cubicBezTo>
                  <a:close/>
                  <a:moveTo>
                    <a:pt x="1" y="1"/>
                  </a:moveTo>
                  <a:cubicBezTo>
                    <a:pt x="1" y="1"/>
                    <a:pt x="1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2" y="18"/>
                    <a:pt x="1" y="18"/>
                    <a:pt x="1" y="18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4" name="Freeform 291"/>
            <p:cNvSpPr>
              <a:spLocks noEditPoints="1"/>
            </p:cNvSpPr>
            <p:nvPr userDrawn="1"/>
          </p:nvSpPr>
          <p:spPr bwMode="auto">
            <a:xfrm>
              <a:off x="11363325" y="4275138"/>
              <a:ext cx="12700" cy="215900"/>
            </a:xfrm>
            <a:custGeom>
              <a:avLst/>
              <a:gdLst>
                <a:gd name="T0" fmla="*/ 1 w 2"/>
                <a:gd name="T1" fmla="*/ 0 h 31"/>
                <a:gd name="T2" fmla="*/ 0 w 2"/>
                <a:gd name="T3" fmla="*/ 2 h 31"/>
                <a:gd name="T4" fmla="*/ 0 w 2"/>
                <a:gd name="T5" fmla="*/ 30 h 31"/>
                <a:gd name="T6" fmla="*/ 1 w 2"/>
                <a:gd name="T7" fmla="*/ 31 h 31"/>
                <a:gd name="T8" fmla="*/ 2 w 2"/>
                <a:gd name="T9" fmla="*/ 30 h 31"/>
                <a:gd name="T10" fmla="*/ 2 w 2"/>
                <a:gd name="T11" fmla="*/ 2 h 31"/>
                <a:gd name="T12" fmla="*/ 1 w 2"/>
                <a:gd name="T13" fmla="*/ 0 h 31"/>
                <a:gd name="T14" fmla="*/ 2 w 2"/>
                <a:gd name="T15" fmla="*/ 30 h 31"/>
                <a:gd name="T16" fmla="*/ 1 w 2"/>
                <a:gd name="T17" fmla="*/ 30 h 31"/>
                <a:gd name="T18" fmla="*/ 1 w 2"/>
                <a:gd name="T19" fmla="*/ 2 h 31"/>
                <a:gd name="T20" fmla="*/ 1 w 2"/>
                <a:gd name="T21" fmla="*/ 1 h 31"/>
                <a:gd name="T22" fmla="*/ 2 w 2"/>
                <a:gd name="T23" fmla="*/ 2 h 31"/>
                <a:gd name="T24" fmla="*/ 2 w 2"/>
                <a:gd name="T25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31">
                  <a:moveTo>
                    <a:pt x="1" y="0"/>
                  </a:moveTo>
                  <a:cubicBezTo>
                    <a:pt x="1" y="0"/>
                    <a:pt x="0" y="1"/>
                    <a:pt x="0" y="2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1"/>
                    <a:pt x="1" y="31"/>
                    <a:pt x="1" y="31"/>
                  </a:cubicBezTo>
                  <a:cubicBezTo>
                    <a:pt x="2" y="31"/>
                    <a:pt x="2" y="31"/>
                    <a:pt x="2" y="30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0"/>
                    <a:pt x="1" y="0"/>
                  </a:cubicBezTo>
                  <a:close/>
                  <a:moveTo>
                    <a:pt x="2" y="30"/>
                  </a:moveTo>
                  <a:cubicBezTo>
                    <a:pt x="2" y="30"/>
                    <a:pt x="1" y="30"/>
                    <a:pt x="1" y="3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2" y="1"/>
                    <a:pt x="2" y="2"/>
                  </a:cubicBezTo>
                  <a:lnTo>
                    <a:pt x="2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5" name="Freeform 292"/>
            <p:cNvSpPr>
              <a:spLocks noEditPoints="1"/>
            </p:cNvSpPr>
            <p:nvPr userDrawn="1"/>
          </p:nvSpPr>
          <p:spPr bwMode="auto">
            <a:xfrm>
              <a:off x="11425238" y="4589463"/>
              <a:ext cx="61913" cy="112713"/>
            </a:xfrm>
            <a:custGeom>
              <a:avLst/>
              <a:gdLst>
                <a:gd name="T0" fmla="*/ 1 w 9"/>
                <a:gd name="T1" fmla="*/ 16 h 16"/>
                <a:gd name="T2" fmla="*/ 8 w 9"/>
                <a:gd name="T3" fmla="*/ 16 h 16"/>
                <a:gd name="T4" fmla="*/ 9 w 9"/>
                <a:gd name="T5" fmla="*/ 15 h 16"/>
                <a:gd name="T6" fmla="*/ 9 w 9"/>
                <a:gd name="T7" fmla="*/ 1 h 16"/>
                <a:gd name="T8" fmla="*/ 8 w 9"/>
                <a:gd name="T9" fmla="*/ 0 h 16"/>
                <a:gd name="T10" fmla="*/ 1 w 9"/>
                <a:gd name="T11" fmla="*/ 0 h 16"/>
                <a:gd name="T12" fmla="*/ 0 w 9"/>
                <a:gd name="T13" fmla="*/ 1 h 16"/>
                <a:gd name="T14" fmla="*/ 0 w 9"/>
                <a:gd name="T15" fmla="*/ 15 h 16"/>
                <a:gd name="T16" fmla="*/ 1 w 9"/>
                <a:gd name="T17" fmla="*/ 16 h 16"/>
                <a:gd name="T18" fmla="*/ 1 w 9"/>
                <a:gd name="T19" fmla="*/ 1 h 16"/>
                <a:gd name="T20" fmla="*/ 8 w 9"/>
                <a:gd name="T21" fmla="*/ 1 h 16"/>
                <a:gd name="T22" fmla="*/ 8 w 9"/>
                <a:gd name="T23" fmla="*/ 15 h 16"/>
                <a:gd name="T24" fmla="*/ 1 w 9"/>
                <a:gd name="T25" fmla="*/ 15 h 16"/>
                <a:gd name="T26" fmla="*/ 1 w 9"/>
                <a:gd name="T27" fmla="*/ 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" h="16">
                  <a:moveTo>
                    <a:pt x="1" y="16"/>
                  </a:moveTo>
                  <a:cubicBezTo>
                    <a:pt x="8" y="16"/>
                    <a:pt x="8" y="16"/>
                    <a:pt x="8" y="16"/>
                  </a:cubicBezTo>
                  <a:cubicBezTo>
                    <a:pt x="8" y="16"/>
                    <a:pt x="9" y="15"/>
                    <a:pt x="9" y="15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8" y="0"/>
                    <a:pt x="8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5"/>
                    <a:pt x="0" y="16"/>
                    <a:pt x="1" y="16"/>
                  </a:cubicBezTo>
                  <a:close/>
                  <a:moveTo>
                    <a:pt x="1" y="1"/>
                  </a:moveTo>
                  <a:cubicBezTo>
                    <a:pt x="8" y="1"/>
                    <a:pt x="8" y="1"/>
                    <a:pt x="8" y="1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1" y="15"/>
                    <a:pt x="1" y="15"/>
                    <a:pt x="1" y="15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6" name="Freeform 293"/>
            <p:cNvSpPr>
              <a:spLocks noEditPoints="1"/>
            </p:cNvSpPr>
            <p:nvPr userDrawn="1"/>
          </p:nvSpPr>
          <p:spPr bwMode="auto">
            <a:xfrm>
              <a:off x="11695113" y="4275138"/>
              <a:ext cx="12700" cy="215900"/>
            </a:xfrm>
            <a:custGeom>
              <a:avLst/>
              <a:gdLst>
                <a:gd name="T0" fmla="*/ 1 w 2"/>
                <a:gd name="T1" fmla="*/ 0 h 31"/>
                <a:gd name="T2" fmla="*/ 0 w 2"/>
                <a:gd name="T3" fmla="*/ 2 h 31"/>
                <a:gd name="T4" fmla="*/ 0 w 2"/>
                <a:gd name="T5" fmla="*/ 30 h 31"/>
                <a:gd name="T6" fmla="*/ 1 w 2"/>
                <a:gd name="T7" fmla="*/ 31 h 31"/>
                <a:gd name="T8" fmla="*/ 2 w 2"/>
                <a:gd name="T9" fmla="*/ 30 h 31"/>
                <a:gd name="T10" fmla="*/ 2 w 2"/>
                <a:gd name="T11" fmla="*/ 2 h 31"/>
                <a:gd name="T12" fmla="*/ 1 w 2"/>
                <a:gd name="T13" fmla="*/ 0 h 31"/>
                <a:gd name="T14" fmla="*/ 1 w 2"/>
                <a:gd name="T15" fmla="*/ 30 h 31"/>
                <a:gd name="T16" fmla="*/ 1 w 2"/>
                <a:gd name="T17" fmla="*/ 30 h 31"/>
                <a:gd name="T18" fmla="*/ 1 w 2"/>
                <a:gd name="T19" fmla="*/ 2 h 31"/>
                <a:gd name="T20" fmla="*/ 1 w 2"/>
                <a:gd name="T21" fmla="*/ 1 h 31"/>
                <a:gd name="T22" fmla="*/ 1 w 2"/>
                <a:gd name="T23" fmla="*/ 2 h 31"/>
                <a:gd name="T24" fmla="*/ 1 w 2"/>
                <a:gd name="T25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31">
                  <a:moveTo>
                    <a:pt x="1" y="0"/>
                  </a:moveTo>
                  <a:cubicBezTo>
                    <a:pt x="0" y="0"/>
                    <a:pt x="0" y="1"/>
                    <a:pt x="0" y="2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1"/>
                    <a:pt x="0" y="31"/>
                    <a:pt x="1" y="31"/>
                  </a:cubicBezTo>
                  <a:cubicBezTo>
                    <a:pt x="2" y="31"/>
                    <a:pt x="2" y="31"/>
                    <a:pt x="2" y="30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0"/>
                    <a:pt x="1" y="0"/>
                  </a:cubicBezTo>
                  <a:close/>
                  <a:moveTo>
                    <a:pt x="1" y="30"/>
                  </a:moveTo>
                  <a:cubicBezTo>
                    <a:pt x="1" y="30"/>
                    <a:pt x="1" y="30"/>
                    <a:pt x="1" y="3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2"/>
                  </a:cubicBezTo>
                  <a:lnTo>
                    <a:pt x="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7" name="Freeform 294"/>
            <p:cNvSpPr>
              <a:spLocks noEditPoints="1"/>
            </p:cNvSpPr>
            <p:nvPr userDrawn="1"/>
          </p:nvSpPr>
          <p:spPr bwMode="auto">
            <a:xfrm>
              <a:off x="11583988" y="4275138"/>
              <a:ext cx="14288" cy="215900"/>
            </a:xfrm>
            <a:custGeom>
              <a:avLst/>
              <a:gdLst>
                <a:gd name="T0" fmla="*/ 1 w 2"/>
                <a:gd name="T1" fmla="*/ 0 h 31"/>
                <a:gd name="T2" fmla="*/ 0 w 2"/>
                <a:gd name="T3" fmla="*/ 2 h 31"/>
                <a:gd name="T4" fmla="*/ 0 w 2"/>
                <a:gd name="T5" fmla="*/ 30 h 31"/>
                <a:gd name="T6" fmla="*/ 1 w 2"/>
                <a:gd name="T7" fmla="*/ 31 h 31"/>
                <a:gd name="T8" fmla="*/ 2 w 2"/>
                <a:gd name="T9" fmla="*/ 30 h 31"/>
                <a:gd name="T10" fmla="*/ 2 w 2"/>
                <a:gd name="T11" fmla="*/ 2 h 31"/>
                <a:gd name="T12" fmla="*/ 1 w 2"/>
                <a:gd name="T13" fmla="*/ 0 h 31"/>
                <a:gd name="T14" fmla="*/ 1 w 2"/>
                <a:gd name="T15" fmla="*/ 30 h 31"/>
                <a:gd name="T16" fmla="*/ 1 w 2"/>
                <a:gd name="T17" fmla="*/ 30 h 31"/>
                <a:gd name="T18" fmla="*/ 1 w 2"/>
                <a:gd name="T19" fmla="*/ 2 h 31"/>
                <a:gd name="T20" fmla="*/ 1 w 2"/>
                <a:gd name="T21" fmla="*/ 1 h 31"/>
                <a:gd name="T22" fmla="*/ 1 w 2"/>
                <a:gd name="T23" fmla="*/ 2 h 31"/>
                <a:gd name="T24" fmla="*/ 1 w 2"/>
                <a:gd name="T25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31">
                  <a:moveTo>
                    <a:pt x="1" y="0"/>
                  </a:moveTo>
                  <a:cubicBezTo>
                    <a:pt x="1" y="0"/>
                    <a:pt x="0" y="1"/>
                    <a:pt x="0" y="2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1"/>
                    <a:pt x="1" y="31"/>
                    <a:pt x="1" y="31"/>
                  </a:cubicBezTo>
                  <a:cubicBezTo>
                    <a:pt x="2" y="31"/>
                    <a:pt x="2" y="31"/>
                    <a:pt x="2" y="30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0"/>
                    <a:pt x="1" y="0"/>
                  </a:cubicBezTo>
                  <a:close/>
                  <a:moveTo>
                    <a:pt x="1" y="30"/>
                  </a:moveTo>
                  <a:cubicBezTo>
                    <a:pt x="1" y="30"/>
                    <a:pt x="1" y="30"/>
                    <a:pt x="1" y="3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2"/>
                  </a:cubicBezTo>
                  <a:lnTo>
                    <a:pt x="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8" name="Freeform 295"/>
            <p:cNvSpPr>
              <a:spLocks noEditPoints="1"/>
            </p:cNvSpPr>
            <p:nvPr userDrawn="1"/>
          </p:nvSpPr>
          <p:spPr bwMode="auto">
            <a:xfrm>
              <a:off x="11472863" y="4275138"/>
              <a:ext cx="14288" cy="215900"/>
            </a:xfrm>
            <a:custGeom>
              <a:avLst/>
              <a:gdLst>
                <a:gd name="T0" fmla="*/ 1 w 2"/>
                <a:gd name="T1" fmla="*/ 0 h 31"/>
                <a:gd name="T2" fmla="*/ 0 w 2"/>
                <a:gd name="T3" fmla="*/ 2 h 31"/>
                <a:gd name="T4" fmla="*/ 0 w 2"/>
                <a:gd name="T5" fmla="*/ 30 h 31"/>
                <a:gd name="T6" fmla="*/ 1 w 2"/>
                <a:gd name="T7" fmla="*/ 31 h 31"/>
                <a:gd name="T8" fmla="*/ 2 w 2"/>
                <a:gd name="T9" fmla="*/ 30 h 31"/>
                <a:gd name="T10" fmla="*/ 2 w 2"/>
                <a:gd name="T11" fmla="*/ 2 h 31"/>
                <a:gd name="T12" fmla="*/ 1 w 2"/>
                <a:gd name="T13" fmla="*/ 0 h 31"/>
                <a:gd name="T14" fmla="*/ 1 w 2"/>
                <a:gd name="T15" fmla="*/ 30 h 31"/>
                <a:gd name="T16" fmla="*/ 1 w 2"/>
                <a:gd name="T17" fmla="*/ 30 h 31"/>
                <a:gd name="T18" fmla="*/ 1 w 2"/>
                <a:gd name="T19" fmla="*/ 2 h 31"/>
                <a:gd name="T20" fmla="*/ 1 w 2"/>
                <a:gd name="T21" fmla="*/ 1 h 31"/>
                <a:gd name="T22" fmla="*/ 1 w 2"/>
                <a:gd name="T23" fmla="*/ 2 h 31"/>
                <a:gd name="T24" fmla="*/ 1 w 2"/>
                <a:gd name="T25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31">
                  <a:moveTo>
                    <a:pt x="1" y="0"/>
                  </a:moveTo>
                  <a:cubicBezTo>
                    <a:pt x="1" y="0"/>
                    <a:pt x="0" y="1"/>
                    <a:pt x="0" y="2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1"/>
                    <a:pt x="1" y="31"/>
                    <a:pt x="1" y="31"/>
                  </a:cubicBezTo>
                  <a:cubicBezTo>
                    <a:pt x="2" y="31"/>
                    <a:pt x="2" y="31"/>
                    <a:pt x="2" y="30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0"/>
                    <a:pt x="1" y="0"/>
                  </a:cubicBezTo>
                  <a:close/>
                  <a:moveTo>
                    <a:pt x="1" y="30"/>
                  </a:moveTo>
                  <a:cubicBezTo>
                    <a:pt x="1" y="30"/>
                    <a:pt x="1" y="30"/>
                    <a:pt x="1" y="3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2"/>
                  </a:cubicBezTo>
                  <a:lnTo>
                    <a:pt x="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9" name="Freeform 296"/>
            <p:cNvSpPr>
              <a:spLocks noEditPoints="1"/>
            </p:cNvSpPr>
            <p:nvPr userDrawn="1"/>
          </p:nvSpPr>
          <p:spPr bwMode="auto">
            <a:xfrm>
              <a:off x="11064875" y="4799013"/>
              <a:ext cx="560388" cy="22225"/>
            </a:xfrm>
            <a:custGeom>
              <a:avLst/>
              <a:gdLst>
                <a:gd name="T0" fmla="*/ 80 w 81"/>
                <a:gd name="T1" fmla="*/ 0 h 3"/>
                <a:gd name="T2" fmla="*/ 1 w 81"/>
                <a:gd name="T3" fmla="*/ 0 h 3"/>
                <a:gd name="T4" fmla="*/ 0 w 81"/>
                <a:gd name="T5" fmla="*/ 0 h 3"/>
                <a:gd name="T6" fmla="*/ 0 w 81"/>
                <a:gd name="T7" fmla="*/ 3 h 3"/>
                <a:gd name="T8" fmla="*/ 1 w 81"/>
                <a:gd name="T9" fmla="*/ 3 h 3"/>
                <a:gd name="T10" fmla="*/ 80 w 81"/>
                <a:gd name="T11" fmla="*/ 3 h 3"/>
                <a:gd name="T12" fmla="*/ 81 w 81"/>
                <a:gd name="T13" fmla="*/ 3 h 3"/>
                <a:gd name="T14" fmla="*/ 81 w 81"/>
                <a:gd name="T15" fmla="*/ 0 h 3"/>
                <a:gd name="T16" fmla="*/ 80 w 81"/>
                <a:gd name="T17" fmla="*/ 0 h 3"/>
                <a:gd name="T18" fmla="*/ 80 w 81"/>
                <a:gd name="T19" fmla="*/ 2 h 3"/>
                <a:gd name="T20" fmla="*/ 1 w 81"/>
                <a:gd name="T21" fmla="*/ 2 h 3"/>
                <a:gd name="T22" fmla="*/ 1 w 81"/>
                <a:gd name="T23" fmla="*/ 1 h 3"/>
                <a:gd name="T24" fmla="*/ 80 w 81"/>
                <a:gd name="T25" fmla="*/ 1 h 3"/>
                <a:gd name="T26" fmla="*/ 80 w 81"/>
                <a:gd name="T2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1" h="3">
                  <a:moveTo>
                    <a:pt x="80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1" y="3"/>
                  </a:cubicBezTo>
                  <a:cubicBezTo>
                    <a:pt x="80" y="3"/>
                    <a:pt x="80" y="3"/>
                    <a:pt x="80" y="3"/>
                  </a:cubicBezTo>
                  <a:cubicBezTo>
                    <a:pt x="81" y="3"/>
                    <a:pt x="81" y="3"/>
                    <a:pt x="81" y="3"/>
                  </a:cubicBez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81" y="0"/>
                    <a:pt x="80" y="0"/>
                  </a:cubicBezTo>
                  <a:close/>
                  <a:moveTo>
                    <a:pt x="80" y="2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80" y="1"/>
                    <a:pt x="80" y="1"/>
                    <a:pt x="80" y="1"/>
                  </a:cubicBezTo>
                  <a:lnTo>
                    <a:pt x="80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0" name="Freeform 297"/>
            <p:cNvSpPr>
              <a:spLocks noEditPoints="1"/>
            </p:cNvSpPr>
            <p:nvPr userDrawn="1"/>
          </p:nvSpPr>
          <p:spPr bwMode="auto">
            <a:xfrm>
              <a:off x="11639550" y="4568825"/>
              <a:ext cx="12700" cy="133350"/>
            </a:xfrm>
            <a:custGeom>
              <a:avLst/>
              <a:gdLst>
                <a:gd name="T0" fmla="*/ 1 w 2"/>
                <a:gd name="T1" fmla="*/ 0 h 19"/>
                <a:gd name="T2" fmla="*/ 0 w 2"/>
                <a:gd name="T3" fmla="*/ 1 h 19"/>
                <a:gd name="T4" fmla="*/ 0 w 2"/>
                <a:gd name="T5" fmla="*/ 18 h 19"/>
                <a:gd name="T6" fmla="*/ 1 w 2"/>
                <a:gd name="T7" fmla="*/ 19 h 19"/>
                <a:gd name="T8" fmla="*/ 2 w 2"/>
                <a:gd name="T9" fmla="*/ 18 h 19"/>
                <a:gd name="T10" fmla="*/ 2 w 2"/>
                <a:gd name="T11" fmla="*/ 1 h 19"/>
                <a:gd name="T12" fmla="*/ 1 w 2"/>
                <a:gd name="T13" fmla="*/ 0 h 19"/>
                <a:gd name="T14" fmla="*/ 1 w 2"/>
                <a:gd name="T15" fmla="*/ 18 h 19"/>
                <a:gd name="T16" fmla="*/ 1 w 2"/>
                <a:gd name="T17" fmla="*/ 18 h 19"/>
                <a:gd name="T18" fmla="*/ 1 w 2"/>
                <a:gd name="T19" fmla="*/ 1 h 19"/>
                <a:gd name="T20" fmla="*/ 1 w 2"/>
                <a:gd name="T21" fmla="*/ 1 h 19"/>
                <a:gd name="T22" fmla="*/ 1 w 2"/>
                <a:gd name="T23" fmla="*/ 1 h 19"/>
                <a:gd name="T24" fmla="*/ 1 w 2"/>
                <a:gd name="T25" fmla="*/ 1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19">
                  <a:moveTo>
                    <a:pt x="1" y="0"/>
                  </a:move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9"/>
                    <a:pt x="1" y="19"/>
                    <a:pt x="1" y="19"/>
                  </a:cubicBezTo>
                  <a:cubicBezTo>
                    <a:pt x="2" y="19"/>
                    <a:pt x="2" y="19"/>
                    <a:pt x="2" y="18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1" y="0"/>
                  </a:cubicBezTo>
                  <a:close/>
                  <a:moveTo>
                    <a:pt x="1" y="18"/>
                  </a:moveTo>
                  <a:cubicBezTo>
                    <a:pt x="1" y="18"/>
                    <a:pt x="1" y="18"/>
                    <a:pt x="1" y="18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lnTo>
                    <a:pt x="1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1" name="Freeform 298"/>
            <p:cNvSpPr>
              <a:spLocks noEditPoints="1"/>
            </p:cNvSpPr>
            <p:nvPr userDrawn="1"/>
          </p:nvSpPr>
          <p:spPr bwMode="auto">
            <a:xfrm>
              <a:off x="11064875" y="4743450"/>
              <a:ext cx="484188" cy="28575"/>
            </a:xfrm>
            <a:custGeom>
              <a:avLst/>
              <a:gdLst>
                <a:gd name="T0" fmla="*/ 1 w 70"/>
                <a:gd name="T1" fmla="*/ 4 h 4"/>
                <a:gd name="T2" fmla="*/ 70 w 70"/>
                <a:gd name="T3" fmla="*/ 4 h 4"/>
                <a:gd name="T4" fmla="*/ 70 w 70"/>
                <a:gd name="T5" fmla="*/ 4 h 4"/>
                <a:gd name="T6" fmla="*/ 70 w 70"/>
                <a:gd name="T7" fmla="*/ 1 h 4"/>
                <a:gd name="T8" fmla="*/ 70 w 70"/>
                <a:gd name="T9" fmla="*/ 0 h 4"/>
                <a:gd name="T10" fmla="*/ 1 w 70"/>
                <a:gd name="T11" fmla="*/ 0 h 4"/>
                <a:gd name="T12" fmla="*/ 0 w 70"/>
                <a:gd name="T13" fmla="*/ 1 h 4"/>
                <a:gd name="T14" fmla="*/ 0 w 70"/>
                <a:gd name="T15" fmla="*/ 4 h 4"/>
                <a:gd name="T16" fmla="*/ 1 w 70"/>
                <a:gd name="T17" fmla="*/ 4 h 4"/>
                <a:gd name="T18" fmla="*/ 1 w 70"/>
                <a:gd name="T19" fmla="*/ 1 h 4"/>
                <a:gd name="T20" fmla="*/ 69 w 70"/>
                <a:gd name="T21" fmla="*/ 1 h 4"/>
                <a:gd name="T22" fmla="*/ 69 w 70"/>
                <a:gd name="T23" fmla="*/ 3 h 4"/>
                <a:gd name="T24" fmla="*/ 1 w 70"/>
                <a:gd name="T25" fmla="*/ 3 h 4"/>
                <a:gd name="T26" fmla="*/ 1 w 70"/>
                <a:gd name="T2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4">
                  <a:moveTo>
                    <a:pt x="1" y="4"/>
                  </a:moveTo>
                  <a:cubicBezTo>
                    <a:pt x="70" y="4"/>
                    <a:pt x="70" y="4"/>
                    <a:pt x="70" y="4"/>
                  </a:cubicBezTo>
                  <a:cubicBezTo>
                    <a:pt x="70" y="4"/>
                    <a:pt x="70" y="4"/>
                    <a:pt x="70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0" y="1"/>
                    <a:pt x="70" y="0"/>
                    <a:pt x="7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1" y="4"/>
                  </a:cubicBezTo>
                  <a:close/>
                  <a:moveTo>
                    <a:pt x="1" y="1"/>
                  </a:moveTo>
                  <a:cubicBezTo>
                    <a:pt x="69" y="1"/>
                    <a:pt x="69" y="1"/>
                    <a:pt x="69" y="1"/>
                  </a:cubicBezTo>
                  <a:cubicBezTo>
                    <a:pt x="69" y="3"/>
                    <a:pt x="69" y="3"/>
                    <a:pt x="69" y="3"/>
                  </a:cubicBezTo>
                  <a:cubicBezTo>
                    <a:pt x="1" y="3"/>
                    <a:pt x="1" y="3"/>
                    <a:pt x="1" y="3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2" name="Freeform 299"/>
            <p:cNvSpPr>
              <a:spLocks noEditPoints="1"/>
            </p:cNvSpPr>
            <p:nvPr userDrawn="1"/>
          </p:nvSpPr>
          <p:spPr bwMode="auto">
            <a:xfrm>
              <a:off x="12026900" y="4275138"/>
              <a:ext cx="12700" cy="160338"/>
            </a:xfrm>
            <a:custGeom>
              <a:avLst/>
              <a:gdLst>
                <a:gd name="T0" fmla="*/ 1 w 2"/>
                <a:gd name="T1" fmla="*/ 23 h 23"/>
                <a:gd name="T2" fmla="*/ 2 w 2"/>
                <a:gd name="T3" fmla="*/ 22 h 23"/>
                <a:gd name="T4" fmla="*/ 2 w 2"/>
                <a:gd name="T5" fmla="*/ 1 h 23"/>
                <a:gd name="T6" fmla="*/ 1 w 2"/>
                <a:gd name="T7" fmla="*/ 0 h 23"/>
                <a:gd name="T8" fmla="*/ 0 w 2"/>
                <a:gd name="T9" fmla="*/ 1 h 23"/>
                <a:gd name="T10" fmla="*/ 0 w 2"/>
                <a:gd name="T11" fmla="*/ 22 h 23"/>
                <a:gd name="T12" fmla="*/ 1 w 2"/>
                <a:gd name="T13" fmla="*/ 23 h 23"/>
                <a:gd name="T14" fmla="*/ 1 w 2"/>
                <a:gd name="T15" fmla="*/ 1 h 23"/>
                <a:gd name="T16" fmla="*/ 1 w 2"/>
                <a:gd name="T17" fmla="*/ 1 h 23"/>
                <a:gd name="T18" fmla="*/ 1 w 2"/>
                <a:gd name="T19" fmla="*/ 1 h 23"/>
                <a:gd name="T20" fmla="*/ 1 w 2"/>
                <a:gd name="T21" fmla="*/ 22 h 23"/>
                <a:gd name="T22" fmla="*/ 1 w 2"/>
                <a:gd name="T23" fmla="*/ 22 h 23"/>
                <a:gd name="T24" fmla="*/ 1 w 2"/>
                <a:gd name="T25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23">
                  <a:moveTo>
                    <a:pt x="1" y="23"/>
                  </a:moveTo>
                  <a:cubicBezTo>
                    <a:pt x="1" y="23"/>
                    <a:pt x="2" y="23"/>
                    <a:pt x="2" y="2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3"/>
                    <a:pt x="0" y="23"/>
                    <a:pt x="1" y="23"/>
                  </a:cubicBezTo>
                  <a:close/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22"/>
                    <a:pt x="1" y="22"/>
                    <a:pt x="1" y="22"/>
                  </a:cubicBezTo>
                  <a:cubicBezTo>
                    <a:pt x="1" y="22"/>
                    <a:pt x="1" y="22"/>
                    <a:pt x="1" y="22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3" name="Freeform 300"/>
            <p:cNvSpPr>
              <a:spLocks noEditPoints="1"/>
            </p:cNvSpPr>
            <p:nvPr userDrawn="1"/>
          </p:nvSpPr>
          <p:spPr bwMode="auto">
            <a:xfrm>
              <a:off x="11293475" y="4589463"/>
              <a:ext cx="61913" cy="112713"/>
            </a:xfrm>
            <a:custGeom>
              <a:avLst/>
              <a:gdLst>
                <a:gd name="T0" fmla="*/ 1 w 9"/>
                <a:gd name="T1" fmla="*/ 16 h 16"/>
                <a:gd name="T2" fmla="*/ 8 w 9"/>
                <a:gd name="T3" fmla="*/ 16 h 16"/>
                <a:gd name="T4" fmla="*/ 9 w 9"/>
                <a:gd name="T5" fmla="*/ 15 h 16"/>
                <a:gd name="T6" fmla="*/ 9 w 9"/>
                <a:gd name="T7" fmla="*/ 1 h 16"/>
                <a:gd name="T8" fmla="*/ 8 w 9"/>
                <a:gd name="T9" fmla="*/ 0 h 16"/>
                <a:gd name="T10" fmla="*/ 1 w 9"/>
                <a:gd name="T11" fmla="*/ 0 h 16"/>
                <a:gd name="T12" fmla="*/ 0 w 9"/>
                <a:gd name="T13" fmla="*/ 1 h 16"/>
                <a:gd name="T14" fmla="*/ 0 w 9"/>
                <a:gd name="T15" fmla="*/ 15 h 16"/>
                <a:gd name="T16" fmla="*/ 1 w 9"/>
                <a:gd name="T17" fmla="*/ 16 h 16"/>
                <a:gd name="T18" fmla="*/ 1 w 9"/>
                <a:gd name="T19" fmla="*/ 1 h 16"/>
                <a:gd name="T20" fmla="*/ 8 w 9"/>
                <a:gd name="T21" fmla="*/ 1 h 16"/>
                <a:gd name="T22" fmla="*/ 8 w 9"/>
                <a:gd name="T23" fmla="*/ 15 h 16"/>
                <a:gd name="T24" fmla="*/ 1 w 9"/>
                <a:gd name="T25" fmla="*/ 15 h 16"/>
                <a:gd name="T26" fmla="*/ 1 w 9"/>
                <a:gd name="T27" fmla="*/ 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" h="16">
                  <a:moveTo>
                    <a:pt x="1" y="16"/>
                  </a:moveTo>
                  <a:cubicBezTo>
                    <a:pt x="8" y="16"/>
                    <a:pt x="8" y="16"/>
                    <a:pt x="8" y="16"/>
                  </a:cubicBezTo>
                  <a:cubicBezTo>
                    <a:pt x="9" y="16"/>
                    <a:pt x="9" y="15"/>
                    <a:pt x="9" y="15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5"/>
                    <a:pt x="1" y="16"/>
                    <a:pt x="1" y="16"/>
                  </a:cubicBezTo>
                  <a:close/>
                  <a:moveTo>
                    <a:pt x="1" y="1"/>
                  </a:moveTo>
                  <a:cubicBezTo>
                    <a:pt x="8" y="1"/>
                    <a:pt x="8" y="1"/>
                    <a:pt x="8" y="1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1" y="15"/>
                    <a:pt x="1" y="15"/>
                    <a:pt x="1" y="15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4" name="Freeform 301"/>
            <p:cNvSpPr>
              <a:spLocks noEditPoints="1"/>
            </p:cNvSpPr>
            <p:nvPr userDrawn="1"/>
          </p:nvSpPr>
          <p:spPr bwMode="auto">
            <a:xfrm>
              <a:off x="11363325" y="4589463"/>
              <a:ext cx="53975" cy="112713"/>
            </a:xfrm>
            <a:custGeom>
              <a:avLst/>
              <a:gdLst>
                <a:gd name="T0" fmla="*/ 0 w 8"/>
                <a:gd name="T1" fmla="*/ 16 h 16"/>
                <a:gd name="T2" fmla="*/ 8 w 8"/>
                <a:gd name="T3" fmla="*/ 16 h 16"/>
                <a:gd name="T4" fmla="*/ 8 w 8"/>
                <a:gd name="T5" fmla="*/ 15 h 16"/>
                <a:gd name="T6" fmla="*/ 8 w 8"/>
                <a:gd name="T7" fmla="*/ 1 h 16"/>
                <a:gd name="T8" fmla="*/ 8 w 8"/>
                <a:gd name="T9" fmla="*/ 0 h 16"/>
                <a:gd name="T10" fmla="*/ 0 w 8"/>
                <a:gd name="T11" fmla="*/ 0 h 16"/>
                <a:gd name="T12" fmla="*/ 0 w 8"/>
                <a:gd name="T13" fmla="*/ 1 h 16"/>
                <a:gd name="T14" fmla="*/ 0 w 8"/>
                <a:gd name="T15" fmla="*/ 15 h 16"/>
                <a:gd name="T16" fmla="*/ 0 w 8"/>
                <a:gd name="T17" fmla="*/ 16 h 16"/>
                <a:gd name="T18" fmla="*/ 1 w 8"/>
                <a:gd name="T19" fmla="*/ 1 h 16"/>
                <a:gd name="T20" fmla="*/ 7 w 8"/>
                <a:gd name="T21" fmla="*/ 1 h 16"/>
                <a:gd name="T22" fmla="*/ 7 w 8"/>
                <a:gd name="T23" fmla="*/ 15 h 16"/>
                <a:gd name="T24" fmla="*/ 1 w 8"/>
                <a:gd name="T25" fmla="*/ 15 h 16"/>
                <a:gd name="T26" fmla="*/ 1 w 8"/>
                <a:gd name="T27" fmla="*/ 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" h="16">
                  <a:moveTo>
                    <a:pt x="0" y="16"/>
                  </a:moveTo>
                  <a:cubicBezTo>
                    <a:pt x="8" y="16"/>
                    <a:pt x="8" y="16"/>
                    <a:pt x="8" y="16"/>
                  </a:cubicBezTo>
                  <a:cubicBezTo>
                    <a:pt x="8" y="16"/>
                    <a:pt x="8" y="15"/>
                    <a:pt x="8" y="15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5"/>
                    <a:pt x="0" y="16"/>
                    <a:pt x="0" y="16"/>
                  </a:cubicBezTo>
                  <a:close/>
                  <a:moveTo>
                    <a:pt x="1" y="1"/>
                  </a:moveTo>
                  <a:cubicBezTo>
                    <a:pt x="7" y="1"/>
                    <a:pt x="7" y="1"/>
                    <a:pt x="7" y="1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1" y="15"/>
                    <a:pt x="1" y="15"/>
                    <a:pt x="1" y="15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5" name="Freeform 302"/>
            <p:cNvSpPr>
              <a:spLocks noEditPoints="1"/>
            </p:cNvSpPr>
            <p:nvPr userDrawn="1"/>
          </p:nvSpPr>
          <p:spPr bwMode="auto">
            <a:xfrm>
              <a:off x="11120438" y="4568825"/>
              <a:ext cx="14288" cy="133350"/>
            </a:xfrm>
            <a:custGeom>
              <a:avLst/>
              <a:gdLst>
                <a:gd name="T0" fmla="*/ 1 w 2"/>
                <a:gd name="T1" fmla="*/ 19 h 19"/>
                <a:gd name="T2" fmla="*/ 2 w 2"/>
                <a:gd name="T3" fmla="*/ 18 h 19"/>
                <a:gd name="T4" fmla="*/ 2 w 2"/>
                <a:gd name="T5" fmla="*/ 1 h 19"/>
                <a:gd name="T6" fmla="*/ 1 w 2"/>
                <a:gd name="T7" fmla="*/ 0 h 19"/>
                <a:gd name="T8" fmla="*/ 0 w 2"/>
                <a:gd name="T9" fmla="*/ 1 h 19"/>
                <a:gd name="T10" fmla="*/ 0 w 2"/>
                <a:gd name="T11" fmla="*/ 18 h 19"/>
                <a:gd name="T12" fmla="*/ 1 w 2"/>
                <a:gd name="T13" fmla="*/ 19 h 19"/>
                <a:gd name="T14" fmla="*/ 1 w 2"/>
                <a:gd name="T15" fmla="*/ 1 h 19"/>
                <a:gd name="T16" fmla="*/ 1 w 2"/>
                <a:gd name="T17" fmla="*/ 1 h 19"/>
                <a:gd name="T18" fmla="*/ 1 w 2"/>
                <a:gd name="T19" fmla="*/ 1 h 19"/>
                <a:gd name="T20" fmla="*/ 1 w 2"/>
                <a:gd name="T21" fmla="*/ 18 h 19"/>
                <a:gd name="T22" fmla="*/ 1 w 2"/>
                <a:gd name="T23" fmla="*/ 18 h 19"/>
                <a:gd name="T24" fmla="*/ 1 w 2"/>
                <a:gd name="T25" fmla="*/ 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19">
                  <a:moveTo>
                    <a:pt x="1" y="19"/>
                  </a:moveTo>
                  <a:cubicBezTo>
                    <a:pt x="1" y="19"/>
                    <a:pt x="2" y="19"/>
                    <a:pt x="2" y="18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9"/>
                    <a:pt x="0" y="19"/>
                    <a:pt x="1" y="19"/>
                  </a:cubicBezTo>
                  <a:close/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1" y="18"/>
                    <a:pt x="1" y="18"/>
                    <a:pt x="1" y="18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6" name="Freeform 303"/>
            <p:cNvSpPr>
              <a:spLocks noEditPoints="1"/>
            </p:cNvSpPr>
            <p:nvPr userDrawn="1"/>
          </p:nvSpPr>
          <p:spPr bwMode="auto">
            <a:xfrm>
              <a:off x="11217275" y="4568825"/>
              <a:ext cx="14288" cy="133350"/>
            </a:xfrm>
            <a:custGeom>
              <a:avLst/>
              <a:gdLst>
                <a:gd name="T0" fmla="*/ 1 w 2"/>
                <a:gd name="T1" fmla="*/ 19 h 19"/>
                <a:gd name="T2" fmla="*/ 2 w 2"/>
                <a:gd name="T3" fmla="*/ 18 h 19"/>
                <a:gd name="T4" fmla="*/ 2 w 2"/>
                <a:gd name="T5" fmla="*/ 1 h 19"/>
                <a:gd name="T6" fmla="*/ 1 w 2"/>
                <a:gd name="T7" fmla="*/ 0 h 19"/>
                <a:gd name="T8" fmla="*/ 0 w 2"/>
                <a:gd name="T9" fmla="*/ 1 h 19"/>
                <a:gd name="T10" fmla="*/ 0 w 2"/>
                <a:gd name="T11" fmla="*/ 18 h 19"/>
                <a:gd name="T12" fmla="*/ 1 w 2"/>
                <a:gd name="T13" fmla="*/ 19 h 19"/>
                <a:gd name="T14" fmla="*/ 0 w 2"/>
                <a:gd name="T15" fmla="*/ 1 h 19"/>
                <a:gd name="T16" fmla="*/ 1 w 2"/>
                <a:gd name="T17" fmla="*/ 1 h 19"/>
                <a:gd name="T18" fmla="*/ 1 w 2"/>
                <a:gd name="T19" fmla="*/ 1 h 19"/>
                <a:gd name="T20" fmla="*/ 1 w 2"/>
                <a:gd name="T21" fmla="*/ 18 h 19"/>
                <a:gd name="T22" fmla="*/ 0 w 2"/>
                <a:gd name="T23" fmla="*/ 18 h 19"/>
                <a:gd name="T24" fmla="*/ 0 w 2"/>
                <a:gd name="T25" fmla="*/ 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19">
                  <a:moveTo>
                    <a:pt x="1" y="19"/>
                  </a:moveTo>
                  <a:cubicBezTo>
                    <a:pt x="1" y="19"/>
                    <a:pt x="2" y="19"/>
                    <a:pt x="2" y="18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9"/>
                    <a:pt x="0" y="19"/>
                    <a:pt x="1" y="19"/>
                  </a:cubicBezTo>
                  <a:close/>
                  <a:moveTo>
                    <a:pt x="0" y="1"/>
                  </a:moveTo>
                  <a:cubicBezTo>
                    <a:pt x="0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1" y="18"/>
                    <a:pt x="0" y="18"/>
                    <a:pt x="0" y="18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7" name="Freeform 304"/>
            <p:cNvSpPr>
              <a:spLocks noEditPoints="1"/>
            </p:cNvSpPr>
            <p:nvPr userDrawn="1"/>
          </p:nvSpPr>
          <p:spPr bwMode="auto">
            <a:xfrm>
              <a:off x="12012613" y="4729163"/>
              <a:ext cx="26988" cy="34925"/>
            </a:xfrm>
            <a:custGeom>
              <a:avLst/>
              <a:gdLst>
                <a:gd name="T0" fmla="*/ 2 w 4"/>
                <a:gd name="T1" fmla="*/ 5 h 5"/>
                <a:gd name="T2" fmla="*/ 3 w 4"/>
                <a:gd name="T3" fmla="*/ 4 h 5"/>
                <a:gd name="T4" fmla="*/ 3 w 4"/>
                <a:gd name="T5" fmla="*/ 0 h 5"/>
                <a:gd name="T6" fmla="*/ 1 w 4"/>
                <a:gd name="T7" fmla="*/ 0 h 5"/>
                <a:gd name="T8" fmla="*/ 0 w 4"/>
                <a:gd name="T9" fmla="*/ 3 h 5"/>
                <a:gd name="T10" fmla="*/ 2 w 4"/>
                <a:gd name="T11" fmla="*/ 5 h 5"/>
                <a:gd name="T12" fmla="*/ 2 w 4"/>
                <a:gd name="T13" fmla="*/ 5 h 5"/>
                <a:gd name="T14" fmla="*/ 1 w 4"/>
                <a:gd name="T15" fmla="*/ 2 h 5"/>
                <a:gd name="T16" fmla="*/ 2 w 4"/>
                <a:gd name="T17" fmla="*/ 1 h 5"/>
                <a:gd name="T18" fmla="*/ 2 w 4"/>
                <a:gd name="T19" fmla="*/ 1 h 5"/>
                <a:gd name="T20" fmla="*/ 2 w 4"/>
                <a:gd name="T21" fmla="*/ 3 h 5"/>
                <a:gd name="T22" fmla="*/ 2 w 4"/>
                <a:gd name="T23" fmla="*/ 4 h 5"/>
                <a:gd name="T24" fmla="*/ 1 w 4"/>
                <a:gd name="T25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" h="5">
                  <a:moveTo>
                    <a:pt x="2" y="5"/>
                  </a:moveTo>
                  <a:cubicBezTo>
                    <a:pt x="2" y="5"/>
                    <a:pt x="3" y="4"/>
                    <a:pt x="3" y="4"/>
                  </a:cubicBezTo>
                  <a:cubicBezTo>
                    <a:pt x="4" y="3"/>
                    <a:pt x="4" y="1"/>
                    <a:pt x="3" y="0"/>
                  </a:cubicBezTo>
                  <a:cubicBezTo>
                    <a:pt x="3" y="0"/>
                    <a:pt x="2" y="0"/>
                    <a:pt x="1" y="0"/>
                  </a:cubicBezTo>
                  <a:cubicBezTo>
                    <a:pt x="0" y="0"/>
                    <a:pt x="0" y="1"/>
                    <a:pt x="0" y="3"/>
                  </a:cubicBezTo>
                  <a:cubicBezTo>
                    <a:pt x="0" y="4"/>
                    <a:pt x="1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lose/>
                  <a:moveTo>
                    <a:pt x="1" y="2"/>
                  </a:moveTo>
                  <a:cubicBezTo>
                    <a:pt x="1" y="2"/>
                    <a:pt x="1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2"/>
                    <a:pt x="3" y="3"/>
                    <a:pt x="2" y="3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1" y="3"/>
                    <a:pt x="1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8" name="Freeform 305"/>
            <p:cNvSpPr>
              <a:spLocks noEditPoints="1"/>
            </p:cNvSpPr>
            <p:nvPr userDrawn="1"/>
          </p:nvSpPr>
          <p:spPr bwMode="auto">
            <a:xfrm>
              <a:off x="11936413" y="4743450"/>
              <a:ext cx="20638" cy="34925"/>
            </a:xfrm>
            <a:custGeom>
              <a:avLst/>
              <a:gdLst>
                <a:gd name="T0" fmla="*/ 2 w 3"/>
                <a:gd name="T1" fmla="*/ 5 h 5"/>
                <a:gd name="T2" fmla="*/ 3 w 3"/>
                <a:gd name="T3" fmla="*/ 4 h 5"/>
                <a:gd name="T4" fmla="*/ 3 w 3"/>
                <a:gd name="T5" fmla="*/ 4 h 5"/>
                <a:gd name="T6" fmla="*/ 3 w 3"/>
                <a:gd name="T7" fmla="*/ 3 h 5"/>
                <a:gd name="T8" fmla="*/ 3 w 3"/>
                <a:gd name="T9" fmla="*/ 1 h 5"/>
                <a:gd name="T10" fmla="*/ 2 w 3"/>
                <a:gd name="T11" fmla="*/ 0 h 5"/>
                <a:gd name="T12" fmla="*/ 2 w 3"/>
                <a:gd name="T13" fmla="*/ 0 h 5"/>
                <a:gd name="T14" fmla="*/ 0 w 3"/>
                <a:gd name="T15" fmla="*/ 1 h 5"/>
                <a:gd name="T16" fmla="*/ 0 w 3"/>
                <a:gd name="T17" fmla="*/ 4 h 5"/>
                <a:gd name="T18" fmla="*/ 2 w 3"/>
                <a:gd name="T19" fmla="*/ 5 h 5"/>
                <a:gd name="T20" fmla="*/ 2 w 3"/>
                <a:gd name="T21" fmla="*/ 5 h 5"/>
                <a:gd name="T22" fmla="*/ 1 w 3"/>
                <a:gd name="T23" fmla="*/ 1 h 5"/>
                <a:gd name="T24" fmla="*/ 2 w 3"/>
                <a:gd name="T25" fmla="*/ 1 h 5"/>
                <a:gd name="T26" fmla="*/ 2 w 3"/>
                <a:gd name="T27" fmla="*/ 1 h 5"/>
                <a:gd name="T28" fmla="*/ 2 w 3"/>
                <a:gd name="T29" fmla="*/ 1 h 5"/>
                <a:gd name="T30" fmla="*/ 2 w 3"/>
                <a:gd name="T31" fmla="*/ 2 h 5"/>
                <a:gd name="T32" fmla="*/ 2 w 3"/>
                <a:gd name="T33" fmla="*/ 4 h 5"/>
                <a:gd name="T34" fmla="*/ 2 w 3"/>
                <a:gd name="T35" fmla="*/ 4 h 5"/>
                <a:gd name="T36" fmla="*/ 1 w 3"/>
                <a:gd name="T37" fmla="*/ 4 h 5"/>
                <a:gd name="T38" fmla="*/ 1 w 3"/>
                <a:gd name="T39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" h="5">
                  <a:moveTo>
                    <a:pt x="2" y="5"/>
                  </a:moveTo>
                  <a:cubicBezTo>
                    <a:pt x="2" y="5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2"/>
                    <a:pt x="3" y="2"/>
                    <a:pt x="3" y="1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0" y="2"/>
                    <a:pt x="0" y="4"/>
                    <a:pt x="0" y="4"/>
                  </a:cubicBezTo>
                  <a:cubicBezTo>
                    <a:pt x="1" y="5"/>
                    <a:pt x="1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lose/>
                  <a:moveTo>
                    <a:pt x="1" y="1"/>
                  </a:moveTo>
                  <a:cubicBezTo>
                    <a:pt x="1" y="1"/>
                    <a:pt x="1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3"/>
                    <a:pt x="2" y="3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2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3" name="矩形 2"/>
          <p:cNvSpPr/>
          <p:nvPr/>
        </p:nvSpPr>
        <p:spPr>
          <a:xfrm>
            <a:off x="0" y="4157383"/>
            <a:ext cx="12191999" cy="1921090"/>
          </a:xfrm>
          <a:prstGeom prst="rect">
            <a:avLst/>
          </a:prstGeom>
          <a:solidFill>
            <a:srgbClr val="4E75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 l="3580" t="17876" r="8331" b="16716"/>
          <a:stretch>
            <a:fillRect/>
          </a:stretch>
        </p:blipFill>
        <p:spPr>
          <a:xfrm>
            <a:off x="2202299" y="4157382"/>
            <a:ext cx="7182244" cy="192268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 b="7455"/>
          <a:stretch>
            <a:fillRect/>
          </a:stretch>
        </p:blipFill>
        <p:spPr>
          <a:xfrm>
            <a:off x="0" y="3776601"/>
            <a:ext cx="1849915" cy="2432502"/>
          </a:xfrm>
          <a:prstGeom prst="rect">
            <a:avLst/>
          </a:prstGeom>
          <a:effectLst>
            <a:outerShdw blurRad="101600" dist="38100" dir="5400000" sx="101000" sy="101000" algn="t" rotWithShape="0">
              <a:srgbClr val="2E4523">
                <a:alpha val="25000"/>
              </a:srgbClr>
            </a:outerShdw>
          </a:effectLst>
        </p:spPr>
      </p:pic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t="4458" r="11851"/>
          <a:stretch>
            <a:fillRect/>
          </a:stretch>
        </p:blipFill>
        <p:spPr>
          <a:xfrm>
            <a:off x="9785054" y="4157382"/>
            <a:ext cx="2399009" cy="2177854"/>
          </a:xfrm>
          <a:prstGeom prst="rect">
            <a:avLst/>
          </a:prstGeom>
          <a:effectLst>
            <a:outerShdw blurRad="101600" dist="38100" dir="5400000" sx="101000" sy="101000" algn="t" rotWithShape="0">
              <a:srgbClr val="2E4523">
                <a:alpha val="25000"/>
              </a:srgbClr>
            </a:outerShdw>
          </a:effectLst>
        </p:spPr>
      </p:pic>
      <p:sp>
        <p:nvSpPr>
          <p:cNvPr id="329" name="文本框 328"/>
          <p:cNvSpPr txBox="1"/>
          <p:nvPr/>
        </p:nvSpPr>
        <p:spPr>
          <a:xfrm>
            <a:off x="3860802" y="2464708"/>
            <a:ext cx="45574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7200" b="1" dirty="0">
                <a:solidFill>
                  <a:srgbClr val="B88F4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谢谢观看</a:t>
            </a:r>
            <a:endParaRPr lang="zh-CN" altLang="en-US" sz="7200" b="1" dirty="0">
              <a:solidFill>
                <a:srgbClr val="BD934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4" name="组合 333"/>
          <p:cNvGrpSpPr/>
          <p:nvPr/>
        </p:nvGrpSpPr>
        <p:grpSpPr>
          <a:xfrm>
            <a:off x="413378" y="742894"/>
            <a:ext cx="4095122" cy="761160"/>
            <a:chOff x="413378" y="577794"/>
            <a:chExt cx="4095122" cy="761160"/>
          </a:xfrm>
        </p:grpSpPr>
        <p:sp>
          <p:nvSpPr>
            <p:cNvPr id="335" name="文本框 334"/>
            <p:cNvSpPr txBox="1"/>
            <p:nvPr/>
          </p:nvSpPr>
          <p:spPr>
            <a:xfrm>
              <a:off x="1391559" y="581770"/>
              <a:ext cx="31169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600" dirty="0">
                  <a:solidFill>
                    <a:srgbClr val="BD934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模板使用说明</a:t>
              </a:r>
              <a:endParaRPr lang="zh-CN" altLang="en-US" sz="3600" dirty="0">
                <a:solidFill>
                  <a:srgbClr val="BD934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336" name="图片 335" descr="G:\2021\校庆\PPT\logo-08.pnglogo-08"/>
            <p:cNvPicPr>
              <a:picLocks noChangeAspect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>
            <a:xfrm rot="9900000">
              <a:off x="413378" y="577794"/>
              <a:ext cx="826362" cy="761160"/>
            </a:xfrm>
            <a:prstGeom prst="rect">
              <a:avLst/>
            </a:prstGeom>
          </p:spPr>
        </p:pic>
      </p:grpSp>
      <p:sp>
        <p:nvSpPr>
          <p:cNvPr id="337" name="文本框 336"/>
          <p:cNvSpPr txBox="1"/>
          <p:nvPr/>
        </p:nvSpPr>
        <p:spPr>
          <a:xfrm>
            <a:off x="1429659" y="2118470"/>
            <a:ext cx="8182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BD934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标题：</a:t>
            </a:r>
            <a:endParaRPr lang="zh-CN" altLang="en-US" sz="2000" dirty="0">
              <a:solidFill>
                <a:srgbClr val="BD934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8" name="文本框 337"/>
          <p:cNvSpPr txBox="1"/>
          <p:nvPr/>
        </p:nvSpPr>
        <p:spPr>
          <a:xfrm>
            <a:off x="2311400" y="2150280"/>
            <a:ext cx="6878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D934E"/>
                </a:solidFill>
              </a:rPr>
              <a:t>内页中的标题文字是放到母板中的，要修改文字请到母板中编辑。</a:t>
            </a:r>
            <a:endParaRPr lang="zh-CN" altLang="en-US" dirty="0">
              <a:solidFill>
                <a:srgbClr val="BD934E"/>
              </a:solidFill>
            </a:endParaRPr>
          </a:p>
        </p:txBody>
      </p:sp>
      <p:sp>
        <p:nvSpPr>
          <p:cNvPr id="339" name="文本框 338"/>
          <p:cNvSpPr txBox="1"/>
          <p:nvPr/>
        </p:nvSpPr>
        <p:spPr>
          <a:xfrm>
            <a:off x="2311400" y="2594780"/>
            <a:ext cx="7988300" cy="624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b="1" dirty="0"/>
              <a:t>母板打开方式：</a:t>
            </a: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</a:rPr>
              <a:t>从菜单中选选择</a:t>
            </a:r>
            <a:r>
              <a:rPr lang="zh-CN" altLang="en-US" sz="1400" b="1" dirty="0"/>
              <a:t>视图</a:t>
            </a: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</a:rPr>
              <a:t>选项打开，点击幻灯片母版，找到对应的标题页进行编辑，编辑完成后关闭母版视图就可回到内容页</a:t>
            </a:r>
            <a:endParaRPr lang="en-US" altLang="zh-CN" sz="14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40" name="文本框 339"/>
          <p:cNvSpPr txBox="1"/>
          <p:nvPr/>
        </p:nvSpPr>
        <p:spPr>
          <a:xfrm>
            <a:off x="1429659" y="3705970"/>
            <a:ext cx="8182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BD934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图片：</a:t>
            </a:r>
            <a:endParaRPr lang="zh-CN" altLang="en-US" sz="2000" dirty="0">
              <a:solidFill>
                <a:srgbClr val="BD934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1" name="文本框 340"/>
          <p:cNvSpPr txBox="1"/>
          <p:nvPr/>
        </p:nvSpPr>
        <p:spPr>
          <a:xfrm>
            <a:off x="2311400" y="3737780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D934E"/>
                </a:solidFill>
              </a:rPr>
              <a:t>内页中的图片可以进行替换</a:t>
            </a:r>
            <a:endParaRPr lang="zh-CN" altLang="en-US" dirty="0">
              <a:solidFill>
                <a:srgbClr val="BD934E"/>
              </a:solidFill>
            </a:endParaRPr>
          </a:p>
        </p:txBody>
      </p:sp>
      <p:sp>
        <p:nvSpPr>
          <p:cNvPr id="342" name="文本框 341"/>
          <p:cNvSpPr txBox="1"/>
          <p:nvPr/>
        </p:nvSpPr>
        <p:spPr>
          <a:xfrm>
            <a:off x="2311400" y="4194980"/>
            <a:ext cx="7988300" cy="34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</a:rPr>
              <a:t>选中要替换的图片，右键选择更改图片，可以选择来自文件替换当前图片</a:t>
            </a:r>
            <a:endParaRPr lang="en-US" altLang="zh-CN" sz="14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43" name="文本框 342"/>
          <p:cNvSpPr txBox="1"/>
          <p:nvPr/>
        </p:nvSpPr>
        <p:spPr>
          <a:xfrm>
            <a:off x="1429659" y="4963270"/>
            <a:ext cx="8182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BD934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图标：</a:t>
            </a:r>
            <a:endParaRPr lang="zh-CN" altLang="en-US" sz="2000" dirty="0">
              <a:solidFill>
                <a:srgbClr val="BD934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4" name="文本框 343"/>
          <p:cNvSpPr txBox="1"/>
          <p:nvPr/>
        </p:nvSpPr>
        <p:spPr>
          <a:xfrm>
            <a:off x="2311400" y="4995080"/>
            <a:ext cx="387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D934E"/>
                </a:solidFill>
              </a:rPr>
              <a:t>选择图标可以在形状填充中更改颜色</a:t>
            </a:r>
            <a:endParaRPr lang="zh-CN" altLang="en-US" dirty="0">
              <a:solidFill>
                <a:srgbClr val="BD934E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5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57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58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59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60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61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62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4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9"/>
  <p:tag name="KSO_WM_UNIT_TYPE" val="a"/>
  <p:tag name="KSO_WM_UNIT_INDEX" val="1"/>
  <p:tag name="KSO_WM_UNIT_PRESET_TEXT" val="单击此处添加标题"/>
  <p:tag name="KSO_WM_TEMPLATE_CATEGORY" val="custom"/>
  <p:tag name="KSO_WM_TEMPLATE_INDEX" val="20205396"/>
  <p:tag name="KSO_WM_UNIT_ID" val="custom20205396_7*a*1"/>
  <p:tag name="KSO_WM_UNIT_ISNUMDGMTITLE" val="0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69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70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71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7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4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8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1811</Words>
  <Application>WPS 演示</Application>
  <PresentationFormat>宽屏</PresentationFormat>
  <Paragraphs>229</Paragraphs>
  <Slides>19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9" baseType="lpstr">
      <vt:lpstr>Arial</vt:lpstr>
      <vt:lpstr>宋体</vt:lpstr>
      <vt:lpstr>Wingdings</vt:lpstr>
      <vt:lpstr>微软雅黑</vt:lpstr>
      <vt:lpstr>Wingdings</vt:lpstr>
      <vt:lpstr>Bebas Neue</vt:lpstr>
      <vt:lpstr>Segoe Print</vt:lpstr>
      <vt:lpstr>Arial Unicode MS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PC</dc:creator>
  <cp:lastModifiedBy>李茂华</cp:lastModifiedBy>
  <cp:revision>464</cp:revision>
  <dcterms:created xsi:type="dcterms:W3CDTF">2019-06-19T02:08:00Z</dcterms:created>
  <dcterms:modified xsi:type="dcterms:W3CDTF">2025-05-21T11:52:00Z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C11316DBA1EB48C0B56FEDB82CE1A3A4_12</vt:lpwstr>
  </property>
</Properties>
</file>