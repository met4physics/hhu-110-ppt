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wdp" ContentType="image/vnd.ms-photo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3.svg" ContentType="image/svg+xml"/>
  <Override PartName="/ppt/media/image25.svg" ContentType="image/svg+xml"/>
  <Override PartName="/ppt/media/image27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4.svg" ContentType="image/svg+xml"/>
  <Override PartName="/ppt/media/image4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17" r:id="rId3"/>
    <p:sldId id="413" r:id="rId4"/>
    <p:sldId id="420" r:id="rId5"/>
    <p:sldId id="422" r:id="rId7"/>
    <p:sldId id="410" r:id="rId8"/>
    <p:sldId id="416" r:id="rId9"/>
    <p:sldId id="419" r:id="rId10"/>
    <p:sldId id="427" r:id="rId11"/>
    <p:sldId id="423" r:id="rId12"/>
    <p:sldId id="424" r:id="rId13"/>
    <p:sldId id="426" r:id="rId14"/>
    <p:sldId id="425" r:id="rId15"/>
    <p:sldId id="428" r:id="rId16"/>
    <p:sldId id="429" r:id="rId17"/>
    <p:sldId id="430" r:id="rId18"/>
    <p:sldId id="431" r:id="rId19"/>
    <p:sldId id="432" r:id="rId20"/>
    <p:sldId id="421" r:id="rId21"/>
    <p:sldId id="43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34E"/>
    <a:srgbClr val="06275E"/>
    <a:srgbClr val="0B3774"/>
    <a:srgbClr val="B88F4D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16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19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2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35"/>
        <c:overlap val="-24"/>
        <c:axId val="652822040"/>
        <c:axId val="65282433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12700" cap="rnd">
              <a:solidFill>
                <a:srgbClr val="B88F4D"/>
              </a:solidFill>
              <a:bevel/>
            </a:ln>
            <a:effectLst/>
          </c:spPr>
          <c:marker>
            <c:symbol val="circle"/>
            <c:size val="5"/>
            <c:spPr>
              <a:solidFill>
                <a:srgbClr val="B88F4D"/>
              </a:solidFill>
              <a:ln w="9525">
                <a:solidFill>
                  <a:srgbClr val="B88F4D"/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52822040"/>
        <c:axId val="652824336"/>
      </c:lineChart>
      <c:catAx>
        <c:axId val="652822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+mn-cs"/>
              </a:defRPr>
            </a:pPr>
          </a:p>
        </c:txPr>
        <c:crossAx val="652824336"/>
        <c:crosses val="autoZero"/>
        <c:auto val="1"/>
        <c:lblAlgn val="ctr"/>
        <c:lblOffset val="100"/>
        <c:noMultiLvlLbl val="0"/>
      </c:catAx>
      <c:valAx>
        <c:axId val="65282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652822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43c9c1-3d55-433d-bb20-00dd2e66f22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B88F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rgbClr val="B88F4D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30"/>
        <c:axId val="435646592"/>
        <c:axId val="435648888"/>
      </c:barChart>
      <c:catAx>
        <c:axId val="435646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200" b="0" i="0" u="none" strike="noStrike" kern="1200" baseline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+mn-cs"/>
              </a:defRPr>
            </a:pPr>
          </a:p>
        </c:txPr>
        <c:crossAx val="435648888"/>
        <c:crosses val="autoZero"/>
        <c:auto val="1"/>
        <c:lblAlgn val="ctr"/>
        <c:lblOffset val="100"/>
        <c:noMultiLvlLbl val="0"/>
      </c:catAx>
      <c:valAx>
        <c:axId val="435648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1">
                  <a:lumMod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35646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b1633f8-940f-4501-a54c-0b075752d77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jpe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ppt_画板 1 副本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35" y="-1905"/>
            <a:ext cx="12192635" cy="685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ppt_画板 1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4977746" y="45024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srgbClr val="BD934E"/>
                </a:solidFill>
              </a:rPr>
              <a:t>请在这里添加标题</a:t>
            </a:r>
            <a:endParaRPr lang="zh-CN" altLang="en-US" sz="2000" dirty="0">
              <a:solidFill>
                <a:srgbClr val="BD934E"/>
              </a:solidFill>
            </a:endParaRPr>
          </a:p>
        </p:txBody>
      </p:sp>
      <p:pic>
        <p:nvPicPr>
          <p:cNvPr id="20" name="图片 19" descr="G:\2021\校庆\PPT\logo-08.pnglogo-08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rot="17197349" flipH="1">
            <a:off x="4494838" y="468682"/>
            <a:ext cx="525802" cy="484314"/>
          </a:xfrm>
          <a:prstGeom prst="rect">
            <a:avLst/>
          </a:prstGeom>
        </p:spPr>
      </p:pic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9065" y="154305"/>
            <a:ext cx="2072640" cy="1256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9065" y="154305"/>
            <a:ext cx="2072640" cy="1256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66.xml"/><Relationship Id="rId4" Type="http://schemas.openxmlformats.org/officeDocument/2006/relationships/image" Target="../media/image4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microsoft.com/office/2007/relationships/hdphoto" Target="../media/image18.wdp"/><Relationship Id="rId7" Type="http://schemas.openxmlformats.org/officeDocument/2006/relationships/image" Target="../media/image17.png"/><Relationship Id="rId6" Type="http://schemas.microsoft.com/office/2007/relationships/hdphoto" Target="../media/image16.wdp"/><Relationship Id="rId5" Type="http://schemas.openxmlformats.org/officeDocument/2006/relationships/image" Target="../media/image15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12.wdp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4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microsoft.com/office/2007/relationships/hdphoto" Target="../media/image21.wdp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77.xml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microsoft.com/office/2007/relationships/hdphoto" Target="../media/image18.wdp"/><Relationship Id="rId7" Type="http://schemas.openxmlformats.org/officeDocument/2006/relationships/image" Target="../media/image17.png"/><Relationship Id="rId6" Type="http://schemas.microsoft.com/office/2007/relationships/hdphoto" Target="../media/image16.wdp"/><Relationship Id="rId5" Type="http://schemas.openxmlformats.org/officeDocument/2006/relationships/image" Target="../media/image15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12.wdp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79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80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9.png"/><Relationship Id="rId2" Type="http://schemas.microsoft.com/office/2007/relationships/hdphoto" Target="../media/image38.wdp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82.xml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3.xml"/><Relationship Id="rId3" Type="http://schemas.openxmlformats.org/officeDocument/2006/relationships/image" Target="../media/image42.bmp"/><Relationship Id="rId2" Type="http://schemas.openxmlformats.org/officeDocument/2006/relationships/image" Target="../media/image41.bmp"/><Relationship Id="rId1" Type="http://schemas.openxmlformats.org/officeDocument/2006/relationships/image" Target="../media/image40.bmp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85.xml"/><Relationship Id="rId7" Type="http://schemas.microsoft.com/office/2007/relationships/hdphoto" Target="../media/image48.wdp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tags" Target="../tags/tag8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26" name="矩形 25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1C3193">
                  <a:alpha val="95000"/>
                </a:srgbClr>
              </a:gs>
              <a:gs pos="100000">
                <a:srgbClr val="10132F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23" name="图片 22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6275E"/>
          </a:solidFill>
          <a:ln>
            <a:noFill/>
          </a:ln>
          <a:effectLst>
            <a:outerShdw blurRad="1016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09486" y="3034687"/>
            <a:ext cx="927412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60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</a:t>
            </a:r>
            <a:endParaRPr lang="en-US" sz="6000" b="1" dirty="0">
              <a:solidFill>
                <a:srgbClr val="B88F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64967" y="4144081"/>
            <a:ext cx="912405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sz="1600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</a:t>
            </a:r>
            <a:endParaRPr lang="en-US" sz="1600" dirty="0">
              <a:solidFill>
                <a:srgbClr val="B88F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85" y="93345"/>
            <a:ext cx="2072640" cy="12560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-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0" y="5479924"/>
            <a:ext cx="4485640" cy="1738756"/>
          </a:xfrm>
          <a:prstGeom prst="rect">
            <a:avLst/>
          </a:prstGeom>
        </p:spPr>
      </p:pic>
      <p:pic>
        <p:nvPicPr>
          <p:cNvPr id="4" name="图片 3" descr="logo-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7190422" y="5575075"/>
            <a:ext cx="4128770" cy="1600424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 rotWithShape="1">
          <a:blip r:embed="rId2"/>
          <a:srcRect b="9511"/>
          <a:stretch>
            <a:fillRect/>
          </a:stretch>
        </p:blipFill>
        <p:spPr>
          <a:xfrm>
            <a:off x="-9525" y="5166360"/>
            <a:ext cx="12233910" cy="169164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175000" y="655270"/>
            <a:ext cx="5842000" cy="1349762"/>
            <a:chOff x="3175000" y="706070"/>
            <a:chExt cx="5842000" cy="1349762"/>
          </a:xfrm>
        </p:grpSpPr>
        <p:sp>
          <p:nvSpPr>
            <p:cNvPr id="16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3175000" y="706070"/>
              <a:ext cx="5842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0" b="1">
                  <a:gradFill flip="none" rotWithShape="1">
                    <a:gsLst>
                      <a:gs pos="0">
                        <a:schemeClr val="bg1"/>
                      </a:gs>
                      <a:gs pos="71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0" dirty="0">
                  <a:gradFill flip="none" rotWithShape="1">
                    <a:gsLst>
                      <a:gs pos="0">
                        <a:srgbClr val="B88F4D">
                          <a:alpha val="50000"/>
                        </a:srgbClr>
                      </a:gs>
                      <a:gs pos="71000">
                        <a:srgbClr val="B88F4D">
                          <a:alpha val="0"/>
                        </a:srgbClr>
                      </a:gs>
                    </a:gsLst>
                    <a:lin ang="5400000" scaled="0"/>
                    <a:tileRect/>
                  </a:gradFill>
                  <a:sym typeface="+mn-lt"/>
                </a:rPr>
                <a:t>CONTENT</a:t>
              </a:r>
              <a:endParaRPr lang="en-US" altLang="zh-CN" sz="8000" dirty="0">
                <a:gradFill flip="none" rotWithShape="1">
                  <a:gsLst>
                    <a:gs pos="0">
                      <a:srgbClr val="B88F4D">
                        <a:alpha val="50000"/>
                      </a:srgbClr>
                    </a:gs>
                    <a:gs pos="71000">
                      <a:srgbClr val="B88F4D">
                        <a:alpha val="0"/>
                      </a:srgbClr>
                    </a:gs>
                  </a:gsLst>
                  <a:lin ang="5400000" scaled="0"/>
                  <a:tileRect/>
                </a:gradFill>
                <a:sym typeface="+mn-lt"/>
              </a:endParaRPr>
            </a:p>
          </p:txBody>
        </p:sp>
        <p:sp>
          <p:nvSpPr>
            <p:cNvPr id="20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4635500" y="1257300"/>
              <a:ext cx="2921000" cy="7985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44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目录</a:t>
              </a:r>
              <a:endParaRPr lang="en-US" altLang="zh-CN" sz="44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02225" y="2442820"/>
            <a:ext cx="4939774" cy="1240790"/>
            <a:chOff x="932815" y="2457450"/>
            <a:chExt cx="4939774" cy="1240790"/>
          </a:xfrm>
        </p:grpSpPr>
        <p:sp>
          <p:nvSpPr>
            <p:cNvPr id="22" name="TextBox 2"/>
            <p:cNvSpPr txBox="1"/>
            <p:nvPr>
              <p:custDataLst>
                <p:tags r:id="rId5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lang="en-US" altLang="zh-CN" sz="40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443892" y="2554631"/>
              <a:ext cx="3428697" cy="103934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74325" y="2442820"/>
            <a:ext cx="5384276" cy="1240790"/>
            <a:chOff x="932815" y="2457450"/>
            <a:chExt cx="5384276" cy="1240790"/>
          </a:xfrm>
        </p:grpSpPr>
        <p:sp>
          <p:nvSpPr>
            <p:cNvPr id="44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  <a:endParaRPr lang="en-US" altLang="zh-CN" sz="40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2443892" y="2658180"/>
              <a:ext cx="3873199" cy="8393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2225" y="4119220"/>
            <a:ext cx="5107096" cy="1240790"/>
            <a:chOff x="932815" y="2457450"/>
            <a:chExt cx="5107096" cy="1240790"/>
          </a:xfrm>
        </p:grpSpPr>
        <p:sp>
          <p:nvSpPr>
            <p:cNvPr id="48" name="TextBox 2"/>
            <p:cNvSpPr txBox="1"/>
            <p:nvPr>
              <p:custDataLst>
                <p:tags r:id="rId7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  <a:endParaRPr lang="en-US" altLang="zh-CN" sz="40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2443892" y="2643530"/>
              <a:ext cx="3596019" cy="86932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274325" y="4119220"/>
            <a:ext cx="5384276" cy="1240790"/>
            <a:chOff x="932815" y="2457450"/>
            <a:chExt cx="5384276" cy="1240790"/>
          </a:xfrm>
        </p:grpSpPr>
        <p:sp>
          <p:nvSpPr>
            <p:cNvPr id="52" name="TextBox 2"/>
            <p:cNvSpPr txBox="1"/>
            <p:nvPr>
              <p:custDataLst>
                <p:tags r:id="rId8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  <a:endParaRPr lang="en-US" altLang="zh-CN" sz="40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443893" y="2617553"/>
              <a:ext cx="3873198" cy="8647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8" name="图片 7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9525" y="1227455"/>
            <a:ext cx="12201525" cy="4322446"/>
          </a:xfrm>
          <a:prstGeom prst="rect">
            <a:avLst/>
          </a:prstGeom>
          <a:solidFill>
            <a:srgbClr val="0627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6532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01</a:t>
            </a:r>
            <a:endParaRPr lang="en-US" altLang="zh-CN" sz="7200" b="1" spc="200" dirty="0">
              <a:solidFill>
                <a:srgbClr val="B88F4D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690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chemeClr val="bg1"/>
                </a:solidFill>
                <a:ea typeface="微软雅黑" panose="020B0503020204020204" pitchFamily="34" charset="-122"/>
              </a:rPr>
              <a:t>单击此处添加标题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903980" y="2765425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815" y="2863215"/>
            <a:ext cx="2072640" cy="12560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3800" y="4792135"/>
            <a:ext cx="3526743" cy="1077560"/>
            <a:chOff x="1887176" y="1780605"/>
            <a:chExt cx="2665493" cy="1077560"/>
          </a:xfrm>
        </p:grpSpPr>
        <p:sp>
          <p:nvSpPr>
            <p:cNvPr id="31" name="矩形 30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01686" y="4792135"/>
            <a:ext cx="3526743" cy="1077560"/>
            <a:chOff x="1887176" y="1780605"/>
            <a:chExt cx="2665493" cy="1077560"/>
          </a:xfrm>
        </p:grpSpPr>
        <p:sp>
          <p:nvSpPr>
            <p:cNvPr id="34" name="矩形 33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l="4405" r="4405"/>
          <a:stretch>
            <a:fillRect/>
          </a:stretch>
        </p:blipFill>
        <p:spPr>
          <a:xfrm>
            <a:off x="537029" y="1613571"/>
            <a:ext cx="11117942" cy="262842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8349572" y="4792135"/>
            <a:ext cx="3526743" cy="1077560"/>
            <a:chOff x="1887176" y="1780605"/>
            <a:chExt cx="2665493" cy="1077560"/>
          </a:xfrm>
        </p:grpSpPr>
        <p:sp>
          <p:nvSpPr>
            <p:cNvPr id="16" name="矩形 1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40445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0069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84200" y="1943100"/>
            <a:ext cx="2387600" cy="3720791"/>
            <a:chOff x="977900" y="1943100"/>
            <a:chExt cx="2387600" cy="3720791"/>
          </a:xfrm>
        </p:grpSpPr>
        <p:sp>
          <p:nvSpPr>
            <p:cNvPr id="2" name="矩形 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471333" y="1943099"/>
            <a:ext cx="2387600" cy="3720791"/>
            <a:chOff x="977900" y="1943100"/>
            <a:chExt cx="2387600" cy="3581400"/>
          </a:xfrm>
        </p:grpSpPr>
        <p:sp>
          <p:nvSpPr>
            <p:cNvPr id="60" name="矩形 59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B88F4D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  <a:endParaRPr lang="en-US" altLang="zh-CN" sz="5400" b="1" spc="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358466" y="1943100"/>
            <a:ext cx="2387600" cy="3720791"/>
            <a:chOff x="977900" y="1943100"/>
            <a:chExt cx="2387600" cy="3720791"/>
          </a:xfrm>
        </p:grpSpPr>
        <p:sp>
          <p:nvSpPr>
            <p:cNvPr id="66" name="矩形 65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245600" y="1943100"/>
            <a:ext cx="2387600" cy="3720791"/>
            <a:chOff x="977900" y="1943100"/>
            <a:chExt cx="2387600" cy="3720791"/>
          </a:xfrm>
        </p:grpSpPr>
        <p:sp>
          <p:nvSpPr>
            <p:cNvPr id="72" name="矩形 7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4200" y="1828798"/>
            <a:ext cx="2387600" cy="4025902"/>
            <a:chOff x="584200" y="1943098"/>
            <a:chExt cx="2387600" cy="4025902"/>
          </a:xfrm>
        </p:grpSpPr>
        <p:sp>
          <p:nvSpPr>
            <p:cNvPr id="7" name="矩形 6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15" name="组合 1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399367" y="1828798"/>
            <a:ext cx="2387600" cy="4025902"/>
            <a:chOff x="584200" y="1943098"/>
            <a:chExt cx="2387600" cy="4025902"/>
          </a:xfrm>
        </p:grpSpPr>
        <p:sp>
          <p:nvSpPr>
            <p:cNvPr id="21" name="矩形 20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25" name="组合 2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6214534" y="1828798"/>
            <a:ext cx="2387600" cy="4025902"/>
            <a:chOff x="584200" y="1943098"/>
            <a:chExt cx="2387600" cy="4025902"/>
          </a:xfrm>
        </p:grpSpPr>
        <p:sp>
          <p:nvSpPr>
            <p:cNvPr id="29" name="矩形 28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1" name="组合 30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9029700" y="1828798"/>
            <a:ext cx="2387600" cy="4025902"/>
            <a:chOff x="584200" y="1943098"/>
            <a:chExt cx="2387600" cy="4025902"/>
          </a:xfrm>
        </p:grpSpPr>
        <p:sp>
          <p:nvSpPr>
            <p:cNvPr id="35" name="矩形 34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7" name="组合 36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8186"/>
            <a:ext cx="12192000" cy="383703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638278" y="1748186"/>
            <a:ext cx="2975122" cy="3837022"/>
          </a:xfrm>
          <a:prstGeom prst="rect">
            <a:avLst/>
          </a:prstGeom>
          <a:solidFill>
            <a:srgbClr val="06275E">
              <a:alpha val="9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831953" y="3559462"/>
            <a:ext cx="2587772" cy="1317626"/>
            <a:chOff x="1791290" y="1780605"/>
            <a:chExt cx="1955824" cy="1317626"/>
          </a:xfrm>
        </p:grpSpPr>
        <p:sp>
          <p:nvSpPr>
            <p:cNvPr id="31" name="矩形 3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666978" y="2296651"/>
            <a:ext cx="917722" cy="849816"/>
            <a:chOff x="3249147" y="1687821"/>
            <a:chExt cx="1659434" cy="1536650"/>
          </a:xfrm>
        </p:grpSpPr>
        <p:sp>
          <p:nvSpPr>
            <p:cNvPr id="7" name="任意多边形: 形状 6"/>
            <p:cNvSpPr/>
            <p:nvPr/>
          </p:nvSpPr>
          <p:spPr>
            <a:xfrm>
              <a:off x="3249147" y="1687821"/>
              <a:ext cx="1659434" cy="1536650"/>
            </a:xfrm>
            <a:custGeom>
              <a:avLst/>
              <a:gdLst>
                <a:gd name="connsiteX0" fmla="*/ 1632091 w 1659433"/>
                <a:gd name="connsiteY0" fmla="*/ 478662 h 1536650"/>
                <a:gd name="connsiteX1" fmla="*/ 1550063 w 1659433"/>
                <a:gd name="connsiteY1" fmla="*/ 497613 h 1536650"/>
                <a:gd name="connsiteX2" fmla="*/ 1484424 w 1659433"/>
                <a:gd name="connsiteY2" fmla="*/ 572401 h 1536650"/>
                <a:gd name="connsiteX3" fmla="*/ 1317214 w 1659433"/>
                <a:gd name="connsiteY3" fmla="*/ 644946 h 1536650"/>
                <a:gd name="connsiteX4" fmla="*/ 1288495 w 1659433"/>
                <a:gd name="connsiteY4" fmla="*/ 644946 h 1536650"/>
                <a:gd name="connsiteX5" fmla="*/ 1228488 w 1659433"/>
                <a:gd name="connsiteY5" fmla="*/ 343120 h 1536650"/>
                <a:gd name="connsiteX6" fmla="*/ 1327064 w 1659433"/>
                <a:gd name="connsiteY6" fmla="*/ 286880 h 1536650"/>
                <a:gd name="connsiteX7" fmla="*/ 1406557 w 1659433"/>
                <a:gd name="connsiteY7" fmla="*/ 215737 h 1536650"/>
                <a:gd name="connsiteX8" fmla="*/ 1401975 w 1659433"/>
                <a:gd name="connsiteY8" fmla="*/ 131632 h 1536650"/>
                <a:gd name="connsiteX9" fmla="*/ 1317948 w 1659433"/>
                <a:gd name="connsiteY9" fmla="*/ 136208 h 1536650"/>
                <a:gd name="connsiteX10" fmla="*/ 1135922 w 1659433"/>
                <a:gd name="connsiteY10" fmla="*/ 242676 h 1536650"/>
                <a:gd name="connsiteX11" fmla="*/ 912189 w 1659433"/>
                <a:gd name="connsiteY11" fmla="*/ 242676 h 1536650"/>
                <a:gd name="connsiteX12" fmla="*/ 912189 w 1659433"/>
                <a:gd name="connsiteY12" fmla="*/ 218799 h 1536650"/>
                <a:gd name="connsiteX13" fmla="*/ 952985 w 1659433"/>
                <a:gd name="connsiteY13" fmla="*/ 126341 h 1536650"/>
                <a:gd name="connsiteX14" fmla="*/ 826226 w 1659433"/>
                <a:gd name="connsiteY14" fmla="*/ 286 h 1536650"/>
                <a:gd name="connsiteX15" fmla="*/ 825688 w 1659433"/>
                <a:gd name="connsiteY15" fmla="*/ 273 h 1536650"/>
                <a:gd name="connsiteX16" fmla="*/ 825686 w 1659433"/>
                <a:gd name="connsiteY16" fmla="*/ 273 h 1536650"/>
                <a:gd name="connsiteX17" fmla="*/ 825685 w 1659433"/>
                <a:gd name="connsiteY17" fmla="*/ 273 h 1536650"/>
                <a:gd name="connsiteX18" fmla="*/ 698392 w 1659433"/>
                <a:gd name="connsiteY18" fmla="*/ 126341 h 1536650"/>
                <a:gd name="connsiteX19" fmla="*/ 739188 w 1659433"/>
                <a:gd name="connsiteY19" fmla="*/ 218801 h 1536650"/>
                <a:gd name="connsiteX20" fmla="*/ 739188 w 1659433"/>
                <a:gd name="connsiteY20" fmla="*/ 242680 h 1536650"/>
                <a:gd name="connsiteX21" fmla="*/ 482068 w 1659433"/>
                <a:gd name="connsiteY21" fmla="*/ 242680 h 1536650"/>
                <a:gd name="connsiteX22" fmla="*/ 320082 w 1659433"/>
                <a:gd name="connsiteY22" fmla="*/ 141652 h 1536650"/>
                <a:gd name="connsiteX23" fmla="*/ 320223 w 1659433"/>
                <a:gd name="connsiteY23" fmla="*/ 141868 h 1536650"/>
                <a:gd name="connsiteX24" fmla="*/ 320184 w 1659433"/>
                <a:gd name="connsiteY24" fmla="*/ 141894 h 1536650"/>
                <a:gd name="connsiteX25" fmla="*/ 270943 w 1659433"/>
                <a:gd name="connsiteY25" fmla="*/ 115819 h 1536650"/>
                <a:gd name="connsiteX26" fmla="*/ 211411 w 1659433"/>
                <a:gd name="connsiteY26" fmla="*/ 175350 h 1536650"/>
                <a:gd name="connsiteX27" fmla="*/ 223358 w 1659433"/>
                <a:gd name="connsiteY27" fmla="*/ 211121 h 1536650"/>
                <a:gd name="connsiteX28" fmla="*/ 437504 w 1659433"/>
                <a:gd name="connsiteY28" fmla="*/ 357817 h 1536650"/>
                <a:gd name="connsiteX29" fmla="*/ 380419 w 1659433"/>
                <a:gd name="connsiteY29" fmla="*/ 644946 h 1536650"/>
                <a:gd name="connsiteX30" fmla="*/ 313625 w 1659433"/>
                <a:gd name="connsiteY30" fmla="*/ 644946 h 1536650"/>
                <a:gd name="connsiteX31" fmla="*/ 114387 w 1659433"/>
                <a:gd name="connsiteY31" fmla="*/ 520289 h 1536650"/>
                <a:gd name="connsiteX32" fmla="*/ 114563 w 1659433"/>
                <a:gd name="connsiteY32" fmla="*/ 520790 h 1536650"/>
                <a:gd name="connsiteX33" fmla="*/ 113663 w 1659433"/>
                <a:gd name="connsiteY33" fmla="*/ 521102 h 1536650"/>
                <a:gd name="connsiteX34" fmla="*/ 59804 w 1659433"/>
                <a:gd name="connsiteY34" fmla="*/ 486940 h 1536650"/>
                <a:gd name="connsiteX35" fmla="*/ 273 w 1659433"/>
                <a:gd name="connsiteY35" fmla="*/ 546472 h 1536650"/>
                <a:gd name="connsiteX36" fmla="*/ 10674 w 1659433"/>
                <a:gd name="connsiteY36" fmla="*/ 580085 h 1536650"/>
                <a:gd name="connsiteX37" fmla="*/ 68477 w 1659433"/>
                <a:gd name="connsiteY37" fmla="*/ 663425 h 1536650"/>
                <a:gd name="connsiteX38" fmla="*/ 244965 w 1659433"/>
                <a:gd name="connsiteY38" fmla="*/ 757934 h 1536650"/>
                <a:gd name="connsiteX39" fmla="*/ 129435 w 1659433"/>
                <a:gd name="connsiteY39" fmla="*/ 1468869 h 1536650"/>
                <a:gd name="connsiteX40" fmla="*/ 178642 w 1659433"/>
                <a:gd name="connsiteY40" fmla="*/ 1537179 h 1536650"/>
                <a:gd name="connsiteX41" fmla="*/ 188196 w 1659433"/>
                <a:gd name="connsiteY41" fmla="*/ 1537950 h 1536650"/>
                <a:gd name="connsiteX42" fmla="*/ 1479075 w 1659433"/>
                <a:gd name="connsiteY42" fmla="*/ 1537950 h 1536650"/>
                <a:gd name="connsiteX43" fmla="*/ 1538607 w 1659433"/>
                <a:gd name="connsiteY43" fmla="*/ 1478419 h 1536650"/>
                <a:gd name="connsiteX44" fmla="*/ 1537414 w 1659433"/>
                <a:gd name="connsiteY44" fmla="*/ 1466505 h 1536650"/>
                <a:gd name="connsiteX45" fmla="*/ 1420489 w 1659433"/>
                <a:gd name="connsiteY45" fmla="*/ 746956 h 1536650"/>
                <a:gd name="connsiteX46" fmla="*/ 1651041 w 1659433"/>
                <a:gd name="connsiteY46" fmla="*/ 560692 h 1536650"/>
                <a:gd name="connsiteX47" fmla="*/ 1632091 w 1659433"/>
                <a:gd name="connsiteY47" fmla="*/ 478662 h 1536650"/>
                <a:gd name="connsiteX48" fmla="*/ 556847 w 1659433"/>
                <a:gd name="connsiteY48" fmla="*/ 368094 h 1536650"/>
                <a:gd name="connsiteX49" fmla="*/ 1112060 w 1659433"/>
                <a:gd name="connsiteY49" fmla="*/ 368094 h 1536650"/>
                <a:gd name="connsiteX50" fmla="*/ 1167102 w 1659433"/>
                <a:gd name="connsiteY50" fmla="*/ 644946 h 1536650"/>
                <a:gd name="connsiteX51" fmla="*/ 501807 w 1659433"/>
                <a:gd name="connsiteY51" fmla="*/ 644946 h 1536650"/>
                <a:gd name="connsiteX52" fmla="*/ 556847 w 1659433"/>
                <a:gd name="connsiteY52" fmla="*/ 368094 h 1536650"/>
                <a:gd name="connsiteX53" fmla="*/ 258179 w 1659433"/>
                <a:gd name="connsiteY53" fmla="*/ 1418887 h 1536650"/>
                <a:gd name="connsiteX54" fmla="*/ 364258 w 1659433"/>
                <a:gd name="connsiteY54" fmla="*/ 766097 h 1536650"/>
                <a:gd name="connsiteX55" fmla="*/ 1302974 w 1659433"/>
                <a:gd name="connsiteY55" fmla="*/ 766097 h 1536650"/>
                <a:gd name="connsiteX56" fmla="*/ 1409052 w 1659433"/>
                <a:gd name="connsiteY56" fmla="*/ 1418887 h 1536650"/>
                <a:gd name="connsiteX57" fmla="*/ 258179 w 1659433"/>
                <a:gd name="connsiteY57" fmla="*/ 1418887 h 153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59433" h="1536650">
                  <a:moveTo>
                    <a:pt x="1632091" y="478662"/>
                  </a:moveTo>
                  <a:cubicBezTo>
                    <a:pt x="1604214" y="461243"/>
                    <a:pt x="1567481" y="469727"/>
                    <a:pt x="1550063" y="497613"/>
                  </a:cubicBezTo>
                  <a:cubicBezTo>
                    <a:pt x="1549834" y="497980"/>
                    <a:pt x="1526023" y="535272"/>
                    <a:pt x="1484424" y="572401"/>
                  </a:cubicBezTo>
                  <a:cubicBezTo>
                    <a:pt x="1430494" y="620538"/>
                    <a:pt x="1374235" y="644946"/>
                    <a:pt x="1317214" y="644946"/>
                  </a:cubicBezTo>
                  <a:lnTo>
                    <a:pt x="1288495" y="644946"/>
                  </a:lnTo>
                  <a:lnTo>
                    <a:pt x="1228488" y="343120"/>
                  </a:lnTo>
                  <a:cubicBezTo>
                    <a:pt x="1260570" y="330615"/>
                    <a:pt x="1293503" y="311842"/>
                    <a:pt x="1327064" y="286880"/>
                  </a:cubicBezTo>
                  <a:cubicBezTo>
                    <a:pt x="1373757" y="252153"/>
                    <a:pt x="1405240" y="217208"/>
                    <a:pt x="1406557" y="215737"/>
                  </a:cubicBezTo>
                  <a:cubicBezTo>
                    <a:pt x="1428494" y="191247"/>
                    <a:pt x="1426463" y="153569"/>
                    <a:pt x="1401975" y="131632"/>
                  </a:cubicBezTo>
                  <a:cubicBezTo>
                    <a:pt x="1377487" y="109695"/>
                    <a:pt x="1339888" y="111719"/>
                    <a:pt x="1317948" y="136208"/>
                  </a:cubicBezTo>
                  <a:cubicBezTo>
                    <a:pt x="1291217" y="165821"/>
                    <a:pt x="1206404" y="242676"/>
                    <a:pt x="1135922" y="242676"/>
                  </a:cubicBezTo>
                  <a:lnTo>
                    <a:pt x="912189" y="242676"/>
                  </a:lnTo>
                  <a:lnTo>
                    <a:pt x="912189" y="218799"/>
                  </a:lnTo>
                  <a:cubicBezTo>
                    <a:pt x="937270" y="195773"/>
                    <a:pt x="952985" y="162882"/>
                    <a:pt x="952985" y="126341"/>
                  </a:cubicBezTo>
                  <a:cubicBezTo>
                    <a:pt x="952985" y="56900"/>
                    <a:pt x="896281" y="578"/>
                    <a:pt x="826226" y="286"/>
                  </a:cubicBezTo>
                  <a:cubicBezTo>
                    <a:pt x="826045" y="284"/>
                    <a:pt x="825869" y="273"/>
                    <a:pt x="825688" y="273"/>
                  </a:cubicBezTo>
                  <a:lnTo>
                    <a:pt x="825686" y="273"/>
                  </a:lnTo>
                  <a:lnTo>
                    <a:pt x="825685" y="273"/>
                  </a:lnTo>
                  <a:cubicBezTo>
                    <a:pt x="755382" y="273"/>
                    <a:pt x="698392" y="56719"/>
                    <a:pt x="698392" y="126341"/>
                  </a:cubicBezTo>
                  <a:cubicBezTo>
                    <a:pt x="698392" y="162882"/>
                    <a:pt x="714106" y="195775"/>
                    <a:pt x="739188" y="218801"/>
                  </a:cubicBezTo>
                  <a:lnTo>
                    <a:pt x="739188" y="242680"/>
                  </a:lnTo>
                  <a:lnTo>
                    <a:pt x="482068" y="242680"/>
                  </a:lnTo>
                  <a:cubicBezTo>
                    <a:pt x="387674" y="242680"/>
                    <a:pt x="320746" y="142662"/>
                    <a:pt x="320082" y="141652"/>
                  </a:cubicBezTo>
                  <a:lnTo>
                    <a:pt x="320223" y="141868"/>
                  </a:lnTo>
                  <a:lnTo>
                    <a:pt x="320184" y="141894"/>
                  </a:lnTo>
                  <a:cubicBezTo>
                    <a:pt x="309470" y="126157"/>
                    <a:pt x="291416" y="115819"/>
                    <a:pt x="270943" y="115819"/>
                  </a:cubicBezTo>
                  <a:cubicBezTo>
                    <a:pt x="238065" y="115819"/>
                    <a:pt x="211411" y="142472"/>
                    <a:pt x="211411" y="175350"/>
                  </a:cubicBezTo>
                  <a:cubicBezTo>
                    <a:pt x="211392" y="188257"/>
                    <a:pt x="215587" y="200817"/>
                    <a:pt x="223358" y="211121"/>
                  </a:cubicBezTo>
                  <a:cubicBezTo>
                    <a:pt x="239795" y="234694"/>
                    <a:pt x="317007" y="336524"/>
                    <a:pt x="437504" y="357817"/>
                  </a:cubicBezTo>
                  <a:lnTo>
                    <a:pt x="380419" y="644946"/>
                  </a:lnTo>
                  <a:lnTo>
                    <a:pt x="313625" y="644946"/>
                  </a:lnTo>
                  <a:cubicBezTo>
                    <a:pt x="162013" y="644946"/>
                    <a:pt x="116260" y="525379"/>
                    <a:pt x="114387" y="520289"/>
                  </a:cubicBezTo>
                  <a:lnTo>
                    <a:pt x="114563" y="520790"/>
                  </a:lnTo>
                  <a:lnTo>
                    <a:pt x="113663" y="521102"/>
                  </a:lnTo>
                  <a:cubicBezTo>
                    <a:pt x="104138" y="500915"/>
                    <a:pt x="83605" y="486940"/>
                    <a:pt x="59804" y="486940"/>
                  </a:cubicBezTo>
                  <a:cubicBezTo>
                    <a:pt x="26926" y="486940"/>
                    <a:pt x="273" y="513594"/>
                    <a:pt x="273" y="546472"/>
                  </a:cubicBezTo>
                  <a:cubicBezTo>
                    <a:pt x="256" y="558471"/>
                    <a:pt x="3883" y="570192"/>
                    <a:pt x="10674" y="580085"/>
                  </a:cubicBezTo>
                  <a:cubicBezTo>
                    <a:pt x="20245" y="600044"/>
                    <a:pt x="38369" y="631771"/>
                    <a:pt x="68477" y="663425"/>
                  </a:cubicBezTo>
                  <a:cubicBezTo>
                    <a:pt x="103401" y="700141"/>
                    <a:pt x="160326" y="742471"/>
                    <a:pt x="244965" y="757934"/>
                  </a:cubicBezTo>
                  <a:lnTo>
                    <a:pt x="129435" y="1468869"/>
                  </a:lnTo>
                  <a:cubicBezTo>
                    <a:pt x="124160" y="1501321"/>
                    <a:pt x="146191" y="1531904"/>
                    <a:pt x="178642" y="1537179"/>
                  </a:cubicBezTo>
                  <a:cubicBezTo>
                    <a:pt x="181801" y="1537692"/>
                    <a:pt x="184996" y="1537950"/>
                    <a:pt x="188196" y="1537950"/>
                  </a:cubicBezTo>
                  <a:lnTo>
                    <a:pt x="1479075" y="1537950"/>
                  </a:lnTo>
                  <a:cubicBezTo>
                    <a:pt x="1511955" y="1537950"/>
                    <a:pt x="1538607" y="1511297"/>
                    <a:pt x="1538607" y="1478419"/>
                  </a:cubicBezTo>
                  <a:cubicBezTo>
                    <a:pt x="1538607" y="1474339"/>
                    <a:pt x="1538196" y="1470354"/>
                    <a:pt x="1537414" y="1466505"/>
                  </a:cubicBezTo>
                  <a:lnTo>
                    <a:pt x="1420489" y="746956"/>
                  </a:lnTo>
                  <a:cubicBezTo>
                    <a:pt x="1562873" y="699272"/>
                    <a:pt x="1646797" y="567486"/>
                    <a:pt x="1651041" y="560692"/>
                  </a:cubicBezTo>
                  <a:cubicBezTo>
                    <a:pt x="1668459" y="532807"/>
                    <a:pt x="1659976" y="496082"/>
                    <a:pt x="1632091" y="478662"/>
                  </a:cubicBezTo>
                  <a:close/>
                  <a:moveTo>
                    <a:pt x="556847" y="368094"/>
                  </a:moveTo>
                  <a:lnTo>
                    <a:pt x="1112060" y="368094"/>
                  </a:lnTo>
                  <a:lnTo>
                    <a:pt x="1167102" y="644946"/>
                  </a:lnTo>
                  <a:lnTo>
                    <a:pt x="501807" y="644946"/>
                  </a:lnTo>
                  <a:lnTo>
                    <a:pt x="556847" y="368094"/>
                  </a:lnTo>
                  <a:close/>
                  <a:moveTo>
                    <a:pt x="258179" y="1418887"/>
                  </a:moveTo>
                  <a:lnTo>
                    <a:pt x="364258" y="766097"/>
                  </a:lnTo>
                  <a:lnTo>
                    <a:pt x="1302974" y="766097"/>
                  </a:lnTo>
                  <a:lnTo>
                    <a:pt x="1409052" y="1418887"/>
                  </a:lnTo>
                  <a:lnTo>
                    <a:pt x="258179" y="1418887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818362" y="2572922"/>
              <a:ext cx="507923" cy="552645"/>
            </a:xfrm>
            <a:custGeom>
              <a:avLst/>
              <a:gdLst>
                <a:gd name="connsiteX0" fmla="*/ 593163 w 591591"/>
                <a:gd name="connsiteY0" fmla="*/ 296872 h 643681"/>
                <a:gd name="connsiteX1" fmla="*/ 296766 w 591591"/>
                <a:gd name="connsiteY1" fmla="*/ 273 h 643681"/>
                <a:gd name="connsiteX2" fmla="*/ 369 w 591591"/>
                <a:gd name="connsiteY2" fmla="*/ 296872 h 643681"/>
                <a:gd name="connsiteX3" fmla="*/ 369 w 591591"/>
                <a:gd name="connsiteY3" fmla="*/ 581359 h 643681"/>
                <a:gd name="connsiteX4" fmla="*/ 436 w 591591"/>
                <a:gd name="connsiteY4" fmla="*/ 581359 h 643681"/>
                <a:gd name="connsiteX5" fmla="*/ 273 w 591591"/>
                <a:gd name="connsiteY5" fmla="*/ 585554 h 643681"/>
                <a:gd name="connsiteX6" fmla="*/ 59804 w 591591"/>
                <a:gd name="connsiteY6" fmla="*/ 645085 h 643681"/>
                <a:gd name="connsiteX7" fmla="*/ 119335 w 591591"/>
                <a:gd name="connsiteY7" fmla="*/ 585554 h 643681"/>
                <a:gd name="connsiteX8" fmla="*/ 119171 w 591591"/>
                <a:gd name="connsiteY8" fmla="*/ 581359 h 643681"/>
                <a:gd name="connsiteX9" fmla="*/ 119432 w 591591"/>
                <a:gd name="connsiteY9" fmla="*/ 581359 h 643681"/>
                <a:gd name="connsiteX10" fmla="*/ 119432 w 591591"/>
                <a:gd name="connsiteY10" fmla="*/ 296872 h 643681"/>
                <a:gd name="connsiteX11" fmla="*/ 296766 w 591591"/>
                <a:gd name="connsiteY11" fmla="*/ 119335 h 643681"/>
                <a:gd name="connsiteX12" fmla="*/ 474100 w 591591"/>
                <a:gd name="connsiteY12" fmla="*/ 296872 h 643681"/>
                <a:gd name="connsiteX13" fmla="*/ 474100 w 591591"/>
                <a:gd name="connsiteY13" fmla="*/ 578795 h 643681"/>
                <a:gd name="connsiteX14" fmla="*/ 473708 w 591591"/>
                <a:gd name="connsiteY14" fmla="*/ 585554 h 643681"/>
                <a:gd name="connsiteX15" fmla="*/ 533239 w 591591"/>
                <a:gd name="connsiteY15" fmla="*/ 645085 h 643681"/>
                <a:gd name="connsiteX16" fmla="*/ 592770 w 591591"/>
                <a:gd name="connsiteY16" fmla="*/ 585554 h 643681"/>
                <a:gd name="connsiteX17" fmla="*/ 592607 w 591591"/>
                <a:gd name="connsiteY17" fmla="*/ 581359 h 643681"/>
                <a:gd name="connsiteX18" fmla="*/ 593163 w 591591"/>
                <a:gd name="connsiteY18" fmla="*/ 581359 h 643681"/>
                <a:gd name="connsiteX19" fmla="*/ 593163 w 591591"/>
                <a:gd name="connsiteY19" fmla="*/ 296872 h 64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1591" h="643681">
                  <a:moveTo>
                    <a:pt x="593163" y="296872"/>
                  </a:moveTo>
                  <a:cubicBezTo>
                    <a:pt x="593163" y="133327"/>
                    <a:pt x="460200" y="273"/>
                    <a:pt x="296766" y="273"/>
                  </a:cubicBezTo>
                  <a:cubicBezTo>
                    <a:pt x="133332" y="273"/>
                    <a:pt x="369" y="133327"/>
                    <a:pt x="369" y="296872"/>
                  </a:cubicBezTo>
                  <a:lnTo>
                    <a:pt x="369" y="581359"/>
                  </a:lnTo>
                  <a:lnTo>
                    <a:pt x="436" y="581359"/>
                  </a:lnTo>
                  <a:cubicBezTo>
                    <a:pt x="333" y="582755"/>
                    <a:pt x="278" y="584154"/>
                    <a:pt x="273" y="585554"/>
                  </a:cubicBezTo>
                  <a:cubicBezTo>
                    <a:pt x="273" y="618432"/>
                    <a:pt x="26926" y="645085"/>
                    <a:pt x="59804" y="645085"/>
                  </a:cubicBezTo>
                  <a:cubicBezTo>
                    <a:pt x="92682" y="645085"/>
                    <a:pt x="119335" y="618432"/>
                    <a:pt x="119335" y="585554"/>
                  </a:cubicBezTo>
                  <a:cubicBezTo>
                    <a:pt x="119335" y="584142"/>
                    <a:pt x="119268" y="582747"/>
                    <a:pt x="119171" y="581359"/>
                  </a:cubicBezTo>
                  <a:lnTo>
                    <a:pt x="119432" y="581359"/>
                  </a:lnTo>
                  <a:lnTo>
                    <a:pt x="119432" y="296872"/>
                  </a:lnTo>
                  <a:cubicBezTo>
                    <a:pt x="119432" y="198978"/>
                    <a:pt x="198984" y="119335"/>
                    <a:pt x="296766" y="119335"/>
                  </a:cubicBezTo>
                  <a:cubicBezTo>
                    <a:pt x="394548" y="119335"/>
                    <a:pt x="474100" y="198978"/>
                    <a:pt x="474100" y="296872"/>
                  </a:cubicBezTo>
                  <a:lnTo>
                    <a:pt x="474100" y="578795"/>
                  </a:lnTo>
                  <a:cubicBezTo>
                    <a:pt x="473842" y="581039"/>
                    <a:pt x="473711" y="583296"/>
                    <a:pt x="473708" y="585554"/>
                  </a:cubicBezTo>
                  <a:cubicBezTo>
                    <a:pt x="473708" y="618432"/>
                    <a:pt x="500361" y="645085"/>
                    <a:pt x="533239" y="645085"/>
                  </a:cubicBezTo>
                  <a:cubicBezTo>
                    <a:pt x="566117" y="645085"/>
                    <a:pt x="592770" y="618432"/>
                    <a:pt x="592770" y="585554"/>
                  </a:cubicBezTo>
                  <a:cubicBezTo>
                    <a:pt x="592770" y="584142"/>
                    <a:pt x="592703" y="582747"/>
                    <a:pt x="592607" y="581359"/>
                  </a:cubicBezTo>
                  <a:lnTo>
                    <a:pt x="593163" y="581359"/>
                  </a:lnTo>
                  <a:lnTo>
                    <a:pt x="593163" y="296872"/>
                  </a:lnTo>
                  <a:close/>
                </a:path>
              </a:pathLst>
            </a:custGeom>
            <a:gradFill>
              <a:gsLst>
                <a:gs pos="62000">
                  <a:srgbClr val="0B3774"/>
                </a:gs>
                <a:gs pos="93000">
                  <a:srgbClr val="0B3774">
                    <a:alpha val="0"/>
                  </a:srgbClr>
                </a:gs>
                <a:gs pos="0">
                  <a:schemeClr val="accent1">
                    <a:lumMod val="75000"/>
                  </a:schemeClr>
                </a:gs>
              </a:gsLst>
              <a:lin ang="5400000" scaled="0"/>
            </a:gra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0800000">
            <a:off x="715199" y="1277253"/>
            <a:ext cx="11049737" cy="5065490"/>
          </a:xfrm>
          <a:prstGeom prst="rect">
            <a:avLst/>
          </a:prstGeom>
          <a:gradFill flip="none" rotWithShape="1">
            <a:gsLst>
              <a:gs pos="0">
                <a:srgbClr val="1C3193">
                  <a:alpha val="0"/>
                </a:srgbClr>
              </a:gs>
              <a:gs pos="56000">
                <a:srgbClr val="06275E"/>
              </a:gs>
            </a:gsLst>
            <a:lin ang="0" scaled="1"/>
            <a:tileRect/>
          </a:gra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200" y="1277257"/>
            <a:ext cx="4840530" cy="5065490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6695069" y="1772293"/>
            <a:ext cx="4211261" cy="1036617"/>
            <a:chOff x="7213297" y="1987953"/>
            <a:chExt cx="4211261" cy="1036617"/>
          </a:xfrm>
        </p:grpSpPr>
        <p:pic>
          <p:nvPicPr>
            <p:cNvPr id="62" name="图形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6635157" y="3287447"/>
            <a:ext cx="4271173" cy="1018149"/>
            <a:chOff x="7153385" y="3282771"/>
            <a:chExt cx="4271173" cy="1018149"/>
          </a:xfrm>
        </p:grpSpPr>
        <p:pic>
          <p:nvPicPr>
            <p:cNvPr id="67" name="图形 6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68" name="组合 67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6636272" y="4784133"/>
            <a:ext cx="4270058" cy="1001360"/>
            <a:chOff x="7154500" y="4575910"/>
            <a:chExt cx="4270058" cy="1001360"/>
          </a:xfrm>
        </p:grpSpPr>
        <p:pic>
          <p:nvPicPr>
            <p:cNvPr id="72" name="图形 7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73" name="组合 72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792480" y="1869440"/>
          <a:ext cx="6129020" cy="36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7738158" y="2343185"/>
            <a:ext cx="3526743" cy="1077560"/>
            <a:chOff x="1887176" y="1780605"/>
            <a:chExt cx="2665493" cy="1077560"/>
          </a:xfrm>
        </p:grpSpPr>
        <p:sp>
          <p:nvSpPr>
            <p:cNvPr id="33" name="矩形 32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738158" y="4233998"/>
            <a:ext cx="3526743" cy="1077560"/>
            <a:chOff x="1887176" y="1780605"/>
            <a:chExt cx="2665493" cy="1077560"/>
          </a:xfrm>
        </p:grpSpPr>
        <p:sp>
          <p:nvSpPr>
            <p:cNvPr id="36" name="矩形 3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438151" y="1605260"/>
          <a:ext cx="5721349" cy="4272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276797" y="1772293"/>
            <a:ext cx="4211261" cy="1036617"/>
            <a:chOff x="7213297" y="1987953"/>
            <a:chExt cx="4211261" cy="1036617"/>
          </a:xfrm>
        </p:grpSpPr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7216885" y="3208735"/>
            <a:ext cx="4271173" cy="1018149"/>
            <a:chOff x="7153385" y="3282771"/>
            <a:chExt cx="4271173" cy="1018149"/>
          </a:xfrm>
        </p:grpSpPr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34" name="组合 33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218000" y="4626710"/>
            <a:ext cx="4270058" cy="1001360"/>
            <a:chOff x="7154500" y="4575910"/>
            <a:chExt cx="4270058" cy="1001360"/>
          </a:xfrm>
        </p:grpSpPr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37" name="组合 36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 uiExpand="1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任意多边形: 形状 65"/>
          <p:cNvSpPr/>
          <p:nvPr/>
        </p:nvSpPr>
        <p:spPr>
          <a:xfrm>
            <a:off x="6071928" y="1596460"/>
            <a:ext cx="69688" cy="4608000"/>
          </a:xfrm>
          <a:custGeom>
            <a:avLst/>
            <a:gdLst>
              <a:gd name="connsiteX0" fmla="*/ 0 w 0"/>
              <a:gd name="connsiteY0" fmla="*/ 0 h 3977640"/>
              <a:gd name="connsiteX1" fmla="*/ 0 w 0"/>
              <a:gd name="connsiteY1" fmla="*/ 3977640 h 397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977640">
                <a:moveTo>
                  <a:pt x="0" y="0"/>
                </a:moveTo>
                <a:lnTo>
                  <a:pt x="0" y="3977640"/>
                </a:lnTo>
              </a:path>
            </a:pathLst>
          </a:custGeom>
          <a:ln>
            <a:solidFill>
              <a:srgbClr val="BD934E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68350" y="1596460"/>
            <a:ext cx="2584308" cy="4268924"/>
            <a:chOff x="7868350" y="1596460"/>
            <a:chExt cx="2584308" cy="4268924"/>
          </a:xfrm>
        </p:grpSpPr>
        <p:grpSp>
          <p:nvGrpSpPr>
            <p:cNvPr id="53" name="组合 52"/>
            <p:cNvGrpSpPr/>
            <p:nvPr/>
          </p:nvGrpSpPr>
          <p:grpSpPr>
            <a:xfrm>
              <a:off x="7868350" y="1596460"/>
              <a:ext cx="2584308" cy="2584308"/>
              <a:chOff x="5705475" y="1200150"/>
              <a:chExt cx="1695450" cy="1695450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5705475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6074568" y="1544203"/>
                <a:ext cx="976529" cy="971766"/>
                <a:chOff x="6074568" y="1544203"/>
                <a:chExt cx="976529" cy="971766"/>
              </a:xfrm>
            </p:grpSpPr>
            <p:sp>
              <p:nvSpPr>
                <p:cNvPr id="56" name="任意多边形: 形状 55"/>
                <p:cNvSpPr/>
                <p:nvPr/>
              </p:nvSpPr>
              <p:spPr>
                <a:xfrm>
                  <a:off x="6074568" y="1544203"/>
                  <a:ext cx="976529" cy="971766"/>
                </a:xfrm>
                <a:custGeom>
                  <a:avLst/>
                  <a:gdLst>
                    <a:gd name="connsiteX0" fmla="*/ 0 w 1026319"/>
                    <a:gd name="connsiteY0" fmla="*/ 97631 h 1026318"/>
                    <a:gd name="connsiteX1" fmla="*/ 100013 w 1026319"/>
                    <a:gd name="connsiteY1" fmla="*/ 0 h 1026318"/>
                    <a:gd name="connsiteX2" fmla="*/ 511969 w 1026319"/>
                    <a:gd name="connsiteY2" fmla="*/ 411956 h 1026318"/>
                    <a:gd name="connsiteX3" fmla="*/ 921544 w 1026319"/>
                    <a:gd name="connsiteY3" fmla="*/ 2381 h 1026318"/>
                    <a:gd name="connsiteX4" fmla="*/ 1026319 w 1026319"/>
                    <a:gd name="connsiteY4" fmla="*/ 100012 h 1026318"/>
                    <a:gd name="connsiteX5" fmla="*/ 621506 w 1026319"/>
                    <a:gd name="connsiteY5" fmla="*/ 511968 h 1026318"/>
                    <a:gd name="connsiteX6" fmla="*/ 1023938 w 1026319"/>
                    <a:gd name="connsiteY6" fmla="*/ 921543 h 1026318"/>
                    <a:gd name="connsiteX7" fmla="*/ 928688 w 1026319"/>
                    <a:gd name="connsiteY7" fmla="*/ 1026318 h 1026318"/>
                    <a:gd name="connsiteX8" fmla="*/ 519113 w 1026319"/>
                    <a:gd name="connsiteY8" fmla="*/ 619125 h 1026318"/>
                    <a:gd name="connsiteX9" fmla="*/ 104775 w 1026319"/>
                    <a:gd name="connsiteY9" fmla="*/ 1023937 h 1026318"/>
                    <a:gd name="connsiteX10" fmla="*/ 2381 w 1026319"/>
                    <a:gd name="connsiteY10" fmla="*/ 923925 h 1026318"/>
                    <a:gd name="connsiteX11" fmla="*/ 409575 w 1026319"/>
                    <a:gd name="connsiteY11" fmla="*/ 511968 h 1026318"/>
                    <a:gd name="connsiteX12" fmla="*/ 0 w 1026319"/>
                    <a:gd name="connsiteY12" fmla="*/ 97631 h 1026318"/>
                    <a:gd name="connsiteX0-1" fmla="*/ 0 w 1026319"/>
                    <a:gd name="connsiteY0-2" fmla="*/ 97631 h 1026318"/>
                    <a:gd name="connsiteX1-3" fmla="*/ 100013 w 1026319"/>
                    <a:gd name="connsiteY1-4" fmla="*/ 0 h 1026318"/>
                    <a:gd name="connsiteX2-5" fmla="*/ 522441 w 1026319"/>
                    <a:gd name="connsiteY2-6" fmla="*/ 396248 h 1026318"/>
                    <a:gd name="connsiteX3-7" fmla="*/ 921544 w 1026319"/>
                    <a:gd name="connsiteY3-8" fmla="*/ 2381 h 1026318"/>
                    <a:gd name="connsiteX4-9" fmla="*/ 1026319 w 1026319"/>
                    <a:gd name="connsiteY4-10" fmla="*/ 100012 h 1026318"/>
                    <a:gd name="connsiteX5-11" fmla="*/ 621506 w 1026319"/>
                    <a:gd name="connsiteY5-12" fmla="*/ 511968 h 1026318"/>
                    <a:gd name="connsiteX6-13" fmla="*/ 1023938 w 1026319"/>
                    <a:gd name="connsiteY6-14" fmla="*/ 921543 h 1026318"/>
                    <a:gd name="connsiteX7-15" fmla="*/ 928688 w 1026319"/>
                    <a:gd name="connsiteY7-16" fmla="*/ 1026318 h 1026318"/>
                    <a:gd name="connsiteX8-17" fmla="*/ 519113 w 1026319"/>
                    <a:gd name="connsiteY8-18" fmla="*/ 619125 h 1026318"/>
                    <a:gd name="connsiteX9-19" fmla="*/ 104775 w 1026319"/>
                    <a:gd name="connsiteY9-20" fmla="*/ 1023937 h 1026318"/>
                    <a:gd name="connsiteX10-21" fmla="*/ 2381 w 1026319"/>
                    <a:gd name="connsiteY10-22" fmla="*/ 923925 h 1026318"/>
                    <a:gd name="connsiteX11-23" fmla="*/ 409575 w 1026319"/>
                    <a:gd name="connsiteY11-24" fmla="*/ 511968 h 1026318"/>
                    <a:gd name="connsiteX12-25" fmla="*/ 0 w 1026319"/>
                    <a:gd name="connsiteY12-26" fmla="*/ 97631 h 1026318"/>
                    <a:gd name="connsiteX0-27" fmla="*/ 0 w 1026319"/>
                    <a:gd name="connsiteY0-28" fmla="*/ 108104 h 1036791"/>
                    <a:gd name="connsiteX1-29" fmla="*/ 110485 w 1026319"/>
                    <a:gd name="connsiteY1-30" fmla="*/ 0 h 1036791"/>
                    <a:gd name="connsiteX2-31" fmla="*/ 522441 w 1026319"/>
                    <a:gd name="connsiteY2-32" fmla="*/ 406721 h 1036791"/>
                    <a:gd name="connsiteX3-33" fmla="*/ 921544 w 1026319"/>
                    <a:gd name="connsiteY3-34" fmla="*/ 12854 h 1036791"/>
                    <a:gd name="connsiteX4-35" fmla="*/ 1026319 w 1026319"/>
                    <a:gd name="connsiteY4-36" fmla="*/ 110485 h 1036791"/>
                    <a:gd name="connsiteX5-37" fmla="*/ 621506 w 1026319"/>
                    <a:gd name="connsiteY5-38" fmla="*/ 522441 h 1036791"/>
                    <a:gd name="connsiteX6-39" fmla="*/ 1023938 w 1026319"/>
                    <a:gd name="connsiteY6-40" fmla="*/ 932016 h 1036791"/>
                    <a:gd name="connsiteX7-41" fmla="*/ 928688 w 1026319"/>
                    <a:gd name="connsiteY7-42" fmla="*/ 1036791 h 1036791"/>
                    <a:gd name="connsiteX8-43" fmla="*/ 519113 w 1026319"/>
                    <a:gd name="connsiteY8-44" fmla="*/ 629598 h 1036791"/>
                    <a:gd name="connsiteX9-45" fmla="*/ 104775 w 1026319"/>
                    <a:gd name="connsiteY9-46" fmla="*/ 1034410 h 1036791"/>
                    <a:gd name="connsiteX10-47" fmla="*/ 2381 w 1026319"/>
                    <a:gd name="connsiteY10-48" fmla="*/ 934398 h 1036791"/>
                    <a:gd name="connsiteX11-49" fmla="*/ 409575 w 1026319"/>
                    <a:gd name="connsiteY11-50" fmla="*/ 522441 h 1036791"/>
                    <a:gd name="connsiteX12-51" fmla="*/ 0 w 1026319"/>
                    <a:gd name="connsiteY12-52" fmla="*/ 108104 h 1036791"/>
                    <a:gd name="connsiteX0-53" fmla="*/ 0 w 1026319"/>
                    <a:gd name="connsiteY0-54" fmla="*/ 108104 h 1036791"/>
                    <a:gd name="connsiteX1-55" fmla="*/ 110485 w 1026319"/>
                    <a:gd name="connsiteY1-56" fmla="*/ 0 h 1036791"/>
                    <a:gd name="connsiteX2-57" fmla="*/ 522441 w 1026319"/>
                    <a:gd name="connsiteY2-58" fmla="*/ 406721 h 1036791"/>
                    <a:gd name="connsiteX3-59" fmla="*/ 921544 w 1026319"/>
                    <a:gd name="connsiteY3-60" fmla="*/ 12854 h 1036791"/>
                    <a:gd name="connsiteX4-61" fmla="*/ 1026319 w 1026319"/>
                    <a:gd name="connsiteY4-62" fmla="*/ 110485 h 1036791"/>
                    <a:gd name="connsiteX5-63" fmla="*/ 647688 w 1026319"/>
                    <a:gd name="connsiteY5-64" fmla="*/ 496260 h 1036791"/>
                    <a:gd name="connsiteX6-65" fmla="*/ 1023938 w 1026319"/>
                    <a:gd name="connsiteY6-66" fmla="*/ 932016 h 1036791"/>
                    <a:gd name="connsiteX7-67" fmla="*/ 928688 w 1026319"/>
                    <a:gd name="connsiteY7-68" fmla="*/ 1036791 h 1036791"/>
                    <a:gd name="connsiteX8-69" fmla="*/ 519113 w 1026319"/>
                    <a:gd name="connsiteY8-70" fmla="*/ 629598 h 1036791"/>
                    <a:gd name="connsiteX9-71" fmla="*/ 104775 w 1026319"/>
                    <a:gd name="connsiteY9-72" fmla="*/ 1034410 h 1036791"/>
                    <a:gd name="connsiteX10-73" fmla="*/ 2381 w 1026319"/>
                    <a:gd name="connsiteY10-74" fmla="*/ 934398 h 1036791"/>
                    <a:gd name="connsiteX11-75" fmla="*/ 409575 w 1026319"/>
                    <a:gd name="connsiteY11-76" fmla="*/ 522441 h 1036791"/>
                    <a:gd name="connsiteX12-77" fmla="*/ 0 w 1026319"/>
                    <a:gd name="connsiteY12-78" fmla="*/ 108104 h 1036791"/>
                    <a:gd name="connsiteX0-79" fmla="*/ 0 w 1044883"/>
                    <a:gd name="connsiteY0-80" fmla="*/ 108104 h 1036791"/>
                    <a:gd name="connsiteX1-81" fmla="*/ 110485 w 1044883"/>
                    <a:gd name="connsiteY1-82" fmla="*/ 0 h 1036791"/>
                    <a:gd name="connsiteX2-83" fmla="*/ 522441 w 1044883"/>
                    <a:gd name="connsiteY2-84" fmla="*/ 406721 h 1036791"/>
                    <a:gd name="connsiteX3-85" fmla="*/ 921544 w 1044883"/>
                    <a:gd name="connsiteY3-86" fmla="*/ 12854 h 1036791"/>
                    <a:gd name="connsiteX4-87" fmla="*/ 1026319 w 1044883"/>
                    <a:gd name="connsiteY4-88" fmla="*/ 110485 h 1036791"/>
                    <a:gd name="connsiteX5-89" fmla="*/ 647688 w 1044883"/>
                    <a:gd name="connsiteY5-90" fmla="*/ 496260 h 1036791"/>
                    <a:gd name="connsiteX6-91" fmla="*/ 1044883 w 1044883"/>
                    <a:gd name="connsiteY6-92" fmla="*/ 916307 h 1036791"/>
                    <a:gd name="connsiteX7-93" fmla="*/ 928688 w 1044883"/>
                    <a:gd name="connsiteY7-94" fmla="*/ 1036791 h 1036791"/>
                    <a:gd name="connsiteX8-95" fmla="*/ 519113 w 1044883"/>
                    <a:gd name="connsiteY8-96" fmla="*/ 629598 h 1036791"/>
                    <a:gd name="connsiteX9-97" fmla="*/ 104775 w 1044883"/>
                    <a:gd name="connsiteY9-98" fmla="*/ 1034410 h 1036791"/>
                    <a:gd name="connsiteX10-99" fmla="*/ 2381 w 1044883"/>
                    <a:gd name="connsiteY10-100" fmla="*/ 934398 h 1036791"/>
                    <a:gd name="connsiteX11-101" fmla="*/ 409575 w 1044883"/>
                    <a:gd name="connsiteY11-102" fmla="*/ 522441 h 1036791"/>
                    <a:gd name="connsiteX12-103" fmla="*/ 0 w 1044883"/>
                    <a:gd name="connsiteY12-104" fmla="*/ 108104 h 1036791"/>
                    <a:gd name="connsiteX0-105" fmla="*/ 0 w 1044883"/>
                    <a:gd name="connsiteY0-106" fmla="*/ 108104 h 1036791"/>
                    <a:gd name="connsiteX1-107" fmla="*/ 110485 w 1044883"/>
                    <a:gd name="connsiteY1-108" fmla="*/ 0 h 1036791"/>
                    <a:gd name="connsiteX2-109" fmla="*/ 522441 w 1044883"/>
                    <a:gd name="connsiteY2-110" fmla="*/ 406721 h 1036791"/>
                    <a:gd name="connsiteX3-111" fmla="*/ 921544 w 1044883"/>
                    <a:gd name="connsiteY3-112" fmla="*/ 12854 h 1036791"/>
                    <a:gd name="connsiteX4-113" fmla="*/ 1026319 w 1044883"/>
                    <a:gd name="connsiteY4-114" fmla="*/ 110485 h 1036791"/>
                    <a:gd name="connsiteX5-115" fmla="*/ 642452 w 1044883"/>
                    <a:gd name="connsiteY5-116" fmla="*/ 511968 h 1036791"/>
                    <a:gd name="connsiteX6-117" fmla="*/ 1044883 w 1044883"/>
                    <a:gd name="connsiteY6-118" fmla="*/ 916307 h 1036791"/>
                    <a:gd name="connsiteX7-119" fmla="*/ 928688 w 1044883"/>
                    <a:gd name="connsiteY7-120" fmla="*/ 1036791 h 1036791"/>
                    <a:gd name="connsiteX8-121" fmla="*/ 519113 w 1044883"/>
                    <a:gd name="connsiteY8-122" fmla="*/ 629598 h 1036791"/>
                    <a:gd name="connsiteX9-123" fmla="*/ 104775 w 1044883"/>
                    <a:gd name="connsiteY9-124" fmla="*/ 1034410 h 1036791"/>
                    <a:gd name="connsiteX10-125" fmla="*/ 2381 w 1044883"/>
                    <a:gd name="connsiteY10-126" fmla="*/ 934398 h 1036791"/>
                    <a:gd name="connsiteX11-127" fmla="*/ 409575 w 1044883"/>
                    <a:gd name="connsiteY11-128" fmla="*/ 522441 h 1036791"/>
                    <a:gd name="connsiteX12-129" fmla="*/ 0 w 1044883"/>
                    <a:gd name="connsiteY12-130" fmla="*/ 108104 h 1036791"/>
                    <a:gd name="connsiteX0-131" fmla="*/ 0 w 1047264"/>
                    <a:gd name="connsiteY0-132" fmla="*/ 108104 h 1036791"/>
                    <a:gd name="connsiteX1-133" fmla="*/ 110485 w 1047264"/>
                    <a:gd name="connsiteY1-134" fmla="*/ 0 h 1036791"/>
                    <a:gd name="connsiteX2-135" fmla="*/ 522441 w 1047264"/>
                    <a:gd name="connsiteY2-136" fmla="*/ 406721 h 1036791"/>
                    <a:gd name="connsiteX3-137" fmla="*/ 921544 w 1047264"/>
                    <a:gd name="connsiteY3-138" fmla="*/ 12854 h 1036791"/>
                    <a:gd name="connsiteX4-139" fmla="*/ 1047264 w 1047264"/>
                    <a:gd name="connsiteY4-140" fmla="*/ 120958 h 1036791"/>
                    <a:gd name="connsiteX5-141" fmla="*/ 642452 w 1047264"/>
                    <a:gd name="connsiteY5-142" fmla="*/ 511968 h 1036791"/>
                    <a:gd name="connsiteX6-143" fmla="*/ 1044883 w 1047264"/>
                    <a:gd name="connsiteY6-144" fmla="*/ 916307 h 1036791"/>
                    <a:gd name="connsiteX7-145" fmla="*/ 928688 w 1047264"/>
                    <a:gd name="connsiteY7-146" fmla="*/ 1036791 h 1036791"/>
                    <a:gd name="connsiteX8-147" fmla="*/ 519113 w 1047264"/>
                    <a:gd name="connsiteY8-148" fmla="*/ 629598 h 1036791"/>
                    <a:gd name="connsiteX9-149" fmla="*/ 104775 w 1047264"/>
                    <a:gd name="connsiteY9-150" fmla="*/ 1034410 h 1036791"/>
                    <a:gd name="connsiteX10-151" fmla="*/ 2381 w 1047264"/>
                    <a:gd name="connsiteY10-152" fmla="*/ 934398 h 1036791"/>
                    <a:gd name="connsiteX11-153" fmla="*/ 409575 w 1047264"/>
                    <a:gd name="connsiteY11-154" fmla="*/ 522441 h 1036791"/>
                    <a:gd name="connsiteX12-155" fmla="*/ 0 w 1047264"/>
                    <a:gd name="connsiteY12-156" fmla="*/ 108104 h 1036791"/>
                    <a:gd name="connsiteX0-157" fmla="*/ 0 w 1047264"/>
                    <a:gd name="connsiteY0-158" fmla="*/ 108104 h 1036791"/>
                    <a:gd name="connsiteX1-159" fmla="*/ 110485 w 1047264"/>
                    <a:gd name="connsiteY1-160" fmla="*/ 0 h 1036791"/>
                    <a:gd name="connsiteX2-161" fmla="*/ 522441 w 1047264"/>
                    <a:gd name="connsiteY2-162" fmla="*/ 406721 h 1036791"/>
                    <a:gd name="connsiteX3-163" fmla="*/ 921544 w 1047264"/>
                    <a:gd name="connsiteY3-164" fmla="*/ 12854 h 1036791"/>
                    <a:gd name="connsiteX4-165" fmla="*/ 1047264 w 1047264"/>
                    <a:gd name="connsiteY4-166" fmla="*/ 120958 h 1036791"/>
                    <a:gd name="connsiteX5-167" fmla="*/ 658162 w 1047264"/>
                    <a:gd name="connsiteY5-168" fmla="*/ 517205 h 1036791"/>
                    <a:gd name="connsiteX6-169" fmla="*/ 1044883 w 1047264"/>
                    <a:gd name="connsiteY6-170" fmla="*/ 916307 h 1036791"/>
                    <a:gd name="connsiteX7-171" fmla="*/ 928688 w 1047264"/>
                    <a:gd name="connsiteY7-172" fmla="*/ 1036791 h 1036791"/>
                    <a:gd name="connsiteX8-173" fmla="*/ 519113 w 1047264"/>
                    <a:gd name="connsiteY8-174" fmla="*/ 629598 h 1036791"/>
                    <a:gd name="connsiteX9-175" fmla="*/ 104775 w 1047264"/>
                    <a:gd name="connsiteY9-176" fmla="*/ 1034410 h 1036791"/>
                    <a:gd name="connsiteX10-177" fmla="*/ 2381 w 1047264"/>
                    <a:gd name="connsiteY10-178" fmla="*/ 934398 h 1036791"/>
                    <a:gd name="connsiteX11-179" fmla="*/ 409575 w 1047264"/>
                    <a:gd name="connsiteY11-180" fmla="*/ 522441 h 1036791"/>
                    <a:gd name="connsiteX12-181" fmla="*/ 0 w 1047264"/>
                    <a:gd name="connsiteY12-182" fmla="*/ 108104 h 1036791"/>
                    <a:gd name="connsiteX0-183" fmla="*/ 0 w 1047264"/>
                    <a:gd name="connsiteY0-184" fmla="*/ 108104 h 1036791"/>
                    <a:gd name="connsiteX1-185" fmla="*/ 110485 w 1047264"/>
                    <a:gd name="connsiteY1-186" fmla="*/ 0 h 1036791"/>
                    <a:gd name="connsiteX2-187" fmla="*/ 522441 w 1047264"/>
                    <a:gd name="connsiteY2-188" fmla="*/ 406721 h 1036791"/>
                    <a:gd name="connsiteX3-189" fmla="*/ 921544 w 1047264"/>
                    <a:gd name="connsiteY3-190" fmla="*/ 12854 h 1036791"/>
                    <a:gd name="connsiteX4-191" fmla="*/ 1047264 w 1047264"/>
                    <a:gd name="connsiteY4-192" fmla="*/ 120958 h 1036791"/>
                    <a:gd name="connsiteX5-193" fmla="*/ 658162 w 1047264"/>
                    <a:gd name="connsiteY5-194" fmla="*/ 517205 h 1036791"/>
                    <a:gd name="connsiteX6-195" fmla="*/ 1044883 w 1047264"/>
                    <a:gd name="connsiteY6-196" fmla="*/ 916307 h 1036791"/>
                    <a:gd name="connsiteX7-197" fmla="*/ 928688 w 1047264"/>
                    <a:gd name="connsiteY7-198" fmla="*/ 1036791 h 1036791"/>
                    <a:gd name="connsiteX8-199" fmla="*/ 529586 w 1047264"/>
                    <a:gd name="connsiteY8-200" fmla="*/ 645308 h 1036791"/>
                    <a:gd name="connsiteX9-201" fmla="*/ 104775 w 1047264"/>
                    <a:gd name="connsiteY9-202" fmla="*/ 1034410 h 1036791"/>
                    <a:gd name="connsiteX10-203" fmla="*/ 2381 w 1047264"/>
                    <a:gd name="connsiteY10-204" fmla="*/ 934398 h 1036791"/>
                    <a:gd name="connsiteX11-205" fmla="*/ 409575 w 1047264"/>
                    <a:gd name="connsiteY11-206" fmla="*/ 522441 h 1036791"/>
                    <a:gd name="connsiteX12-207" fmla="*/ 0 w 1047264"/>
                    <a:gd name="connsiteY12-208" fmla="*/ 108104 h 1036791"/>
                    <a:gd name="connsiteX0-209" fmla="*/ 0 w 1047264"/>
                    <a:gd name="connsiteY0-210" fmla="*/ 108104 h 1055355"/>
                    <a:gd name="connsiteX1-211" fmla="*/ 110485 w 1047264"/>
                    <a:gd name="connsiteY1-212" fmla="*/ 0 h 1055355"/>
                    <a:gd name="connsiteX2-213" fmla="*/ 522441 w 1047264"/>
                    <a:gd name="connsiteY2-214" fmla="*/ 406721 h 1055355"/>
                    <a:gd name="connsiteX3-215" fmla="*/ 921544 w 1047264"/>
                    <a:gd name="connsiteY3-216" fmla="*/ 12854 h 1055355"/>
                    <a:gd name="connsiteX4-217" fmla="*/ 1047264 w 1047264"/>
                    <a:gd name="connsiteY4-218" fmla="*/ 120958 h 1055355"/>
                    <a:gd name="connsiteX5-219" fmla="*/ 658162 w 1047264"/>
                    <a:gd name="connsiteY5-220" fmla="*/ 517205 h 1055355"/>
                    <a:gd name="connsiteX6-221" fmla="*/ 1044883 w 1047264"/>
                    <a:gd name="connsiteY6-222" fmla="*/ 916307 h 1055355"/>
                    <a:gd name="connsiteX7-223" fmla="*/ 928688 w 1047264"/>
                    <a:gd name="connsiteY7-224" fmla="*/ 1036791 h 1055355"/>
                    <a:gd name="connsiteX8-225" fmla="*/ 529586 w 1047264"/>
                    <a:gd name="connsiteY8-226" fmla="*/ 645308 h 1055355"/>
                    <a:gd name="connsiteX9-227" fmla="*/ 136192 w 1047264"/>
                    <a:gd name="connsiteY9-228" fmla="*/ 1055355 h 1055355"/>
                    <a:gd name="connsiteX10-229" fmla="*/ 2381 w 1047264"/>
                    <a:gd name="connsiteY10-230" fmla="*/ 934398 h 1055355"/>
                    <a:gd name="connsiteX11-231" fmla="*/ 409575 w 1047264"/>
                    <a:gd name="connsiteY11-232" fmla="*/ 522441 h 1055355"/>
                    <a:gd name="connsiteX12-233" fmla="*/ 0 w 1047264"/>
                    <a:gd name="connsiteY12-234" fmla="*/ 108104 h 1055355"/>
                    <a:gd name="connsiteX0-235" fmla="*/ 0 w 1060354"/>
                    <a:gd name="connsiteY0-236" fmla="*/ 115959 h 1055355"/>
                    <a:gd name="connsiteX1-237" fmla="*/ 123575 w 1060354"/>
                    <a:gd name="connsiteY1-238" fmla="*/ 0 h 1055355"/>
                    <a:gd name="connsiteX2-239" fmla="*/ 535531 w 1060354"/>
                    <a:gd name="connsiteY2-240" fmla="*/ 406721 h 1055355"/>
                    <a:gd name="connsiteX3-241" fmla="*/ 934634 w 1060354"/>
                    <a:gd name="connsiteY3-242" fmla="*/ 12854 h 1055355"/>
                    <a:gd name="connsiteX4-243" fmla="*/ 1060354 w 1060354"/>
                    <a:gd name="connsiteY4-244" fmla="*/ 120958 h 1055355"/>
                    <a:gd name="connsiteX5-245" fmla="*/ 671252 w 1060354"/>
                    <a:gd name="connsiteY5-246" fmla="*/ 517205 h 1055355"/>
                    <a:gd name="connsiteX6-247" fmla="*/ 1057973 w 1060354"/>
                    <a:gd name="connsiteY6-248" fmla="*/ 916307 h 1055355"/>
                    <a:gd name="connsiteX7-249" fmla="*/ 941778 w 1060354"/>
                    <a:gd name="connsiteY7-250" fmla="*/ 1036791 h 1055355"/>
                    <a:gd name="connsiteX8-251" fmla="*/ 542676 w 1060354"/>
                    <a:gd name="connsiteY8-252" fmla="*/ 645308 h 1055355"/>
                    <a:gd name="connsiteX9-253" fmla="*/ 149282 w 1060354"/>
                    <a:gd name="connsiteY9-254" fmla="*/ 1055355 h 1055355"/>
                    <a:gd name="connsiteX10-255" fmla="*/ 15471 w 1060354"/>
                    <a:gd name="connsiteY10-256" fmla="*/ 934398 h 1055355"/>
                    <a:gd name="connsiteX11-257" fmla="*/ 422665 w 1060354"/>
                    <a:gd name="connsiteY11-258" fmla="*/ 522441 h 1055355"/>
                    <a:gd name="connsiteX12-259" fmla="*/ 0 w 1060354"/>
                    <a:gd name="connsiteY12-260" fmla="*/ 115959 h 1055355"/>
                    <a:gd name="connsiteX0-261" fmla="*/ 0 w 1060354"/>
                    <a:gd name="connsiteY0-262" fmla="*/ 115959 h 1055355"/>
                    <a:gd name="connsiteX1-263" fmla="*/ 123575 w 1060354"/>
                    <a:gd name="connsiteY1-264" fmla="*/ 0 h 1055355"/>
                    <a:gd name="connsiteX2-265" fmla="*/ 535531 w 1060354"/>
                    <a:gd name="connsiteY2-266" fmla="*/ 406721 h 1055355"/>
                    <a:gd name="connsiteX3-267" fmla="*/ 934634 w 1060354"/>
                    <a:gd name="connsiteY3-268" fmla="*/ 12854 h 1055355"/>
                    <a:gd name="connsiteX4-269" fmla="*/ 1060354 w 1060354"/>
                    <a:gd name="connsiteY4-270" fmla="*/ 120958 h 1055355"/>
                    <a:gd name="connsiteX5-271" fmla="*/ 671252 w 1060354"/>
                    <a:gd name="connsiteY5-272" fmla="*/ 517205 h 1055355"/>
                    <a:gd name="connsiteX6-273" fmla="*/ 1057973 w 1060354"/>
                    <a:gd name="connsiteY6-274" fmla="*/ 916307 h 1055355"/>
                    <a:gd name="connsiteX7-275" fmla="*/ 941778 w 1060354"/>
                    <a:gd name="connsiteY7-276" fmla="*/ 1036791 h 1055355"/>
                    <a:gd name="connsiteX8-277" fmla="*/ 542676 w 1060354"/>
                    <a:gd name="connsiteY8-278" fmla="*/ 645308 h 1055355"/>
                    <a:gd name="connsiteX9-279" fmla="*/ 149282 w 1060354"/>
                    <a:gd name="connsiteY9-280" fmla="*/ 1055355 h 1055355"/>
                    <a:gd name="connsiteX10-281" fmla="*/ 15471 w 1060354"/>
                    <a:gd name="connsiteY10-282" fmla="*/ 934398 h 1055355"/>
                    <a:gd name="connsiteX11-283" fmla="*/ 414810 w 1060354"/>
                    <a:gd name="connsiteY11-284" fmla="*/ 527678 h 1055355"/>
                    <a:gd name="connsiteX12-285" fmla="*/ 0 w 1060354"/>
                    <a:gd name="connsiteY12-286" fmla="*/ 115959 h 1055355"/>
                    <a:gd name="connsiteX0-287" fmla="*/ 0 w 1060354"/>
                    <a:gd name="connsiteY0-288" fmla="*/ 115959 h 1055355"/>
                    <a:gd name="connsiteX1-289" fmla="*/ 123575 w 1060354"/>
                    <a:gd name="connsiteY1-290" fmla="*/ 0 h 1055355"/>
                    <a:gd name="connsiteX2-291" fmla="*/ 535531 w 1060354"/>
                    <a:gd name="connsiteY2-292" fmla="*/ 406721 h 1055355"/>
                    <a:gd name="connsiteX3-293" fmla="*/ 929397 w 1060354"/>
                    <a:gd name="connsiteY3-294" fmla="*/ 2381 h 1055355"/>
                    <a:gd name="connsiteX4-295" fmla="*/ 1060354 w 1060354"/>
                    <a:gd name="connsiteY4-296" fmla="*/ 120958 h 1055355"/>
                    <a:gd name="connsiteX5-297" fmla="*/ 671252 w 1060354"/>
                    <a:gd name="connsiteY5-298" fmla="*/ 517205 h 1055355"/>
                    <a:gd name="connsiteX6-299" fmla="*/ 1057973 w 1060354"/>
                    <a:gd name="connsiteY6-300" fmla="*/ 916307 h 1055355"/>
                    <a:gd name="connsiteX7-301" fmla="*/ 941778 w 1060354"/>
                    <a:gd name="connsiteY7-302" fmla="*/ 1036791 h 1055355"/>
                    <a:gd name="connsiteX8-303" fmla="*/ 542676 w 1060354"/>
                    <a:gd name="connsiteY8-304" fmla="*/ 645308 h 1055355"/>
                    <a:gd name="connsiteX9-305" fmla="*/ 149282 w 1060354"/>
                    <a:gd name="connsiteY9-306" fmla="*/ 1055355 h 1055355"/>
                    <a:gd name="connsiteX10-307" fmla="*/ 15471 w 1060354"/>
                    <a:gd name="connsiteY10-308" fmla="*/ 934398 h 1055355"/>
                    <a:gd name="connsiteX11-309" fmla="*/ 414810 w 1060354"/>
                    <a:gd name="connsiteY11-310" fmla="*/ 527678 h 1055355"/>
                    <a:gd name="connsiteX12-311" fmla="*/ 0 w 1060354"/>
                    <a:gd name="connsiteY12-312" fmla="*/ 115959 h 1055355"/>
                    <a:gd name="connsiteX0-313" fmla="*/ 0 w 1060354"/>
                    <a:gd name="connsiteY0-314" fmla="*/ 115959 h 1055355"/>
                    <a:gd name="connsiteX1-315" fmla="*/ 123575 w 1060354"/>
                    <a:gd name="connsiteY1-316" fmla="*/ 0 h 1055355"/>
                    <a:gd name="connsiteX2-317" fmla="*/ 532914 w 1060354"/>
                    <a:gd name="connsiteY2-318" fmla="*/ 396248 h 1055355"/>
                    <a:gd name="connsiteX3-319" fmla="*/ 929397 w 1060354"/>
                    <a:gd name="connsiteY3-320" fmla="*/ 2381 h 1055355"/>
                    <a:gd name="connsiteX4-321" fmla="*/ 1060354 w 1060354"/>
                    <a:gd name="connsiteY4-322" fmla="*/ 120958 h 1055355"/>
                    <a:gd name="connsiteX5-323" fmla="*/ 671252 w 1060354"/>
                    <a:gd name="connsiteY5-324" fmla="*/ 517205 h 1055355"/>
                    <a:gd name="connsiteX6-325" fmla="*/ 1057973 w 1060354"/>
                    <a:gd name="connsiteY6-326" fmla="*/ 916307 h 1055355"/>
                    <a:gd name="connsiteX7-327" fmla="*/ 941778 w 1060354"/>
                    <a:gd name="connsiteY7-328" fmla="*/ 1036791 h 1055355"/>
                    <a:gd name="connsiteX8-329" fmla="*/ 542676 w 1060354"/>
                    <a:gd name="connsiteY8-330" fmla="*/ 645308 h 1055355"/>
                    <a:gd name="connsiteX9-331" fmla="*/ 149282 w 1060354"/>
                    <a:gd name="connsiteY9-332" fmla="*/ 1055355 h 1055355"/>
                    <a:gd name="connsiteX10-333" fmla="*/ 15471 w 1060354"/>
                    <a:gd name="connsiteY10-334" fmla="*/ 934398 h 1055355"/>
                    <a:gd name="connsiteX11-335" fmla="*/ 414810 w 1060354"/>
                    <a:gd name="connsiteY11-336" fmla="*/ 527678 h 1055355"/>
                    <a:gd name="connsiteX12-337" fmla="*/ 0 w 1060354"/>
                    <a:gd name="connsiteY12-338" fmla="*/ 115959 h 1055355"/>
                    <a:gd name="connsiteX0-339" fmla="*/ 0 w 1060354"/>
                    <a:gd name="connsiteY0-340" fmla="*/ 126432 h 1065828"/>
                    <a:gd name="connsiteX1-341" fmla="*/ 123575 w 1060354"/>
                    <a:gd name="connsiteY1-342" fmla="*/ 0 h 1065828"/>
                    <a:gd name="connsiteX2-343" fmla="*/ 532914 w 1060354"/>
                    <a:gd name="connsiteY2-344" fmla="*/ 406721 h 1065828"/>
                    <a:gd name="connsiteX3-345" fmla="*/ 929397 w 1060354"/>
                    <a:gd name="connsiteY3-346" fmla="*/ 12854 h 1065828"/>
                    <a:gd name="connsiteX4-347" fmla="*/ 1060354 w 1060354"/>
                    <a:gd name="connsiteY4-348" fmla="*/ 131431 h 1065828"/>
                    <a:gd name="connsiteX5-349" fmla="*/ 671252 w 1060354"/>
                    <a:gd name="connsiteY5-350" fmla="*/ 527678 h 1065828"/>
                    <a:gd name="connsiteX6-351" fmla="*/ 1057973 w 1060354"/>
                    <a:gd name="connsiteY6-352" fmla="*/ 926780 h 1065828"/>
                    <a:gd name="connsiteX7-353" fmla="*/ 941778 w 1060354"/>
                    <a:gd name="connsiteY7-354" fmla="*/ 1047264 h 1065828"/>
                    <a:gd name="connsiteX8-355" fmla="*/ 542676 w 1060354"/>
                    <a:gd name="connsiteY8-356" fmla="*/ 655781 h 1065828"/>
                    <a:gd name="connsiteX9-357" fmla="*/ 149282 w 1060354"/>
                    <a:gd name="connsiteY9-358" fmla="*/ 1065828 h 1065828"/>
                    <a:gd name="connsiteX10-359" fmla="*/ 15471 w 1060354"/>
                    <a:gd name="connsiteY10-360" fmla="*/ 944871 h 1065828"/>
                    <a:gd name="connsiteX11-361" fmla="*/ 414810 w 1060354"/>
                    <a:gd name="connsiteY11-362" fmla="*/ 538151 h 1065828"/>
                    <a:gd name="connsiteX12-363" fmla="*/ 0 w 1060354"/>
                    <a:gd name="connsiteY12-364" fmla="*/ 126432 h 1065828"/>
                    <a:gd name="connsiteX0-365" fmla="*/ 0 w 1060354"/>
                    <a:gd name="connsiteY0-366" fmla="*/ 129050 h 1068446"/>
                    <a:gd name="connsiteX1-367" fmla="*/ 128811 w 1060354"/>
                    <a:gd name="connsiteY1-368" fmla="*/ 0 h 1068446"/>
                    <a:gd name="connsiteX2-369" fmla="*/ 532914 w 1060354"/>
                    <a:gd name="connsiteY2-370" fmla="*/ 409339 h 1068446"/>
                    <a:gd name="connsiteX3-371" fmla="*/ 929397 w 1060354"/>
                    <a:gd name="connsiteY3-372" fmla="*/ 15472 h 1068446"/>
                    <a:gd name="connsiteX4-373" fmla="*/ 1060354 w 1060354"/>
                    <a:gd name="connsiteY4-374" fmla="*/ 134049 h 1068446"/>
                    <a:gd name="connsiteX5-375" fmla="*/ 671252 w 1060354"/>
                    <a:gd name="connsiteY5-376" fmla="*/ 530296 h 1068446"/>
                    <a:gd name="connsiteX6-377" fmla="*/ 1057973 w 1060354"/>
                    <a:gd name="connsiteY6-378" fmla="*/ 929398 h 1068446"/>
                    <a:gd name="connsiteX7-379" fmla="*/ 941778 w 1060354"/>
                    <a:gd name="connsiteY7-380" fmla="*/ 1049882 h 1068446"/>
                    <a:gd name="connsiteX8-381" fmla="*/ 542676 w 1060354"/>
                    <a:gd name="connsiteY8-382" fmla="*/ 658399 h 1068446"/>
                    <a:gd name="connsiteX9-383" fmla="*/ 149282 w 1060354"/>
                    <a:gd name="connsiteY9-384" fmla="*/ 1068446 h 1068446"/>
                    <a:gd name="connsiteX10-385" fmla="*/ 15471 w 1060354"/>
                    <a:gd name="connsiteY10-386" fmla="*/ 947489 h 1068446"/>
                    <a:gd name="connsiteX11-387" fmla="*/ 414810 w 1060354"/>
                    <a:gd name="connsiteY11-388" fmla="*/ 540769 h 1068446"/>
                    <a:gd name="connsiteX12-389" fmla="*/ 0 w 1060354"/>
                    <a:gd name="connsiteY12-390" fmla="*/ 129050 h 1068446"/>
                    <a:gd name="connsiteX0-391" fmla="*/ 0 w 1060354"/>
                    <a:gd name="connsiteY0-392" fmla="*/ 129050 h 1068446"/>
                    <a:gd name="connsiteX1-393" fmla="*/ 128811 w 1060354"/>
                    <a:gd name="connsiteY1-394" fmla="*/ 0 h 1068446"/>
                    <a:gd name="connsiteX2-395" fmla="*/ 532914 w 1060354"/>
                    <a:gd name="connsiteY2-396" fmla="*/ 409339 h 1068446"/>
                    <a:gd name="connsiteX3-397" fmla="*/ 929397 w 1060354"/>
                    <a:gd name="connsiteY3-398" fmla="*/ 15472 h 1068446"/>
                    <a:gd name="connsiteX4-399" fmla="*/ 1060354 w 1060354"/>
                    <a:gd name="connsiteY4-400" fmla="*/ 134049 h 1068446"/>
                    <a:gd name="connsiteX5-401" fmla="*/ 671252 w 1060354"/>
                    <a:gd name="connsiteY5-402" fmla="*/ 530296 h 1068446"/>
                    <a:gd name="connsiteX6-403" fmla="*/ 1057973 w 1060354"/>
                    <a:gd name="connsiteY6-404" fmla="*/ 929398 h 1068446"/>
                    <a:gd name="connsiteX7-405" fmla="*/ 941778 w 1060354"/>
                    <a:gd name="connsiteY7-406" fmla="*/ 1049882 h 1068446"/>
                    <a:gd name="connsiteX8-407" fmla="*/ 542676 w 1060354"/>
                    <a:gd name="connsiteY8-408" fmla="*/ 658399 h 1068446"/>
                    <a:gd name="connsiteX9-409" fmla="*/ 149282 w 1060354"/>
                    <a:gd name="connsiteY9-410" fmla="*/ 1068446 h 1068446"/>
                    <a:gd name="connsiteX10-411" fmla="*/ 10235 w 1060354"/>
                    <a:gd name="connsiteY10-412" fmla="*/ 939635 h 1068446"/>
                    <a:gd name="connsiteX11-413" fmla="*/ 414810 w 1060354"/>
                    <a:gd name="connsiteY11-414" fmla="*/ 540769 h 1068446"/>
                    <a:gd name="connsiteX12-415" fmla="*/ 0 w 1060354"/>
                    <a:gd name="connsiteY12-416" fmla="*/ 129050 h 1068446"/>
                    <a:gd name="connsiteX0-417" fmla="*/ 0 w 1068445"/>
                    <a:gd name="connsiteY0-418" fmla="*/ 129050 h 1068446"/>
                    <a:gd name="connsiteX1-419" fmla="*/ 128811 w 1068445"/>
                    <a:gd name="connsiteY1-420" fmla="*/ 0 h 1068446"/>
                    <a:gd name="connsiteX2-421" fmla="*/ 532914 w 1068445"/>
                    <a:gd name="connsiteY2-422" fmla="*/ 409339 h 1068446"/>
                    <a:gd name="connsiteX3-423" fmla="*/ 929397 w 1068445"/>
                    <a:gd name="connsiteY3-424" fmla="*/ 15472 h 1068446"/>
                    <a:gd name="connsiteX4-425" fmla="*/ 1060354 w 1068445"/>
                    <a:gd name="connsiteY4-426" fmla="*/ 134049 h 1068446"/>
                    <a:gd name="connsiteX5-427" fmla="*/ 671252 w 1068445"/>
                    <a:gd name="connsiteY5-428" fmla="*/ 530296 h 1068446"/>
                    <a:gd name="connsiteX6-429" fmla="*/ 1068445 w 1068445"/>
                    <a:gd name="connsiteY6-430" fmla="*/ 916307 h 1068446"/>
                    <a:gd name="connsiteX7-431" fmla="*/ 941778 w 1068445"/>
                    <a:gd name="connsiteY7-432" fmla="*/ 1049882 h 1068446"/>
                    <a:gd name="connsiteX8-433" fmla="*/ 542676 w 1068445"/>
                    <a:gd name="connsiteY8-434" fmla="*/ 658399 h 1068446"/>
                    <a:gd name="connsiteX9-435" fmla="*/ 149282 w 1068445"/>
                    <a:gd name="connsiteY9-436" fmla="*/ 1068446 h 1068446"/>
                    <a:gd name="connsiteX10-437" fmla="*/ 10235 w 1068445"/>
                    <a:gd name="connsiteY10-438" fmla="*/ 939635 h 1068446"/>
                    <a:gd name="connsiteX11-439" fmla="*/ 414810 w 1068445"/>
                    <a:gd name="connsiteY11-440" fmla="*/ 540769 h 1068446"/>
                    <a:gd name="connsiteX12-441" fmla="*/ 0 w 1068445"/>
                    <a:gd name="connsiteY12-442" fmla="*/ 129050 h 1068446"/>
                    <a:gd name="connsiteX0-443" fmla="*/ 0 w 1068445"/>
                    <a:gd name="connsiteY0-444" fmla="*/ 129050 h 1068446"/>
                    <a:gd name="connsiteX1-445" fmla="*/ 128811 w 1068445"/>
                    <a:gd name="connsiteY1-446" fmla="*/ 0 h 1068446"/>
                    <a:gd name="connsiteX2-447" fmla="*/ 538150 w 1068445"/>
                    <a:gd name="connsiteY2-448" fmla="*/ 401485 h 1068446"/>
                    <a:gd name="connsiteX3-449" fmla="*/ 929397 w 1068445"/>
                    <a:gd name="connsiteY3-450" fmla="*/ 15472 h 1068446"/>
                    <a:gd name="connsiteX4-451" fmla="*/ 1060354 w 1068445"/>
                    <a:gd name="connsiteY4-452" fmla="*/ 134049 h 1068446"/>
                    <a:gd name="connsiteX5-453" fmla="*/ 671252 w 1068445"/>
                    <a:gd name="connsiteY5-454" fmla="*/ 530296 h 1068446"/>
                    <a:gd name="connsiteX6-455" fmla="*/ 1068445 w 1068445"/>
                    <a:gd name="connsiteY6-456" fmla="*/ 916307 h 1068446"/>
                    <a:gd name="connsiteX7-457" fmla="*/ 941778 w 1068445"/>
                    <a:gd name="connsiteY7-458" fmla="*/ 1049882 h 1068446"/>
                    <a:gd name="connsiteX8-459" fmla="*/ 542676 w 1068445"/>
                    <a:gd name="connsiteY8-460" fmla="*/ 658399 h 1068446"/>
                    <a:gd name="connsiteX9-461" fmla="*/ 149282 w 1068445"/>
                    <a:gd name="connsiteY9-462" fmla="*/ 1068446 h 1068446"/>
                    <a:gd name="connsiteX10-463" fmla="*/ 10235 w 1068445"/>
                    <a:gd name="connsiteY10-464" fmla="*/ 939635 h 1068446"/>
                    <a:gd name="connsiteX11-465" fmla="*/ 414810 w 1068445"/>
                    <a:gd name="connsiteY11-466" fmla="*/ 540769 h 1068446"/>
                    <a:gd name="connsiteX12-467" fmla="*/ 0 w 1068445"/>
                    <a:gd name="connsiteY12-468" fmla="*/ 129050 h 1068446"/>
                    <a:gd name="connsiteX0-469" fmla="*/ 0 w 1068445"/>
                    <a:gd name="connsiteY0-470" fmla="*/ 139523 h 1078919"/>
                    <a:gd name="connsiteX1-471" fmla="*/ 139284 w 1068445"/>
                    <a:gd name="connsiteY1-472" fmla="*/ 0 h 1078919"/>
                    <a:gd name="connsiteX2-473" fmla="*/ 538150 w 1068445"/>
                    <a:gd name="connsiteY2-474" fmla="*/ 411958 h 1078919"/>
                    <a:gd name="connsiteX3-475" fmla="*/ 929397 w 1068445"/>
                    <a:gd name="connsiteY3-476" fmla="*/ 25945 h 1078919"/>
                    <a:gd name="connsiteX4-477" fmla="*/ 1060354 w 1068445"/>
                    <a:gd name="connsiteY4-478" fmla="*/ 144522 h 1078919"/>
                    <a:gd name="connsiteX5-479" fmla="*/ 671252 w 1068445"/>
                    <a:gd name="connsiteY5-480" fmla="*/ 540769 h 1078919"/>
                    <a:gd name="connsiteX6-481" fmla="*/ 1068445 w 1068445"/>
                    <a:gd name="connsiteY6-482" fmla="*/ 926780 h 1078919"/>
                    <a:gd name="connsiteX7-483" fmla="*/ 941778 w 1068445"/>
                    <a:gd name="connsiteY7-484" fmla="*/ 1060355 h 1078919"/>
                    <a:gd name="connsiteX8-485" fmla="*/ 542676 w 1068445"/>
                    <a:gd name="connsiteY8-486" fmla="*/ 668872 h 1078919"/>
                    <a:gd name="connsiteX9-487" fmla="*/ 149282 w 1068445"/>
                    <a:gd name="connsiteY9-488" fmla="*/ 1078919 h 1078919"/>
                    <a:gd name="connsiteX10-489" fmla="*/ 10235 w 1068445"/>
                    <a:gd name="connsiteY10-490" fmla="*/ 950108 h 1078919"/>
                    <a:gd name="connsiteX11-491" fmla="*/ 414810 w 1068445"/>
                    <a:gd name="connsiteY11-492" fmla="*/ 551242 h 1078919"/>
                    <a:gd name="connsiteX12-493" fmla="*/ 0 w 1068445"/>
                    <a:gd name="connsiteY12-494" fmla="*/ 139523 h 1078919"/>
                    <a:gd name="connsiteX0-495" fmla="*/ 0 w 1068445"/>
                    <a:gd name="connsiteY0-496" fmla="*/ 134287 h 1073683"/>
                    <a:gd name="connsiteX1-497" fmla="*/ 136666 w 1068445"/>
                    <a:gd name="connsiteY1-498" fmla="*/ 0 h 1073683"/>
                    <a:gd name="connsiteX2-499" fmla="*/ 538150 w 1068445"/>
                    <a:gd name="connsiteY2-500" fmla="*/ 406722 h 1073683"/>
                    <a:gd name="connsiteX3-501" fmla="*/ 929397 w 1068445"/>
                    <a:gd name="connsiteY3-502" fmla="*/ 20709 h 1073683"/>
                    <a:gd name="connsiteX4-503" fmla="*/ 1060354 w 1068445"/>
                    <a:gd name="connsiteY4-504" fmla="*/ 139286 h 1073683"/>
                    <a:gd name="connsiteX5-505" fmla="*/ 671252 w 1068445"/>
                    <a:gd name="connsiteY5-506" fmla="*/ 535533 h 1073683"/>
                    <a:gd name="connsiteX6-507" fmla="*/ 1068445 w 1068445"/>
                    <a:gd name="connsiteY6-508" fmla="*/ 921544 h 1073683"/>
                    <a:gd name="connsiteX7-509" fmla="*/ 941778 w 1068445"/>
                    <a:gd name="connsiteY7-510" fmla="*/ 1055119 h 1073683"/>
                    <a:gd name="connsiteX8-511" fmla="*/ 542676 w 1068445"/>
                    <a:gd name="connsiteY8-512" fmla="*/ 663636 h 1073683"/>
                    <a:gd name="connsiteX9-513" fmla="*/ 149282 w 1068445"/>
                    <a:gd name="connsiteY9-514" fmla="*/ 1073683 h 1073683"/>
                    <a:gd name="connsiteX10-515" fmla="*/ 10235 w 1068445"/>
                    <a:gd name="connsiteY10-516" fmla="*/ 944872 h 1073683"/>
                    <a:gd name="connsiteX11-517" fmla="*/ 414810 w 1068445"/>
                    <a:gd name="connsiteY11-518" fmla="*/ 546006 h 1073683"/>
                    <a:gd name="connsiteX12-519" fmla="*/ 0 w 1068445"/>
                    <a:gd name="connsiteY12-520" fmla="*/ 134287 h 1073683"/>
                    <a:gd name="connsiteX0-521" fmla="*/ 0 w 1068445"/>
                    <a:gd name="connsiteY0-522" fmla="*/ 134287 h 1073683"/>
                    <a:gd name="connsiteX1-523" fmla="*/ 136666 w 1068445"/>
                    <a:gd name="connsiteY1-524" fmla="*/ 0 h 1073683"/>
                    <a:gd name="connsiteX2-525" fmla="*/ 538150 w 1068445"/>
                    <a:gd name="connsiteY2-526" fmla="*/ 406722 h 1073683"/>
                    <a:gd name="connsiteX3-527" fmla="*/ 929397 w 1068445"/>
                    <a:gd name="connsiteY3-528" fmla="*/ 15472 h 1073683"/>
                    <a:gd name="connsiteX4-529" fmla="*/ 1060354 w 1068445"/>
                    <a:gd name="connsiteY4-530" fmla="*/ 139286 h 1073683"/>
                    <a:gd name="connsiteX5-531" fmla="*/ 671252 w 1068445"/>
                    <a:gd name="connsiteY5-532" fmla="*/ 535533 h 1073683"/>
                    <a:gd name="connsiteX6-533" fmla="*/ 1068445 w 1068445"/>
                    <a:gd name="connsiteY6-534" fmla="*/ 921544 h 1073683"/>
                    <a:gd name="connsiteX7-535" fmla="*/ 941778 w 1068445"/>
                    <a:gd name="connsiteY7-536" fmla="*/ 1055119 h 1073683"/>
                    <a:gd name="connsiteX8-537" fmla="*/ 542676 w 1068445"/>
                    <a:gd name="connsiteY8-538" fmla="*/ 663636 h 1073683"/>
                    <a:gd name="connsiteX9-539" fmla="*/ 149282 w 1068445"/>
                    <a:gd name="connsiteY9-540" fmla="*/ 1073683 h 1073683"/>
                    <a:gd name="connsiteX10-541" fmla="*/ 10235 w 1068445"/>
                    <a:gd name="connsiteY10-542" fmla="*/ 944872 h 1073683"/>
                    <a:gd name="connsiteX11-543" fmla="*/ 414810 w 1068445"/>
                    <a:gd name="connsiteY11-544" fmla="*/ 546006 h 1073683"/>
                    <a:gd name="connsiteX12-545" fmla="*/ 0 w 1068445"/>
                    <a:gd name="connsiteY12-546" fmla="*/ 134287 h 1073683"/>
                    <a:gd name="connsiteX0-547" fmla="*/ 0 w 1073681"/>
                    <a:gd name="connsiteY0-548" fmla="*/ 134287 h 1073683"/>
                    <a:gd name="connsiteX1-549" fmla="*/ 136666 w 1073681"/>
                    <a:gd name="connsiteY1-550" fmla="*/ 0 h 1073683"/>
                    <a:gd name="connsiteX2-551" fmla="*/ 538150 w 1073681"/>
                    <a:gd name="connsiteY2-552" fmla="*/ 406722 h 1073683"/>
                    <a:gd name="connsiteX3-553" fmla="*/ 929397 w 1073681"/>
                    <a:gd name="connsiteY3-554" fmla="*/ 15472 h 1073683"/>
                    <a:gd name="connsiteX4-555" fmla="*/ 1060354 w 1073681"/>
                    <a:gd name="connsiteY4-556" fmla="*/ 139286 h 1073683"/>
                    <a:gd name="connsiteX5-557" fmla="*/ 671252 w 1073681"/>
                    <a:gd name="connsiteY5-558" fmla="*/ 535533 h 1073683"/>
                    <a:gd name="connsiteX6-559" fmla="*/ 1073681 w 1073681"/>
                    <a:gd name="connsiteY6-560" fmla="*/ 929399 h 1073683"/>
                    <a:gd name="connsiteX7-561" fmla="*/ 941778 w 1073681"/>
                    <a:gd name="connsiteY7-562" fmla="*/ 1055119 h 1073683"/>
                    <a:gd name="connsiteX8-563" fmla="*/ 542676 w 1073681"/>
                    <a:gd name="connsiteY8-564" fmla="*/ 663636 h 1073683"/>
                    <a:gd name="connsiteX9-565" fmla="*/ 149282 w 1073681"/>
                    <a:gd name="connsiteY9-566" fmla="*/ 1073683 h 1073683"/>
                    <a:gd name="connsiteX10-567" fmla="*/ 10235 w 1073681"/>
                    <a:gd name="connsiteY10-568" fmla="*/ 944872 h 1073683"/>
                    <a:gd name="connsiteX11-569" fmla="*/ 414810 w 1073681"/>
                    <a:gd name="connsiteY11-570" fmla="*/ 546006 h 1073683"/>
                    <a:gd name="connsiteX12-571" fmla="*/ 0 w 1073681"/>
                    <a:gd name="connsiteY12-572" fmla="*/ 134287 h 1073683"/>
                    <a:gd name="connsiteX0-573" fmla="*/ 0 w 1073681"/>
                    <a:gd name="connsiteY0-574" fmla="*/ 134287 h 1068447"/>
                    <a:gd name="connsiteX1-575" fmla="*/ 136666 w 1073681"/>
                    <a:gd name="connsiteY1-576" fmla="*/ 0 h 1068447"/>
                    <a:gd name="connsiteX2-577" fmla="*/ 538150 w 1073681"/>
                    <a:gd name="connsiteY2-578" fmla="*/ 406722 h 1068447"/>
                    <a:gd name="connsiteX3-579" fmla="*/ 929397 w 1073681"/>
                    <a:gd name="connsiteY3-580" fmla="*/ 15472 h 1068447"/>
                    <a:gd name="connsiteX4-581" fmla="*/ 1060354 w 1073681"/>
                    <a:gd name="connsiteY4-582" fmla="*/ 139286 h 1068447"/>
                    <a:gd name="connsiteX5-583" fmla="*/ 671252 w 1073681"/>
                    <a:gd name="connsiteY5-584" fmla="*/ 535533 h 1068447"/>
                    <a:gd name="connsiteX6-585" fmla="*/ 1073681 w 1073681"/>
                    <a:gd name="connsiteY6-586" fmla="*/ 929399 h 1068447"/>
                    <a:gd name="connsiteX7-587" fmla="*/ 941778 w 1073681"/>
                    <a:gd name="connsiteY7-588" fmla="*/ 1055119 h 1068447"/>
                    <a:gd name="connsiteX8-589" fmla="*/ 542676 w 1073681"/>
                    <a:gd name="connsiteY8-590" fmla="*/ 663636 h 1068447"/>
                    <a:gd name="connsiteX9-591" fmla="*/ 144046 w 1073681"/>
                    <a:gd name="connsiteY9-592" fmla="*/ 1068447 h 1068447"/>
                    <a:gd name="connsiteX10-593" fmla="*/ 10235 w 1073681"/>
                    <a:gd name="connsiteY10-594" fmla="*/ 944872 h 1068447"/>
                    <a:gd name="connsiteX11-595" fmla="*/ 414810 w 1073681"/>
                    <a:gd name="connsiteY11-596" fmla="*/ 546006 h 1068447"/>
                    <a:gd name="connsiteX12-597" fmla="*/ 0 w 1073681"/>
                    <a:gd name="connsiteY12-598" fmla="*/ 134287 h 106844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</a:cxnLst>
                  <a:rect l="l" t="t" r="r" b="b"/>
                  <a:pathLst>
                    <a:path w="1073681" h="1068447">
                      <a:moveTo>
                        <a:pt x="0" y="134287"/>
                      </a:moveTo>
                      <a:lnTo>
                        <a:pt x="136666" y="0"/>
                      </a:lnTo>
                      <a:lnTo>
                        <a:pt x="538150" y="406722"/>
                      </a:lnTo>
                      <a:lnTo>
                        <a:pt x="929397" y="15472"/>
                      </a:lnTo>
                      <a:lnTo>
                        <a:pt x="1060354" y="139286"/>
                      </a:lnTo>
                      <a:lnTo>
                        <a:pt x="671252" y="535533"/>
                      </a:lnTo>
                      <a:lnTo>
                        <a:pt x="1073681" y="929399"/>
                      </a:lnTo>
                      <a:lnTo>
                        <a:pt x="941778" y="1055119"/>
                      </a:lnTo>
                      <a:lnTo>
                        <a:pt x="542676" y="663636"/>
                      </a:lnTo>
                      <a:lnTo>
                        <a:pt x="144046" y="1068447"/>
                      </a:lnTo>
                      <a:lnTo>
                        <a:pt x="10235" y="944872"/>
                      </a:lnTo>
                      <a:lnTo>
                        <a:pt x="414810" y="546006"/>
                      </a:lnTo>
                      <a:lnTo>
                        <a:pt x="0" y="134287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6086475" y="1671638"/>
                  <a:ext cx="481013" cy="828675"/>
                </a:xfrm>
                <a:custGeom>
                  <a:avLst/>
                  <a:gdLst>
                    <a:gd name="connsiteX0" fmla="*/ 0 w 481013"/>
                    <a:gd name="connsiteY0" fmla="*/ 0 h 828675"/>
                    <a:gd name="connsiteX1" fmla="*/ 290513 w 481013"/>
                    <a:gd name="connsiteY1" fmla="*/ 38100 h 828675"/>
                    <a:gd name="connsiteX2" fmla="*/ 271463 w 481013"/>
                    <a:gd name="connsiteY2" fmla="*/ 271462 h 828675"/>
                    <a:gd name="connsiteX3" fmla="*/ 471488 w 481013"/>
                    <a:gd name="connsiteY3" fmla="*/ 247650 h 828675"/>
                    <a:gd name="connsiteX4" fmla="*/ 481013 w 481013"/>
                    <a:gd name="connsiteY4" fmla="*/ 461962 h 828675"/>
                    <a:gd name="connsiteX5" fmla="*/ 209550 w 481013"/>
                    <a:gd name="connsiteY5" fmla="*/ 523875 h 828675"/>
                    <a:gd name="connsiteX6" fmla="*/ 114300 w 481013"/>
                    <a:gd name="connsiteY6" fmla="*/ 828675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013" h="828675">
                      <a:moveTo>
                        <a:pt x="0" y="0"/>
                      </a:moveTo>
                      <a:lnTo>
                        <a:pt x="290513" y="38100"/>
                      </a:lnTo>
                      <a:lnTo>
                        <a:pt x="271463" y="271462"/>
                      </a:lnTo>
                      <a:lnTo>
                        <a:pt x="471488" y="247650"/>
                      </a:lnTo>
                      <a:lnTo>
                        <a:pt x="481013" y="461962"/>
                      </a:lnTo>
                      <a:lnTo>
                        <a:pt x="209550" y="523875"/>
                      </a:lnTo>
                      <a:lnTo>
                        <a:pt x="114300" y="828675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6462713" y="1581150"/>
                  <a:ext cx="466725" cy="457200"/>
                </a:xfrm>
                <a:custGeom>
                  <a:avLst/>
                  <a:gdLst>
                    <a:gd name="connsiteX0" fmla="*/ 0 w 466725"/>
                    <a:gd name="connsiteY0" fmla="*/ 457200 h 457200"/>
                    <a:gd name="connsiteX1" fmla="*/ 209550 w 466725"/>
                    <a:gd name="connsiteY1" fmla="*/ 452438 h 457200"/>
                    <a:gd name="connsiteX2" fmla="*/ 228600 w 466725"/>
                    <a:gd name="connsiteY2" fmla="*/ 195263 h 457200"/>
                    <a:gd name="connsiteX3" fmla="*/ 466725 w 466725"/>
                    <a:gd name="connsiteY3" fmla="*/ 190500 h 457200"/>
                    <a:gd name="connsiteX4" fmla="*/ 461962 w 466725"/>
                    <a:gd name="connsiteY4" fmla="*/ 0 h 45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725" h="457200">
                      <a:moveTo>
                        <a:pt x="0" y="457200"/>
                      </a:moveTo>
                      <a:lnTo>
                        <a:pt x="209550" y="452438"/>
                      </a:lnTo>
                      <a:lnTo>
                        <a:pt x="228600" y="195263"/>
                      </a:lnTo>
                      <a:lnTo>
                        <a:pt x="466725" y="190500"/>
                      </a:lnTo>
                      <a:lnTo>
                        <a:pt x="461962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6562725" y="2147888"/>
                  <a:ext cx="366713" cy="342900"/>
                </a:xfrm>
                <a:custGeom>
                  <a:avLst/>
                  <a:gdLst>
                    <a:gd name="connsiteX0" fmla="*/ 366713 w 366713"/>
                    <a:gd name="connsiteY0" fmla="*/ 342900 h 342900"/>
                    <a:gd name="connsiteX1" fmla="*/ 314325 w 366713"/>
                    <a:gd name="connsiteY1" fmla="*/ 66675 h 342900"/>
                    <a:gd name="connsiteX2" fmla="*/ 0 w 366713"/>
                    <a:gd name="connsiteY2" fmla="*/ 0 h 342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6713" h="342900">
                      <a:moveTo>
                        <a:pt x="366713" y="342900"/>
                      </a:moveTo>
                      <a:lnTo>
                        <a:pt x="314325" y="6667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6538277" y="2024221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6752590" y="2169477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6897846" y="165036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6223952" y="1676558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6235859" y="229806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6416993" y="185480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7" name="矩形 66"/>
            <p:cNvSpPr/>
            <p:nvPr/>
          </p:nvSpPr>
          <p:spPr>
            <a:xfrm>
              <a:off x="7873133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019502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60886" y="1596460"/>
            <a:ext cx="2584308" cy="4268924"/>
            <a:chOff x="1760886" y="1596460"/>
            <a:chExt cx="2584308" cy="4268924"/>
          </a:xfrm>
        </p:grpSpPr>
        <p:grpSp>
          <p:nvGrpSpPr>
            <p:cNvPr id="41" name="组合 40"/>
            <p:cNvGrpSpPr/>
            <p:nvPr/>
          </p:nvGrpSpPr>
          <p:grpSpPr>
            <a:xfrm>
              <a:off x="1760886" y="1596460"/>
              <a:ext cx="2584308" cy="2584308"/>
              <a:chOff x="1390650" y="1200150"/>
              <a:chExt cx="1695450" cy="169545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390650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1589729" y="1570542"/>
                <a:ext cx="1297292" cy="954952"/>
                <a:chOff x="1589729" y="1570399"/>
                <a:chExt cx="1297292" cy="954952"/>
              </a:xfrm>
            </p:grpSpPr>
            <p:sp>
              <p:nvSpPr>
                <p:cNvPr id="44" name="任意多边形: 形状 43"/>
                <p:cNvSpPr/>
                <p:nvPr/>
              </p:nvSpPr>
              <p:spPr>
                <a:xfrm>
                  <a:off x="1589729" y="1570399"/>
                  <a:ext cx="1297292" cy="954952"/>
                </a:xfrm>
                <a:custGeom>
                  <a:avLst/>
                  <a:gdLst>
                    <a:gd name="connsiteX0" fmla="*/ 0 w 857250"/>
                    <a:gd name="connsiteY0" fmla="*/ 311944 h 631032"/>
                    <a:gd name="connsiteX1" fmla="*/ 80963 w 857250"/>
                    <a:gd name="connsiteY1" fmla="*/ 219075 h 631032"/>
                    <a:gd name="connsiteX2" fmla="*/ 345282 w 857250"/>
                    <a:gd name="connsiteY2" fmla="*/ 457200 h 631032"/>
                    <a:gd name="connsiteX3" fmla="*/ 766763 w 857250"/>
                    <a:gd name="connsiteY3" fmla="*/ 0 h 631032"/>
                    <a:gd name="connsiteX4" fmla="*/ 857250 w 857250"/>
                    <a:gd name="connsiteY4" fmla="*/ 80963 h 631032"/>
                    <a:gd name="connsiteX5" fmla="*/ 347663 w 857250"/>
                    <a:gd name="connsiteY5" fmla="*/ 631032 h 631032"/>
                    <a:gd name="connsiteX6" fmla="*/ 0 w 857250"/>
                    <a:gd name="connsiteY6" fmla="*/ 311944 h 631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7250" h="631032">
                      <a:moveTo>
                        <a:pt x="0" y="311944"/>
                      </a:moveTo>
                      <a:lnTo>
                        <a:pt x="80963" y="219075"/>
                      </a:lnTo>
                      <a:lnTo>
                        <a:pt x="345282" y="457200"/>
                      </a:lnTo>
                      <a:lnTo>
                        <a:pt x="766763" y="0"/>
                      </a:lnTo>
                      <a:lnTo>
                        <a:pt x="857250" y="80963"/>
                      </a:lnTo>
                      <a:lnTo>
                        <a:pt x="347663" y="631032"/>
                      </a:lnTo>
                      <a:lnTo>
                        <a:pt x="0" y="311944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1600200" y="1700213"/>
                  <a:ext cx="1271588" cy="819150"/>
                </a:xfrm>
                <a:custGeom>
                  <a:avLst/>
                  <a:gdLst>
                    <a:gd name="connsiteX0" fmla="*/ 0 w 1271588"/>
                    <a:gd name="connsiteY0" fmla="*/ 342900 h 819150"/>
                    <a:gd name="connsiteX1" fmla="*/ 233363 w 1271588"/>
                    <a:gd name="connsiteY1" fmla="*/ 323850 h 819150"/>
                    <a:gd name="connsiteX2" fmla="*/ 290513 w 1271588"/>
                    <a:gd name="connsiteY2" fmla="*/ 614362 h 819150"/>
                    <a:gd name="connsiteX3" fmla="*/ 504825 w 1271588"/>
                    <a:gd name="connsiteY3" fmla="*/ 566737 h 819150"/>
                    <a:gd name="connsiteX4" fmla="*/ 514350 w 1271588"/>
                    <a:gd name="connsiteY4" fmla="*/ 819150 h 819150"/>
                    <a:gd name="connsiteX5" fmla="*/ 714375 w 1271588"/>
                    <a:gd name="connsiteY5" fmla="*/ 347662 h 819150"/>
                    <a:gd name="connsiteX6" fmla="*/ 904875 w 1271588"/>
                    <a:gd name="connsiteY6" fmla="*/ 404812 h 819150"/>
                    <a:gd name="connsiteX7" fmla="*/ 1009650 w 1271588"/>
                    <a:gd name="connsiteY7" fmla="*/ 28575 h 819150"/>
                    <a:gd name="connsiteX8" fmla="*/ 1271588 w 1271588"/>
                    <a:gd name="connsiteY8" fmla="*/ 0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1588" h="819150">
                      <a:moveTo>
                        <a:pt x="0" y="342900"/>
                      </a:moveTo>
                      <a:lnTo>
                        <a:pt x="233363" y="323850"/>
                      </a:lnTo>
                      <a:lnTo>
                        <a:pt x="290513" y="614362"/>
                      </a:lnTo>
                      <a:lnTo>
                        <a:pt x="504825" y="566737"/>
                      </a:lnTo>
                      <a:lnTo>
                        <a:pt x="514350" y="819150"/>
                      </a:lnTo>
                      <a:lnTo>
                        <a:pt x="714375" y="347662"/>
                      </a:lnTo>
                      <a:lnTo>
                        <a:pt x="904875" y="404812"/>
                      </a:lnTo>
                      <a:lnTo>
                        <a:pt x="1009650" y="28575"/>
                      </a:lnTo>
                      <a:lnTo>
                        <a:pt x="1271588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2452688" y="1905000"/>
                  <a:ext cx="204787" cy="14288"/>
                </a:xfrm>
                <a:custGeom>
                  <a:avLst/>
                  <a:gdLst>
                    <a:gd name="connsiteX0" fmla="*/ 204787 w 204787"/>
                    <a:gd name="connsiteY0" fmla="*/ 14288 h 14288"/>
                    <a:gd name="connsiteX1" fmla="*/ 0 w 204787"/>
                    <a:gd name="connsiteY1" fmla="*/ 0 h 14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4787" h="14288">
                      <a:moveTo>
                        <a:pt x="204787" y="142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椭圆 46"/>
                <p:cNvSpPr/>
                <p:nvPr/>
              </p:nvSpPr>
              <p:spPr>
                <a:xfrm>
                  <a:off x="2533015" y="1888490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2199640" y="225758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823403" y="2074227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2087722" y="2393315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2743200" y="1597025"/>
                  <a:ext cx="66675" cy="171450"/>
                </a:xfrm>
                <a:custGeom>
                  <a:avLst/>
                  <a:gdLst>
                    <a:gd name="connsiteX0" fmla="*/ 0 w 66675"/>
                    <a:gd name="connsiteY0" fmla="*/ 0 h 171450"/>
                    <a:gd name="connsiteX1" fmla="*/ 66675 w 66675"/>
                    <a:gd name="connsiteY1" fmla="*/ 17145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6675" h="171450">
                      <a:moveTo>
                        <a:pt x="0" y="0"/>
                      </a:moveTo>
                      <a:lnTo>
                        <a:pt x="66675" y="17145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2761615" y="1691640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矩形 68"/>
            <p:cNvSpPr/>
            <p:nvPr/>
          </p:nvSpPr>
          <p:spPr>
            <a:xfrm>
              <a:off x="1788415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34786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55600" y="1820261"/>
            <a:ext cx="11645900" cy="1672239"/>
            <a:chOff x="355600" y="1642461"/>
            <a:chExt cx="11645900" cy="1672239"/>
          </a:xfrm>
        </p:grpSpPr>
        <p:sp>
          <p:nvSpPr>
            <p:cNvPr id="2" name="箭头: 右 1"/>
            <p:cNvSpPr/>
            <p:nvPr/>
          </p:nvSpPr>
          <p:spPr>
            <a:xfrm>
              <a:off x="355600" y="1917700"/>
              <a:ext cx="11645900" cy="1397000"/>
            </a:xfrm>
            <a:prstGeom prst="rightArrow">
              <a:avLst/>
            </a:prstGeom>
            <a:gradFill>
              <a:gsLst>
                <a:gs pos="0">
                  <a:srgbClr val="1C3193">
                    <a:alpha val="0"/>
                  </a:srgbClr>
                </a:gs>
                <a:gs pos="53000">
                  <a:srgbClr val="0B3774"/>
                </a:gs>
              </a:gsLst>
              <a:lin ang="18900000" scaled="0"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934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19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bg1"/>
                  </a:solidFill>
                </a:rPr>
                <a:t>1902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2501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432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bg1"/>
                  </a:solidFill>
                </a:rPr>
                <a:t>2022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660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3415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4264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bg1"/>
                  </a:solidFill>
                </a:rPr>
                <a:t>1902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67183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73989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4838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bg1"/>
                  </a:solidFill>
                </a:rPr>
                <a:t>2022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87757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94182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95031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bg1"/>
                  </a:solidFill>
                </a:rPr>
                <a:t>1902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39800" y="2794000"/>
            <a:ext cx="1987550" cy="3060700"/>
            <a:chOff x="1028700" y="2616200"/>
            <a:chExt cx="1987550" cy="3060700"/>
          </a:xfrm>
        </p:grpSpPr>
        <p:sp>
          <p:nvSpPr>
            <p:cNvPr id="55" name="矩形 54"/>
            <p:cNvSpPr/>
            <p:nvPr/>
          </p:nvSpPr>
          <p:spPr>
            <a:xfrm>
              <a:off x="107290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0162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1028700" y="3352972"/>
              <a:ext cx="16891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1" name="组合 10"/>
          <p:cNvGrpSpPr/>
          <p:nvPr/>
        </p:nvGrpSpPr>
        <p:grpSpPr>
          <a:xfrm>
            <a:off x="3225799" y="2794000"/>
            <a:ext cx="1854201" cy="3060700"/>
            <a:chOff x="3314699" y="2616200"/>
            <a:chExt cx="1854201" cy="30607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51689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42965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4699" y="3352972"/>
              <a:ext cx="1682752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2" name="组合 11"/>
          <p:cNvGrpSpPr/>
          <p:nvPr/>
        </p:nvGrpSpPr>
        <p:grpSpPr>
          <a:xfrm>
            <a:off x="5346943" y="2794000"/>
            <a:ext cx="1822207" cy="3060700"/>
            <a:chOff x="5435843" y="2616200"/>
            <a:chExt cx="1822207" cy="3060700"/>
          </a:xfrm>
        </p:grpSpPr>
        <p:sp>
          <p:nvSpPr>
            <p:cNvPr id="63" name="任意多边形: 形状 62"/>
            <p:cNvSpPr/>
            <p:nvPr/>
          </p:nvSpPr>
          <p:spPr>
            <a:xfrm>
              <a:off x="72580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524506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5843" y="3352971"/>
              <a:ext cx="16882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3" name="组合 12"/>
          <p:cNvGrpSpPr/>
          <p:nvPr/>
        </p:nvGrpSpPr>
        <p:grpSpPr>
          <a:xfrm>
            <a:off x="7417042" y="2794000"/>
            <a:ext cx="1841258" cy="3060700"/>
            <a:chOff x="7505942" y="2616200"/>
            <a:chExt cx="1841258" cy="3060700"/>
          </a:xfrm>
        </p:grpSpPr>
        <p:sp>
          <p:nvSpPr>
            <p:cNvPr id="66" name="任意多边形: 形状 65"/>
            <p:cNvSpPr/>
            <p:nvPr/>
          </p:nvSpPr>
          <p:spPr>
            <a:xfrm>
              <a:off x="93472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7620005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942" y="3352971"/>
              <a:ext cx="1688200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4" name="组合 13"/>
          <p:cNvGrpSpPr/>
          <p:nvPr/>
        </p:nvGrpSpPr>
        <p:grpSpPr>
          <a:xfrm>
            <a:off x="9449041" y="3530771"/>
            <a:ext cx="1692722" cy="2160063"/>
            <a:chOff x="9537941" y="3352971"/>
            <a:chExt cx="1692722" cy="2160063"/>
          </a:xfrm>
        </p:grpSpPr>
        <p:sp>
          <p:nvSpPr>
            <p:cNvPr id="72" name="矩形 71"/>
            <p:cNvSpPr/>
            <p:nvPr/>
          </p:nvSpPr>
          <p:spPr>
            <a:xfrm>
              <a:off x="9655621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7941" y="3352971"/>
              <a:ext cx="1692722" cy="1188357"/>
            </a:xfrm>
            <a:prstGeom prst="rect">
              <a:avLst/>
            </a:prstGeom>
          </p:spPr>
        </p:pic>
      </p:grp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 rot="19424615">
            <a:off x="6813354" y="1558415"/>
            <a:ext cx="4794088" cy="4794090"/>
          </a:xfrm>
          <a:prstGeom prst="ellipse">
            <a:avLst/>
          </a:prstGeom>
          <a:ln>
            <a:gradFill flip="none" rotWithShape="1">
              <a:gsLst>
                <a:gs pos="9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0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 rot="9667155">
            <a:off x="544266" y="966629"/>
            <a:ext cx="5682464" cy="5682462"/>
          </a:xfrm>
          <a:prstGeom prst="ellipse">
            <a:avLst/>
          </a:prstGeom>
          <a:ln>
            <a:gradFill flip="none" rotWithShape="1">
              <a:gsLst>
                <a:gs pos="13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1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4680" y="2257554"/>
            <a:ext cx="1843976" cy="1843976"/>
            <a:chOff x="1957328" y="2232154"/>
            <a:chExt cx="1843976" cy="1843976"/>
          </a:xfrm>
        </p:grpSpPr>
        <p:sp>
          <p:nvSpPr>
            <p:cNvPr id="63" name="椭圆 62"/>
            <p:cNvSpPr/>
            <p:nvPr/>
          </p:nvSpPr>
          <p:spPr>
            <a:xfrm>
              <a:off x="1957328" y="2232154"/>
              <a:ext cx="1843976" cy="1843976"/>
            </a:xfrm>
            <a:prstGeom prst="ellipse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9042" y="2741802"/>
              <a:ext cx="799280" cy="799280"/>
            </a:xfrm>
            <a:prstGeom prst="rect">
              <a:avLst/>
            </a:prstGeom>
          </p:spPr>
        </p:pic>
      </p:grpSp>
      <p:grpSp>
        <p:nvGrpSpPr>
          <p:cNvPr id="68" name="组合 67"/>
          <p:cNvGrpSpPr/>
          <p:nvPr/>
        </p:nvGrpSpPr>
        <p:grpSpPr>
          <a:xfrm>
            <a:off x="1262782" y="4356101"/>
            <a:ext cx="2587772" cy="1317626"/>
            <a:chOff x="1791290" y="1780605"/>
            <a:chExt cx="1955824" cy="1317626"/>
          </a:xfrm>
        </p:grpSpPr>
        <p:sp>
          <p:nvSpPr>
            <p:cNvPr id="69" name="矩形 68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951224" y="4356101"/>
            <a:ext cx="2587772" cy="1317626"/>
            <a:chOff x="1791290" y="1780605"/>
            <a:chExt cx="1955824" cy="1317626"/>
          </a:xfrm>
        </p:grpSpPr>
        <p:sp>
          <p:nvSpPr>
            <p:cNvPr id="75" name="矩形 74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378411" y="4356101"/>
            <a:ext cx="2587772" cy="1317626"/>
            <a:chOff x="1791290" y="1780605"/>
            <a:chExt cx="1955824" cy="1317626"/>
          </a:xfrm>
        </p:grpSpPr>
        <p:sp>
          <p:nvSpPr>
            <p:cNvPr id="81" name="矩形 8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750309" y="2257554"/>
            <a:ext cx="1843976" cy="1843976"/>
            <a:chOff x="8634194" y="2257554"/>
            <a:chExt cx="1843976" cy="1843976"/>
          </a:xfrm>
        </p:grpSpPr>
        <p:sp>
          <p:nvSpPr>
            <p:cNvPr id="78" name="椭圆 77"/>
            <p:cNvSpPr/>
            <p:nvPr/>
          </p:nvSpPr>
          <p:spPr>
            <a:xfrm>
              <a:off x="8634194" y="2257554"/>
              <a:ext cx="1843976" cy="1843976"/>
            </a:xfrm>
            <a:prstGeom prst="ellipse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15523" y="2842590"/>
              <a:ext cx="731188" cy="67390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5323122" y="2257554"/>
            <a:ext cx="1843976" cy="1843976"/>
            <a:chOff x="5497294" y="2257554"/>
            <a:chExt cx="1843976" cy="1843976"/>
          </a:xfrm>
        </p:grpSpPr>
        <p:sp>
          <p:nvSpPr>
            <p:cNvPr id="72" name="椭圆 71"/>
            <p:cNvSpPr/>
            <p:nvPr/>
          </p:nvSpPr>
          <p:spPr>
            <a:xfrm>
              <a:off x="5497294" y="2257554"/>
              <a:ext cx="1843976" cy="1843976"/>
            </a:xfrm>
            <a:prstGeom prst="ellipse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4441" y="2719318"/>
              <a:ext cx="709682" cy="709682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88322" y="4410444"/>
            <a:ext cx="2702582" cy="2112738"/>
          </a:xfrm>
          <a:prstGeom prst="rect">
            <a:avLst/>
          </a:prstGeom>
          <a:gradFill flip="none" rotWithShape="1">
            <a:gsLst>
              <a:gs pos="48000">
                <a:srgbClr val="BD934E">
                  <a:alpha val="25000"/>
                </a:srgbClr>
              </a:gs>
              <a:gs pos="0">
                <a:srgbClr val="BD934E">
                  <a:alpha val="0"/>
                </a:srgbClr>
              </a:gs>
              <a:gs pos="100000">
                <a:srgbClr val="BD934E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585055" y="3357358"/>
            <a:ext cx="2702582" cy="2588466"/>
          </a:xfrm>
          <a:prstGeom prst="rect">
            <a:avLst/>
          </a:prstGeom>
          <a:gradFill flip="none" rotWithShape="1">
            <a:gsLst>
              <a:gs pos="48000">
                <a:srgbClr val="BD934E">
                  <a:alpha val="25000"/>
                </a:srgbClr>
              </a:gs>
              <a:gs pos="0">
                <a:srgbClr val="BD934E">
                  <a:alpha val="0"/>
                </a:srgbClr>
              </a:gs>
              <a:gs pos="100000">
                <a:srgbClr val="BD934E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526704" y="2361293"/>
            <a:ext cx="2702582" cy="3580887"/>
          </a:xfrm>
          <a:prstGeom prst="rect">
            <a:avLst/>
          </a:prstGeom>
          <a:gradFill flip="none" rotWithShape="1">
            <a:gsLst>
              <a:gs pos="48000">
                <a:srgbClr val="BD934E">
                  <a:alpha val="25000"/>
                </a:srgbClr>
              </a:gs>
              <a:gs pos="0">
                <a:srgbClr val="BD934E">
                  <a:alpha val="0"/>
                </a:srgbClr>
              </a:gs>
              <a:gs pos="100000">
                <a:srgbClr val="BD934E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480430" y="2504913"/>
            <a:ext cx="11392256" cy="4331316"/>
          </a:xfrm>
          <a:custGeom>
            <a:avLst/>
            <a:gdLst>
              <a:gd name="connsiteX0" fmla="*/ 0 w 7048500"/>
              <a:gd name="connsiteY0" fmla="*/ 2209800 h 2209800"/>
              <a:gd name="connsiteX1" fmla="*/ 1706880 w 7048500"/>
              <a:gd name="connsiteY1" fmla="*/ 1737360 h 2209800"/>
              <a:gd name="connsiteX2" fmla="*/ 2400300 w 7048500"/>
              <a:gd name="connsiteY2" fmla="*/ 1737360 h 2209800"/>
              <a:gd name="connsiteX3" fmla="*/ 4114800 w 7048500"/>
              <a:gd name="connsiteY3" fmla="*/ 1104900 h 2209800"/>
              <a:gd name="connsiteX4" fmla="*/ 4892040 w 7048500"/>
              <a:gd name="connsiteY4" fmla="*/ 1104900 h 2209800"/>
              <a:gd name="connsiteX5" fmla="*/ 7048500 w 7048500"/>
              <a:gd name="connsiteY5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48500" h="2209800">
                <a:moveTo>
                  <a:pt x="0" y="2209800"/>
                </a:moveTo>
                <a:lnTo>
                  <a:pt x="1706880" y="1737360"/>
                </a:lnTo>
                <a:lnTo>
                  <a:pt x="2400300" y="1737360"/>
                </a:lnTo>
                <a:lnTo>
                  <a:pt x="4114800" y="1104900"/>
                </a:lnTo>
                <a:lnTo>
                  <a:pt x="4892040" y="1104900"/>
                </a:lnTo>
                <a:lnTo>
                  <a:pt x="7048500" y="0"/>
                </a:lnTo>
              </a:path>
            </a:pathLst>
          </a:custGeom>
          <a:ln w="12700">
            <a:gradFill flip="none" rotWithShape="1">
              <a:gsLst>
                <a:gs pos="12000">
                  <a:srgbClr val="BD934E">
                    <a:alpha val="0"/>
                  </a:srgbClr>
                </a:gs>
                <a:gs pos="100000">
                  <a:schemeClr val="bg1"/>
                </a:gs>
              </a:gsLst>
              <a:lin ang="0" scaled="1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68"/>
          <p:cNvSpPr/>
          <p:nvPr/>
        </p:nvSpPr>
        <p:spPr bwMode="auto">
          <a:xfrm>
            <a:off x="1420511" y="4574743"/>
            <a:ext cx="1273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kern="2000" dirty="0">
                <a:solidFill>
                  <a:schemeClr val="bg1"/>
                </a:solidFill>
                <a:sym typeface="Bebas Neue" charset="0"/>
              </a:rPr>
              <a:t>30</a:t>
            </a:r>
            <a:r>
              <a:rPr lang="en-US" sz="2800" b="1" kern="2000" dirty="0">
                <a:solidFill>
                  <a:schemeClr val="bg1"/>
                </a:solidFill>
                <a:sym typeface="Bebas Neue" charset="0"/>
              </a:rPr>
              <a:t>%</a:t>
            </a:r>
            <a:endParaRPr lang="en-US" sz="6600" b="1" kern="2000" dirty="0">
              <a:solidFill>
                <a:schemeClr val="bg1"/>
              </a:solidFill>
              <a:sym typeface="Bebas Neue" charset="0"/>
            </a:endParaRPr>
          </a:p>
        </p:txBody>
      </p:sp>
      <p:sp>
        <p:nvSpPr>
          <p:cNvPr id="28" name="Rectangle 68"/>
          <p:cNvSpPr/>
          <p:nvPr/>
        </p:nvSpPr>
        <p:spPr bwMode="auto">
          <a:xfrm>
            <a:off x="5361878" y="3593776"/>
            <a:ext cx="1273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kern="2000" dirty="0">
                <a:solidFill>
                  <a:schemeClr val="bg1"/>
                </a:solidFill>
                <a:sym typeface="Bebas Neue" charset="0"/>
              </a:rPr>
              <a:t>40</a:t>
            </a:r>
            <a:r>
              <a:rPr lang="en-US" sz="2800" b="1" kern="2000" dirty="0">
                <a:solidFill>
                  <a:schemeClr val="bg1"/>
                </a:solidFill>
                <a:sym typeface="Bebas Neue" charset="0"/>
              </a:rPr>
              <a:t>%</a:t>
            </a:r>
            <a:endParaRPr lang="en-US" sz="6600" b="1" kern="2000" dirty="0">
              <a:solidFill>
                <a:schemeClr val="bg1"/>
              </a:solidFill>
              <a:sym typeface="Bebas Neue" charset="0"/>
            </a:endParaRPr>
          </a:p>
        </p:txBody>
      </p:sp>
      <p:sp>
        <p:nvSpPr>
          <p:cNvPr id="29" name="Rectangle 68"/>
          <p:cNvSpPr/>
          <p:nvPr/>
        </p:nvSpPr>
        <p:spPr bwMode="auto">
          <a:xfrm>
            <a:off x="9335820" y="2555535"/>
            <a:ext cx="1273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kern="2000" dirty="0">
                <a:solidFill>
                  <a:schemeClr val="bg1"/>
                </a:solidFill>
                <a:sym typeface="Bebas Neue" charset="0"/>
              </a:rPr>
              <a:t>80</a:t>
            </a:r>
            <a:r>
              <a:rPr lang="en-US" sz="2800" b="1" kern="2000" dirty="0">
                <a:solidFill>
                  <a:schemeClr val="bg1"/>
                </a:solidFill>
                <a:sym typeface="Bebas Neue" charset="0"/>
              </a:rPr>
              <a:t>%</a:t>
            </a:r>
            <a:endParaRPr lang="en-US" sz="6600" b="1" kern="2000" dirty="0">
              <a:solidFill>
                <a:schemeClr val="bg1"/>
              </a:solidFill>
              <a:sym typeface="Bebas Neue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496465" y="2039777"/>
            <a:ext cx="2920335" cy="1001360"/>
            <a:chOff x="631600" y="2968693"/>
            <a:chExt cx="2920335" cy="1001360"/>
          </a:xfrm>
        </p:grpSpPr>
        <p:sp>
          <p:nvSpPr>
            <p:cNvPr id="38" name="矩形 37"/>
            <p:cNvSpPr/>
            <p:nvPr/>
          </p:nvSpPr>
          <p:spPr>
            <a:xfrm>
              <a:off x="660882" y="3420992"/>
              <a:ext cx="2891053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68511" y="3128349"/>
            <a:ext cx="2822393" cy="1001360"/>
            <a:chOff x="631600" y="2968693"/>
            <a:chExt cx="2822393" cy="1001360"/>
          </a:xfrm>
        </p:grpSpPr>
        <p:sp>
          <p:nvSpPr>
            <p:cNvPr id="53" name="矩形 52"/>
            <p:cNvSpPr/>
            <p:nvPr/>
          </p:nvSpPr>
          <p:spPr>
            <a:xfrm>
              <a:off x="660882" y="3420992"/>
              <a:ext cx="2793111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382229" y="1081835"/>
            <a:ext cx="2847057" cy="1001360"/>
            <a:chOff x="631600" y="2968693"/>
            <a:chExt cx="2847057" cy="1001360"/>
          </a:xfrm>
        </p:grpSpPr>
        <p:sp>
          <p:nvSpPr>
            <p:cNvPr id="56" name="矩形 55"/>
            <p:cNvSpPr/>
            <p:nvPr/>
          </p:nvSpPr>
          <p:spPr>
            <a:xfrm>
              <a:off x="660882" y="3420992"/>
              <a:ext cx="2817775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483" y="1394957"/>
            <a:ext cx="10485035" cy="367052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grpSp>
        <p:nvGrpSpPr>
          <p:cNvPr id="17" name="组合 16"/>
          <p:cNvGrpSpPr/>
          <p:nvPr/>
        </p:nvGrpSpPr>
        <p:grpSpPr>
          <a:xfrm>
            <a:off x="1364344" y="3285865"/>
            <a:ext cx="2598056" cy="2969078"/>
            <a:chOff x="1364344" y="3285865"/>
            <a:chExt cx="2598056" cy="2969078"/>
          </a:xfrm>
        </p:grpSpPr>
        <p:sp>
          <p:nvSpPr>
            <p:cNvPr id="37" name="矩形 36"/>
            <p:cNvSpPr/>
            <p:nvPr/>
          </p:nvSpPr>
          <p:spPr>
            <a:xfrm>
              <a:off x="1364344" y="3285865"/>
              <a:ext cx="2598056" cy="2969078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625601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982334" y="3538277"/>
              <a:ext cx="1362076" cy="1362076"/>
              <a:chOff x="1915887" y="3824515"/>
              <a:chExt cx="1494970" cy="1494970"/>
            </a:xfrm>
          </p:grpSpPr>
          <p:pic>
            <p:nvPicPr>
              <p:cNvPr id="42" name="图形 4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18890" y="4227518"/>
                <a:ext cx="688964" cy="688964"/>
              </a:xfrm>
              <a:prstGeom prst="rect">
                <a:avLst/>
              </a:prstGeom>
            </p:spPr>
          </p:pic>
          <p:sp>
            <p:nvSpPr>
              <p:cNvPr id="9" name="椭圆 8"/>
              <p:cNvSpPr/>
              <p:nvPr/>
            </p:nvSpPr>
            <p:spPr>
              <a:xfrm>
                <a:off x="1915887" y="3824515"/>
                <a:ext cx="1494970" cy="149497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4721907" y="3285865"/>
            <a:ext cx="2598056" cy="2969078"/>
            <a:chOff x="4688569" y="3285865"/>
            <a:chExt cx="2598056" cy="2969078"/>
          </a:xfrm>
        </p:grpSpPr>
        <p:sp>
          <p:nvSpPr>
            <p:cNvPr id="43" name="矩形 42"/>
            <p:cNvSpPr/>
            <p:nvPr/>
          </p:nvSpPr>
          <p:spPr>
            <a:xfrm>
              <a:off x="4688569" y="3285865"/>
              <a:ext cx="2598056" cy="2969078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49498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06559" y="3538277"/>
              <a:ext cx="1362076" cy="1362076"/>
              <a:chOff x="5306559" y="3538277"/>
              <a:chExt cx="1362076" cy="1362076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53065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7" name="图形 5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08400" y="3940118"/>
                <a:ext cx="558395" cy="558395"/>
              </a:xfrm>
              <a:prstGeom prst="rect">
                <a:avLst/>
              </a:prstGeom>
            </p:spPr>
          </p:pic>
        </p:grpSp>
      </p:grpSp>
      <p:grpSp>
        <p:nvGrpSpPr>
          <p:cNvPr id="15" name="组合 14"/>
          <p:cNvGrpSpPr/>
          <p:nvPr/>
        </p:nvGrpSpPr>
        <p:grpSpPr>
          <a:xfrm>
            <a:off x="8079469" y="3285865"/>
            <a:ext cx="2598056" cy="2969078"/>
            <a:chOff x="8003269" y="3285865"/>
            <a:chExt cx="2598056" cy="2969078"/>
          </a:xfrm>
        </p:grpSpPr>
        <p:sp>
          <p:nvSpPr>
            <p:cNvPr id="48" name="矩形 47"/>
            <p:cNvSpPr/>
            <p:nvPr/>
          </p:nvSpPr>
          <p:spPr>
            <a:xfrm>
              <a:off x="8003269" y="3285865"/>
              <a:ext cx="2598056" cy="2969078"/>
            </a:xfrm>
            <a:prstGeom prst="rect">
              <a:avLst/>
            </a:prstGeom>
            <a:solidFill>
              <a:srgbClr val="06275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82645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621259" y="3538277"/>
              <a:ext cx="1362076" cy="1362076"/>
              <a:chOff x="8621259" y="3538277"/>
              <a:chExt cx="1362076" cy="1362076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86212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图形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013036" y="3982419"/>
                <a:ext cx="597571" cy="550755"/>
              </a:xfrm>
              <a:prstGeom prst="rect">
                <a:avLst/>
              </a:prstGeom>
            </p:spPr>
          </p:pic>
        </p:grpSp>
      </p:grp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43694" y="3954254"/>
            <a:ext cx="2864810" cy="973870"/>
            <a:chOff x="792790" y="5166077"/>
            <a:chExt cx="2864810" cy="973870"/>
          </a:xfrm>
        </p:grpSpPr>
        <p:sp>
          <p:nvSpPr>
            <p:cNvPr id="56" name="矩形 55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28166" y="4427115"/>
            <a:ext cx="2864810" cy="973870"/>
            <a:chOff x="792790" y="5166077"/>
            <a:chExt cx="2864810" cy="973870"/>
          </a:xfrm>
        </p:grpSpPr>
        <p:sp>
          <p:nvSpPr>
            <p:cNvPr id="62" name="矩形 61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883386" y="3830906"/>
            <a:ext cx="2864810" cy="973870"/>
            <a:chOff x="792790" y="5166077"/>
            <a:chExt cx="2864810" cy="973870"/>
          </a:xfrm>
        </p:grpSpPr>
        <p:sp>
          <p:nvSpPr>
            <p:cNvPr id="68" name="矩形 67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2453998"/>
            <a:ext cx="12192000" cy="548646"/>
          </a:xfrm>
          <a:custGeom>
            <a:avLst/>
            <a:gdLst>
              <a:gd name="connsiteX0" fmla="*/ 0 w 12192000"/>
              <a:gd name="connsiteY0" fmla="*/ 1272555 h 1310665"/>
              <a:gd name="connsiteX1" fmla="*/ 2260600 w 12192000"/>
              <a:gd name="connsiteY1" fmla="*/ 27955 h 1310665"/>
              <a:gd name="connsiteX2" fmla="*/ 6946900 w 12192000"/>
              <a:gd name="connsiteY2" fmla="*/ 1310655 h 1310665"/>
              <a:gd name="connsiteX3" fmla="*/ 9918700 w 12192000"/>
              <a:gd name="connsiteY3" fmla="*/ 2555 h 1310665"/>
              <a:gd name="connsiteX4" fmla="*/ 12192000 w 12192000"/>
              <a:gd name="connsiteY4" fmla="*/ 1043955 h 131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1310665">
                <a:moveTo>
                  <a:pt x="0" y="1272555"/>
                </a:moveTo>
                <a:cubicBezTo>
                  <a:pt x="551391" y="647080"/>
                  <a:pt x="1102783" y="21605"/>
                  <a:pt x="2260600" y="27955"/>
                </a:cubicBezTo>
                <a:cubicBezTo>
                  <a:pt x="3418417" y="34305"/>
                  <a:pt x="5670550" y="1314888"/>
                  <a:pt x="6946900" y="1310655"/>
                </a:cubicBezTo>
                <a:cubicBezTo>
                  <a:pt x="8223250" y="1306422"/>
                  <a:pt x="9044517" y="47005"/>
                  <a:pt x="9918700" y="2555"/>
                </a:cubicBezTo>
                <a:cubicBezTo>
                  <a:pt x="10792883" y="-41895"/>
                  <a:pt x="11492441" y="501030"/>
                  <a:pt x="12192000" y="1043955"/>
                </a:cubicBezTo>
              </a:path>
            </a:pathLst>
          </a:custGeom>
          <a:noFill/>
          <a:ln w="635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>
            <a:off x="-12700" y="2360195"/>
            <a:ext cx="12204700" cy="883499"/>
          </a:xfrm>
          <a:custGeom>
            <a:avLst/>
            <a:gdLst>
              <a:gd name="connsiteX0" fmla="*/ 0 w 12204700"/>
              <a:gd name="connsiteY0" fmla="*/ 432766 h 1455200"/>
              <a:gd name="connsiteX1" fmla="*/ 3543300 w 12204700"/>
              <a:gd name="connsiteY1" fmla="*/ 1448766 h 1455200"/>
              <a:gd name="connsiteX2" fmla="*/ 8115300 w 12204700"/>
              <a:gd name="connsiteY2" fmla="*/ 966 h 1455200"/>
              <a:gd name="connsiteX3" fmla="*/ 10807700 w 12204700"/>
              <a:gd name="connsiteY3" fmla="*/ 1207466 h 1455200"/>
              <a:gd name="connsiteX4" fmla="*/ 12204700 w 12204700"/>
              <a:gd name="connsiteY4" fmla="*/ 115266 h 1455200"/>
              <a:gd name="connsiteX0-1" fmla="*/ 0 w 12204700"/>
              <a:gd name="connsiteY0-2" fmla="*/ 433131 h 1498217"/>
              <a:gd name="connsiteX1-3" fmla="*/ 3860800 w 12204700"/>
              <a:gd name="connsiteY1-4" fmla="*/ 1492204 h 1498217"/>
              <a:gd name="connsiteX2-5" fmla="*/ 8115300 w 12204700"/>
              <a:gd name="connsiteY2-6" fmla="*/ 1331 h 1498217"/>
              <a:gd name="connsiteX3-7" fmla="*/ 10807700 w 12204700"/>
              <a:gd name="connsiteY3-8" fmla="*/ 1207831 h 1498217"/>
              <a:gd name="connsiteX4-9" fmla="*/ 12204700 w 12204700"/>
              <a:gd name="connsiteY4-10" fmla="*/ 115631 h 14982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4700" h="1498217">
                <a:moveTo>
                  <a:pt x="0" y="433131"/>
                </a:moveTo>
                <a:cubicBezTo>
                  <a:pt x="1095375" y="977114"/>
                  <a:pt x="2508250" y="1564171"/>
                  <a:pt x="3860800" y="1492204"/>
                </a:cubicBezTo>
                <a:cubicBezTo>
                  <a:pt x="5213350" y="1420237"/>
                  <a:pt x="6957483" y="48726"/>
                  <a:pt x="8115300" y="1331"/>
                </a:cubicBezTo>
                <a:cubicBezTo>
                  <a:pt x="9273117" y="-46064"/>
                  <a:pt x="10126133" y="1188781"/>
                  <a:pt x="10807700" y="1207831"/>
                </a:cubicBezTo>
                <a:cubicBezTo>
                  <a:pt x="11489267" y="1226881"/>
                  <a:pt x="11846983" y="671256"/>
                  <a:pt x="12204700" y="115631"/>
                </a:cubicBezTo>
              </a:path>
            </a:pathLst>
          </a:custGeom>
          <a:noFill/>
          <a:ln w="635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309072" y="1934918"/>
            <a:ext cx="1734052" cy="1734052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793544" y="2238497"/>
            <a:ext cx="1734052" cy="1734052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48764" y="1642288"/>
            <a:ext cx="1734052" cy="173405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 rot="10800000">
            <a:off x="2952749" y="1733550"/>
            <a:ext cx="8412136" cy="4248146"/>
          </a:xfrm>
          <a:prstGeom prst="rect">
            <a:avLst/>
          </a:prstGeom>
          <a:gradFill flip="none" rotWithShape="1">
            <a:gsLst>
              <a:gs pos="0">
                <a:srgbClr val="1C3193">
                  <a:alpha val="0"/>
                </a:srgbClr>
              </a:gs>
              <a:gs pos="56000">
                <a:srgbClr val="06275E"/>
              </a:gs>
            </a:gsLst>
            <a:lin ang="0" scaled="1"/>
            <a:tileRect/>
          </a:gra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TextBox 2"/>
          <p:cNvSpPr txBox="1"/>
          <p:nvPr>
            <p:custDataLst>
              <p:tags r:id="rId1"/>
            </p:custDataLst>
          </p:nvPr>
        </p:nvSpPr>
        <p:spPr>
          <a:xfrm>
            <a:off x="4787899" y="2353441"/>
            <a:ext cx="466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000" b="1">
                <a:gradFill flip="none" rotWithShape="1">
                  <a:gsLst>
                    <a:gs pos="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5400" dirty="0">
                <a:gradFill flip="none" rotWithShape="1">
                  <a:gsLst>
                    <a:gs pos="0">
                      <a:srgbClr val="B88F4D"/>
                    </a:gs>
                    <a:gs pos="79000">
                      <a:srgbClr val="B88F4D">
                        <a:alpha val="0"/>
                      </a:srgbClr>
                    </a:gs>
                  </a:gsLst>
                  <a:lin ang="5400000" scaled="0"/>
                  <a:tileRect/>
                </a:gradFill>
                <a:sym typeface="+mn-lt"/>
              </a:rPr>
              <a:t>CONTACT</a:t>
            </a:r>
            <a:endParaRPr lang="en-US" altLang="zh-CN" sz="5400" dirty="0">
              <a:gradFill flip="none" rotWithShape="1">
                <a:gsLst>
                  <a:gs pos="0">
                    <a:srgbClr val="B88F4D"/>
                  </a:gs>
                  <a:gs pos="79000">
                    <a:srgbClr val="B88F4D">
                      <a:alpha val="0"/>
                    </a:srgbClr>
                  </a:gs>
                </a:gsLst>
                <a:lin ang="5400000" scaled="0"/>
                <a:tileRect/>
              </a:gradFill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442857" y="3460769"/>
            <a:ext cx="4129333" cy="733804"/>
            <a:chOff x="5442857" y="3460769"/>
            <a:chExt cx="4129333" cy="733804"/>
          </a:xfrm>
        </p:grpSpPr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42857" y="3574143"/>
              <a:ext cx="522514" cy="522514"/>
            </a:xfrm>
            <a:prstGeom prst="rect">
              <a:avLst/>
            </a:prstGeom>
          </p:spPr>
        </p:pic>
        <p:grpSp>
          <p:nvGrpSpPr>
            <p:cNvPr id="43" name="组合 42"/>
            <p:cNvGrpSpPr/>
            <p:nvPr/>
          </p:nvGrpSpPr>
          <p:grpSpPr>
            <a:xfrm>
              <a:off x="6244608" y="3460769"/>
              <a:ext cx="3327582" cy="733804"/>
              <a:chOff x="792790" y="5166077"/>
              <a:chExt cx="3327582" cy="73380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92790" y="5590886"/>
                <a:ext cx="332758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5465749" y="4678155"/>
            <a:ext cx="4357701" cy="733804"/>
            <a:chOff x="5465749" y="4678155"/>
            <a:chExt cx="4357701" cy="733804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65749" y="4824524"/>
              <a:ext cx="517731" cy="455502"/>
            </a:xfrm>
            <a:prstGeom prst="rect">
              <a:avLst/>
            </a:prstGeom>
          </p:spPr>
        </p:pic>
        <p:grpSp>
          <p:nvGrpSpPr>
            <p:cNvPr id="46" name="组合 45"/>
            <p:cNvGrpSpPr/>
            <p:nvPr/>
          </p:nvGrpSpPr>
          <p:grpSpPr>
            <a:xfrm>
              <a:off x="6244608" y="4678155"/>
              <a:ext cx="3578842" cy="733804"/>
              <a:chOff x="792790" y="5166077"/>
              <a:chExt cx="3578842" cy="733804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792790" y="5590886"/>
                <a:ext cx="357884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585345" y="2275994"/>
            <a:ext cx="3023903" cy="3705701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80" name="矩形 79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1C3193">
                  <a:alpha val="95000"/>
                </a:srgbClr>
              </a:gs>
              <a:gs pos="100000">
                <a:srgbClr val="10132F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2" name="图片 81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81" name="图片 80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6275E"/>
          </a:solidFill>
          <a:ln>
            <a:noFill/>
          </a:ln>
          <a:effectLst>
            <a:outerShdw blurRad="1016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034581" y="2708993"/>
            <a:ext cx="3715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谢谢观看</a:t>
            </a:r>
            <a:endParaRPr lang="zh-CN" altLang="en-US" sz="6000" b="1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3378" y="742894"/>
            <a:ext cx="4095122" cy="761160"/>
            <a:chOff x="413378" y="577794"/>
            <a:chExt cx="4095122" cy="761160"/>
          </a:xfrm>
        </p:grpSpPr>
        <p:sp>
          <p:nvSpPr>
            <p:cNvPr id="12" name="文本框 11"/>
            <p:cNvSpPr txBox="1"/>
            <p:nvPr/>
          </p:nvSpPr>
          <p:spPr>
            <a:xfrm>
              <a:off x="1391559" y="581770"/>
              <a:ext cx="31169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rgbClr val="BD93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模板使用说明</a:t>
              </a:r>
              <a:endParaRPr lang="zh-CN" altLang="en-US" sz="36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7" name="图片 16" descr="G:\2021\校庆\PPT\logo-08.pnglogo-08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 rot="9900000">
              <a:off x="413378" y="577794"/>
              <a:ext cx="826362" cy="761160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1429659" y="21184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1400" y="2150280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内页中的标题文字是放到母板中的，要修改文字请到母板中编辑。</a:t>
            </a:r>
            <a:endParaRPr lang="zh-CN" altLang="en-US" dirty="0">
              <a:solidFill>
                <a:srgbClr val="BD934E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11400" y="2594780"/>
            <a:ext cx="7988300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母板打开方式：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从菜单中选选择</a:t>
            </a:r>
            <a:r>
              <a:rPr lang="zh-CN" altLang="en-US" sz="1400" b="1" dirty="0">
                <a:solidFill>
                  <a:schemeClr val="bg1"/>
                </a:solidFill>
              </a:rPr>
              <a:t>视图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选项打开，点击幻灯片母版，找到对应的标题页进行编辑，编辑完成后关闭母版视图就可回到内容页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29659" y="37059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11400" y="37377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内页中的图片可以进行替换</a:t>
            </a:r>
            <a:endParaRPr lang="zh-CN" altLang="en-US" dirty="0">
              <a:solidFill>
                <a:srgbClr val="BD934E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11400" y="4194980"/>
            <a:ext cx="7988300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选中要替换的图片，右键选择更改图片，可以选择来自文件替换当前图片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29659" y="49632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311400" y="499508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选择图标可以在形状填充中更改颜色</a:t>
            </a:r>
            <a:endParaRPr lang="zh-CN" altLang="en-US" dirty="0">
              <a:solidFill>
                <a:srgbClr val="BD934E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WPS 演示</Application>
  <PresentationFormat>宽屏</PresentationFormat>
  <Paragraphs>229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Helvetica</vt:lpstr>
      <vt:lpstr>Bebas Neue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李茂华</cp:lastModifiedBy>
  <cp:revision>402</cp:revision>
  <dcterms:created xsi:type="dcterms:W3CDTF">2019-06-19T02:08:00Z</dcterms:created>
  <dcterms:modified xsi:type="dcterms:W3CDTF">2025-05-21T11:50:38Z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51C6A7D35DB04FA5B11BF7CD3AFA52B6_12</vt:lpwstr>
  </property>
</Properties>
</file>